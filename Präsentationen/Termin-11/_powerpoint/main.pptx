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8" Type="http://schemas.openxmlformats.org/officeDocument/2006/relationships/presProps" Target="presProps.xml" /><Relationship Id="rId11" Type="http://schemas.openxmlformats.org/officeDocument/2006/relationships/tableStyles" Target="tableStyles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Organisatorische Hinweise an die lokale Prüfungsordnung anpassen. Die Musterlösung der Probeklausur liegt im Dozentenprojekt.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11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Klausur – Grundlagen der Resilienz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11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Ablauf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Bearbeitungszeit: </a:t>
            </a:r>
            <a:r>
              <a:rPr b="1"/>
              <a:t>90 Minuten</a:t>
            </a:r>
          </a:p>
          <a:p>
            <a:pPr lvl="0"/>
            <a:r>
              <a:rPr/>
              <a:t>Hilfsmittel: </a:t>
            </a:r>
            <a:r>
              <a:rPr b="1"/>
              <a:t>keine</a:t>
            </a:r>
          </a:p>
          <a:p>
            <a:pPr lvl="0"/>
            <a:r>
              <a:rPr/>
              <a:t>Gesamtpunktzahl: </a:t>
            </a:r>
            <a:r>
              <a:rPr b="1"/>
              <a:t>20 Punkte</a:t>
            </a:r>
          </a:p>
          <a:p>
            <a:pPr lvl="0"/>
            <a:r>
              <a:rPr/>
              <a:t>Antworten kurz, präzise und strukturiert in Stichpunkten</a:t>
            </a:r>
          </a:p>
          <a:p>
            <a:pPr lvl="0"/>
            <a:r>
              <a:rPr/>
              <a:t>Pro Frage genügen 1–3 fachlich korrekte Aspekte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Aufgabenbereiche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Klausur folgt dem Aufbau der Probeklausur.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Termine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Resilienz-Grundlagen &amp; Begriffe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1–2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Safety vs. 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1, 9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Organisation &amp; Prozesse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5–6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Technische Resilienzmaßnahmen 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Technische Resilienzmaßnahmen II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OT-Resilienz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 &amp; moderne Risiken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9–10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Hinweise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Begriffe nicht nur definieren, sondern einordnen und begründen.</a:t>
            </a:r>
          </a:p>
          <a:p>
            <a:pPr lvl="0"/>
            <a:r>
              <a:rPr/>
              <a:t>Bei Abwägungen den Zielkonflikt benennen (Safety, Security, Verfügbarkeit, Wirtschaftlichkeit).</a:t>
            </a:r>
          </a:p>
          <a:p>
            <a:pPr lvl="0" indent="0" marL="0">
              <a:buNone/>
            </a:pPr>
            <a:r>
              <a:rPr/>
              <a:t>Viel Erfolg!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Klausur – Grundlagen der Resilienz</dc:title>
  <dc:creator>Prof. Dr. Dirk Loomans</dc:creator>
  <cp:keywords/>
  <dcterms:created xsi:type="dcterms:W3CDTF">2026-09-29T11:19:53Z</dcterms:created>
  <dcterms:modified xsi:type="dcterms:W3CDTF">2026-09-29T11:19:53Z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11</vt:lpwstr>
  </property>
  <property fmtid="{D5CDD505-2E9C-101B-9397-08002B2CF9AE}" pid="14" name="toc-title">
    <vt:lpwstr>Inhaltsverzeichnis</vt:lpwstr>
  </property>
</Properties>
</file>