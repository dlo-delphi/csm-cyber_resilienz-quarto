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7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6996"/>
    <p:restoredTop sz="94660"/>
  </p:normalViewPr>
  <p:slideViewPr>
    <p:cSldViewPr showGuides="1" snapToGrid="0">
      <p:cViewPr varScale="1">
        <p:scale>
          <a:sx d="100" n="159"/>
          <a:sy d="100" n="159"/>
        </p:scale>
        <p:origin x="222" y="150"/>
      </p:cViewPr>
      <p:guideLst>
        <p:guide pos="3817"/>
        <p:guide orient="horz" pos="2160"/>
      </p:guideLst>
    </p:cSldViewPr>
  </p:slideViewPr>
  <p:notesTextViewPr>
    <p:cViewPr>
      <p:scale>
        <a:sx d="2" n="3"/>
        <a:sy d="2" n="3"/>
      </p:scale>
      <p:origin x="0" y="0"/>
    </p:cViewPr>
  </p:notesTextViewPr>
  <p:sorterViewPr>
    <p:cViewPr>
      <p:scale>
        <a:sx d="100" n="100"/>
        <a:sy d="100" n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notesMaster" Target="notesMasters/notesMaster1.xml" /><Relationship Id="rId8" Type="http://schemas.openxmlformats.org/officeDocument/2006/relationships/presProps" Target="presProps.xml" /><Relationship Id="rId11" Type="http://schemas.openxmlformats.org/officeDocument/2006/relationships/tableStyles" Target="tableStyles.xml" /><Relationship Id="rId9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1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42CAF-0B41-4E22-9361-0B467638F916}" type="datetimeFigureOut">
              <a:rPr lang="de-DE" smtClean="0"/>
              <a:t>19.08.2026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51243-BC0D-414E-9280-F13289EC23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424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Organisatorische Hinweise an die lokale Prüfungsordnung anpassen. Die Musterlösung der Probeklausur liegt im Dozentenprojekt.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06" name="Grafik 5" descr="Text University of Applied Sciences">
            <a:extLst>
              <a:ext uri="{FF2B5EF4-FFF2-40B4-BE49-F238E27FC236}">
                <a16:creationId xmlns:a16="http://schemas.microsoft.com/office/drawing/2014/main" id="{5317B8EE-6150-FDB9-360A-E15DA34F2E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08" name="Grafik 7" descr="Signet Hochschule Mainz">
            <a:extLst>
              <a:ext uri="{FF2B5EF4-FFF2-40B4-BE49-F238E27FC236}">
                <a16:creationId xmlns:a16="http://schemas.microsoft.com/office/drawing/2014/main" id="{4A83CFFF-918D-561D-30E0-4F506CBD6F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0" name="Grafik 9" descr="Schriftzug Hochschule Mainz">
            <a:extLst>
              <a:ext uri="{FF2B5EF4-FFF2-40B4-BE49-F238E27FC236}">
                <a16:creationId xmlns:a16="http://schemas.microsoft.com/office/drawing/2014/main" id="{BAA47032-D355-E4E2-EAA6-9AC975A552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2DE7BC8A-CF21-2D60-1860-53F6E35846FE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51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Verlauf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1" name="Grafik 20">
            <a:extLst>
              <a:ext uri="{FF2B5EF4-FFF2-40B4-BE49-F238E27FC236}">
                <a16:creationId xmlns:a16="http://schemas.microsoft.com/office/drawing/2014/main" id="{20070430-74FF-709D-E39F-885B496DB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8" name="Grafik 17" descr="Text University of Applied Sciences">
            <a:extLst>
              <a:ext uri="{FF2B5EF4-FFF2-40B4-BE49-F238E27FC236}">
                <a16:creationId xmlns:a16="http://schemas.microsoft.com/office/drawing/2014/main" id="{B33E1680-938B-74AD-D639-19259387F9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9" name="Grafik 18" descr="Signet Hochschule Mainz">
            <a:extLst>
              <a:ext uri="{FF2B5EF4-FFF2-40B4-BE49-F238E27FC236}">
                <a16:creationId xmlns:a16="http://schemas.microsoft.com/office/drawing/2014/main" id="{D195BD78-D302-3DAB-C0CF-D4364CB5B8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20" name="Grafik 19" descr="Schriftzug Hochschule Mainz">
            <a:extLst>
              <a:ext uri="{FF2B5EF4-FFF2-40B4-BE49-F238E27FC236}">
                <a16:creationId xmlns:a16="http://schemas.microsoft.com/office/drawing/2014/main" id="{F4BBCCBA-2112-1677-0687-134E8F9930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0FE9A54E-596B-E1F5-F3FE-14E03F3E7794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0097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Voll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99800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136891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006" name="Textplatzhalter 5">
            <a:extLst>
              <a:ext uri="{FF2B5EF4-FFF2-40B4-BE49-F238E27FC236}">
                <a16:creationId xmlns:a16="http://schemas.microsoft.com/office/drawing/2014/main" id="{04E6B23A-1985-0ECF-0D00-43A1CDD1D1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77196" y="379229"/>
            <a:ext cx="781740" cy="287234"/>
          </a:xfrm>
          <a:custGeom>
            <a:avLst/>
            <a:gdLst>
              <a:gd name="connsiteX0" fmla="*/ 16603 w 781740"/>
              <a:gd name="connsiteY0" fmla="*/ 241237 h 287234"/>
              <a:gd name="connsiteX1" fmla="*/ 16603 w 781740"/>
              <a:gd name="connsiteY1" fmla="*/ 270805 h 287234"/>
              <a:gd name="connsiteX2" fmla="*/ 31463 w 781740"/>
              <a:gd name="connsiteY2" fmla="*/ 270805 h 287234"/>
              <a:gd name="connsiteX3" fmla="*/ 41800 w 781740"/>
              <a:gd name="connsiteY3" fmla="*/ 260464 h 287234"/>
              <a:gd name="connsiteX4" fmla="*/ 41800 w 781740"/>
              <a:gd name="connsiteY4" fmla="*/ 251578 h 287234"/>
              <a:gd name="connsiteX5" fmla="*/ 31463 w 781740"/>
              <a:gd name="connsiteY5" fmla="*/ 241237 h 287234"/>
              <a:gd name="connsiteX6" fmla="*/ 410522 w 781740"/>
              <a:gd name="connsiteY6" fmla="*/ 224934 h 287234"/>
              <a:gd name="connsiteX7" fmla="*/ 400325 w 781740"/>
              <a:gd name="connsiteY7" fmla="*/ 235275 h 287234"/>
              <a:gd name="connsiteX8" fmla="*/ 400325 w 781740"/>
              <a:gd name="connsiteY8" fmla="*/ 241250 h 287234"/>
              <a:gd name="connsiteX9" fmla="*/ 424090 w 781740"/>
              <a:gd name="connsiteY9" fmla="*/ 241250 h 287234"/>
              <a:gd name="connsiteX10" fmla="*/ 424090 w 781740"/>
              <a:gd name="connsiteY10" fmla="*/ 235275 h 287234"/>
              <a:gd name="connsiteX11" fmla="*/ 413728 w 781740"/>
              <a:gd name="connsiteY11" fmla="*/ 224934 h 287234"/>
              <a:gd name="connsiteX12" fmla="*/ 236385 w 781740"/>
              <a:gd name="connsiteY12" fmla="*/ 211416 h 287234"/>
              <a:gd name="connsiteX13" fmla="*/ 263178 w 781740"/>
              <a:gd name="connsiteY13" fmla="*/ 211416 h 287234"/>
              <a:gd name="connsiteX14" fmla="*/ 267549 w 781740"/>
              <a:gd name="connsiteY14" fmla="*/ 215783 h 287234"/>
              <a:gd name="connsiteX15" fmla="*/ 267549 w 781740"/>
              <a:gd name="connsiteY15" fmla="*/ 270805 h 287234"/>
              <a:gd name="connsiteX16" fmla="*/ 283865 w 781740"/>
              <a:gd name="connsiteY16" fmla="*/ 270805 h 287234"/>
              <a:gd name="connsiteX17" fmla="*/ 288236 w 781740"/>
              <a:gd name="connsiteY17" fmla="*/ 275311 h 287234"/>
              <a:gd name="connsiteX18" fmla="*/ 288236 w 781740"/>
              <a:gd name="connsiteY18" fmla="*/ 281272 h 287234"/>
              <a:gd name="connsiteX19" fmla="*/ 283865 w 781740"/>
              <a:gd name="connsiteY19" fmla="*/ 285626 h 287234"/>
              <a:gd name="connsiteX20" fmla="*/ 230266 w 781740"/>
              <a:gd name="connsiteY20" fmla="*/ 285626 h 287234"/>
              <a:gd name="connsiteX21" fmla="*/ 225895 w 781740"/>
              <a:gd name="connsiteY21" fmla="*/ 281272 h 287234"/>
              <a:gd name="connsiteX22" fmla="*/ 225895 w 781740"/>
              <a:gd name="connsiteY22" fmla="*/ 275171 h 287234"/>
              <a:gd name="connsiteX23" fmla="*/ 230266 w 781740"/>
              <a:gd name="connsiteY23" fmla="*/ 270805 h 287234"/>
              <a:gd name="connsiteX24" fmla="*/ 252701 w 781740"/>
              <a:gd name="connsiteY24" fmla="*/ 270805 h 287234"/>
              <a:gd name="connsiteX25" fmla="*/ 252701 w 781740"/>
              <a:gd name="connsiteY25" fmla="*/ 226238 h 287234"/>
              <a:gd name="connsiteX26" fmla="*/ 236233 w 781740"/>
              <a:gd name="connsiteY26" fmla="*/ 226238 h 287234"/>
              <a:gd name="connsiteX27" fmla="*/ 231862 w 781740"/>
              <a:gd name="connsiteY27" fmla="*/ 221884 h 287234"/>
              <a:gd name="connsiteX28" fmla="*/ 231862 w 781740"/>
              <a:gd name="connsiteY28" fmla="*/ 215783 h 287234"/>
              <a:gd name="connsiteX29" fmla="*/ 236385 w 781740"/>
              <a:gd name="connsiteY29" fmla="*/ 211416 h 287234"/>
              <a:gd name="connsiteX30" fmla="*/ 82250 w 781740"/>
              <a:gd name="connsiteY30" fmla="*/ 211416 h 287234"/>
              <a:gd name="connsiteX31" fmla="*/ 88356 w 781740"/>
              <a:gd name="connsiteY31" fmla="*/ 211416 h 287234"/>
              <a:gd name="connsiteX32" fmla="*/ 92727 w 781740"/>
              <a:gd name="connsiteY32" fmla="*/ 215783 h 287234"/>
              <a:gd name="connsiteX33" fmla="*/ 92727 w 781740"/>
              <a:gd name="connsiteY33" fmla="*/ 262071 h 287234"/>
              <a:gd name="connsiteX34" fmla="*/ 103077 w 781740"/>
              <a:gd name="connsiteY34" fmla="*/ 272399 h 287234"/>
              <a:gd name="connsiteX35" fmla="*/ 105990 w 781740"/>
              <a:gd name="connsiteY35" fmla="*/ 272399 h 287234"/>
              <a:gd name="connsiteX36" fmla="*/ 116480 w 781740"/>
              <a:gd name="connsiteY36" fmla="*/ 262058 h 287234"/>
              <a:gd name="connsiteX37" fmla="*/ 116480 w 781740"/>
              <a:gd name="connsiteY37" fmla="*/ 215783 h 287234"/>
              <a:gd name="connsiteX38" fmla="*/ 120850 w 781740"/>
              <a:gd name="connsiteY38" fmla="*/ 211416 h 287234"/>
              <a:gd name="connsiteX39" fmla="*/ 126817 w 781740"/>
              <a:gd name="connsiteY39" fmla="*/ 211416 h 287234"/>
              <a:gd name="connsiteX40" fmla="*/ 131327 w 781740"/>
              <a:gd name="connsiteY40" fmla="*/ 215783 h 287234"/>
              <a:gd name="connsiteX41" fmla="*/ 131327 w 781740"/>
              <a:gd name="connsiteY41" fmla="*/ 281272 h 287234"/>
              <a:gd name="connsiteX42" fmla="*/ 126956 w 781740"/>
              <a:gd name="connsiteY42" fmla="*/ 285639 h 287234"/>
              <a:gd name="connsiteX43" fmla="*/ 120850 w 781740"/>
              <a:gd name="connsiteY43" fmla="*/ 285639 h 287234"/>
              <a:gd name="connsiteX44" fmla="*/ 117645 w 781740"/>
              <a:gd name="connsiteY44" fmla="*/ 284183 h 287234"/>
              <a:gd name="connsiteX45" fmla="*/ 105990 w 781740"/>
              <a:gd name="connsiteY45" fmla="*/ 287234 h 287234"/>
              <a:gd name="connsiteX46" fmla="*/ 103077 w 781740"/>
              <a:gd name="connsiteY46" fmla="*/ 287234 h 287234"/>
              <a:gd name="connsiteX47" fmla="*/ 77880 w 781740"/>
              <a:gd name="connsiteY47" fmla="*/ 262071 h 287234"/>
              <a:gd name="connsiteX48" fmla="*/ 77880 w 781740"/>
              <a:gd name="connsiteY48" fmla="*/ 215783 h 287234"/>
              <a:gd name="connsiteX49" fmla="*/ 82250 w 781740"/>
              <a:gd name="connsiteY49" fmla="*/ 211416 h 287234"/>
              <a:gd name="connsiteX50" fmla="*/ 563796 w 781740"/>
              <a:gd name="connsiteY50" fmla="*/ 210100 h 287234"/>
              <a:gd name="connsiteX51" fmla="*/ 565404 w 781740"/>
              <a:gd name="connsiteY51" fmla="*/ 210100 h 287234"/>
              <a:gd name="connsiteX52" fmla="*/ 590450 w 781740"/>
              <a:gd name="connsiteY52" fmla="*/ 233959 h 287234"/>
              <a:gd name="connsiteX53" fmla="*/ 586092 w 781740"/>
              <a:gd name="connsiteY53" fmla="*/ 238326 h 287234"/>
              <a:gd name="connsiteX54" fmla="*/ 579973 w 781740"/>
              <a:gd name="connsiteY54" fmla="*/ 238326 h 287234"/>
              <a:gd name="connsiteX55" fmla="*/ 575615 w 781740"/>
              <a:gd name="connsiteY55" fmla="*/ 233959 h 287234"/>
              <a:gd name="connsiteX56" fmla="*/ 565404 w 781740"/>
              <a:gd name="connsiteY56" fmla="*/ 224934 h 287234"/>
              <a:gd name="connsiteX57" fmla="*/ 563796 w 781740"/>
              <a:gd name="connsiteY57" fmla="*/ 224934 h 287234"/>
              <a:gd name="connsiteX58" fmla="*/ 553446 w 781740"/>
              <a:gd name="connsiteY58" fmla="*/ 233237 h 287234"/>
              <a:gd name="connsiteX59" fmla="*/ 592058 w 781740"/>
              <a:gd name="connsiteY59" fmla="*/ 263375 h 287234"/>
              <a:gd name="connsiteX60" fmla="*/ 566722 w 781740"/>
              <a:gd name="connsiteY60" fmla="*/ 287234 h 287234"/>
              <a:gd name="connsiteX61" fmla="*/ 562199 w 781740"/>
              <a:gd name="connsiteY61" fmla="*/ 287234 h 287234"/>
              <a:gd name="connsiteX62" fmla="*/ 537154 w 781740"/>
              <a:gd name="connsiteY62" fmla="*/ 263375 h 287234"/>
              <a:gd name="connsiteX63" fmla="*/ 537154 w 781740"/>
              <a:gd name="connsiteY63" fmla="*/ 261780 h 287234"/>
              <a:gd name="connsiteX64" fmla="*/ 541512 w 781740"/>
              <a:gd name="connsiteY64" fmla="*/ 257413 h 287234"/>
              <a:gd name="connsiteX65" fmla="*/ 547631 w 781740"/>
              <a:gd name="connsiteY65" fmla="*/ 257413 h 287234"/>
              <a:gd name="connsiteX66" fmla="*/ 551989 w 781740"/>
              <a:gd name="connsiteY66" fmla="*/ 261780 h 287234"/>
              <a:gd name="connsiteX67" fmla="*/ 551989 w 781740"/>
              <a:gd name="connsiteY67" fmla="*/ 263375 h 287234"/>
              <a:gd name="connsiteX68" fmla="*/ 562199 w 781740"/>
              <a:gd name="connsiteY68" fmla="*/ 272399 h 287234"/>
              <a:gd name="connsiteX69" fmla="*/ 566722 w 781740"/>
              <a:gd name="connsiteY69" fmla="*/ 272399 h 287234"/>
              <a:gd name="connsiteX70" fmla="*/ 577211 w 781740"/>
              <a:gd name="connsiteY70" fmla="*/ 263375 h 287234"/>
              <a:gd name="connsiteX71" fmla="*/ 538611 w 781740"/>
              <a:gd name="connsiteY71" fmla="*/ 233237 h 287234"/>
              <a:gd name="connsiteX72" fmla="*/ 563796 w 781740"/>
              <a:gd name="connsiteY72" fmla="*/ 210100 h 287234"/>
              <a:gd name="connsiteX73" fmla="*/ 488331 w 781740"/>
              <a:gd name="connsiteY73" fmla="*/ 210100 h 287234"/>
              <a:gd name="connsiteX74" fmla="*/ 489940 w 781740"/>
              <a:gd name="connsiteY74" fmla="*/ 210100 h 287234"/>
              <a:gd name="connsiteX75" fmla="*/ 514985 w 781740"/>
              <a:gd name="connsiteY75" fmla="*/ 233959 h 287234"/>
              <a:gd name="connsiteX76" fmla="*/ 510627 w 781740"/>
              <a:gd name="connsiteY76" fmla="*/ 238326 h 287234"/>
              <a:gd name="connsiteX77" fmla="*/ 504508 w 781740"/>
              <a:gd name="connsiteY77" fmla="*/ 238326 h 287234"/>
              <a:gd name="connsiteX78" fmla="*/ 500150 w 781740"/>
              <a:gd name="connsiteY78" fmla="*/ 233959 h 287234"/>
              <a:gd name="connsiteX79" fmla="*/ 489940 w 781740"/>
              <a:gd name="connsiteY79" fmla="*/ 224934 h 287234"/>
              <a:gd name="connsiteX80" fmla="*/ 488331 w 781740"/>
              <a:gd name="connsiteY80" fmla="*/ 224934 h 287234"/>
              <a:gd name="connsiteX81" fmla="*/ 477981 w 781740"/>
              <a:gd name="connsiteY81" fmla="*/ 233237 h 287234"/>
              <a:gd name="connsiteX82" fmla="*/ 516594 w 781740"/>
              <a:gd name="connsiteY82" fmla="*/ 263375 h 287234"/>
              <a:gd name="connsiteX83" fmla="*/ 491257 w 781740"/>
              <a:gd name="connsiteY83" fmla="*/ 287234 h 287234"/>
              <a:gd name="connsiteX84" fmla="*/ 486735 w 781740"/>
              <a:gd name="connsiteY84" fmla="*/ 287234 h 287234"/>
              <a:gd name="connsiteX85" fmla="*/ 461689 w 781740"/>
              <a:gd name="connsiteY85" fmla="*/ 263375 h 287234"/>
              <a:gd name="connsiteX86" fmla="*/ 461689 w 781740"/>
              <a:gd name="connsiteY86" fmla="*/ 261780 h 287234"/>
              <a:gd name="connsiteX87" fmla="*/ 466047 w 781740"/>
              <a:gd name="connsiteY87" fmla="*/ 257413 h 287234"/>
              <a:gd name="connsiteX88" fmla="*/ 472166 w 781740"/>
              <a:gd name="connsiteY88" fmla="*/ 257413 h 287234"/>
              <a:gd name="connsiteX89" fmla="*/ 476524 w 781740"/>
              <a:gd name="connsiteY89" fmla="*/ 261780 h 287234"/>
              <a:gd name="connsiteX90" fmla="*/ 476524 w 781740"/>
              <a:gd name="connsiteY90" fmla="*/ 263375 h 287234"/>
              <a:gd name="connsiteX91" fmla="*/ 486735 w 781740"/>
              <a:gd name="connsiteY91" fmla="*/ 272399 h 287234"/>
              <a:gd name="connsiteX92" fmla="*/ 491257 w 781740"/>
              <a:gd name="connsiteY92" fmla="*/ 272399 h 287234"/>
              <a:gd name="connsiteX93" fmla="*/ 501747 w 781740"/>
              <a:gd name="connsiteY93" fmla="*/ 263375 h 287234"/>
              <a:gd name="connsiteX94" fmla="*/ 463146 w 781740"/>
              <a:gd name="connsiteY94" fmla="*/ 233237 h 287234"/>
              <a:gd name="connsiteX95" fmla="*/ 488331 w 781740"/>
              <a:gd name="connsiteY95" fmla="*/ 210100 h 287234"/>
              <a:gd name="connsiteX96" fmla="*/ 410522 w 781740"/>
              <a:gd name="connsiteY96" fmla="*/ 210100 h 287234"/>
              <a:gd name="connsiteX97" fmla="*/ 413728 w 781740"/>
              <a:gd name="connsiteY97" fmla="*/ 210100 h 287234"/>
              <a:gd name="connsiteX98" fmla="*/ 438785 w 781740"/>
              <a:gd name="connsiteY98" fmla="*/ 235275 h 287234"/>
              <a:gd name="connsiteX99" fmla="*/ 438785 w 781740"/>
              <a:gd name="connsiteY99" fmla="*/ 251717 h 287234"/>
              <a:gd name="connsiteX100" fmla="*/ 434415 w 781740"/>
              <a:gd name="connsiteY100" fmla="*/ 256084 h 287234"/>
              <a:gd name="connsiteX101" fmla="*/ 400325 w 781740"/>
              <a:gd name="connsiteY101" fmla="*/ 256084 h 287234"/>
              <a:gd name="connsiteX102" fmla="*/ 400325 w 781740"/>
              <a:gd name="connsiteY102" fmla="*/ 262058 h 287234"/>
              <a:gd name="connsiteX103" fmla="*/ 410522 w 781740"/>
              <a:gd name="connsiteY103" fmla="*/ 272399 h 287234"/>
              <a:gd name="connsiteX104" fmla="*/ 413728 w 781740"/>
              <a:gd name="connsiteY104" fmla="*/ 272399 h 287234"/>
              <a:gd name="connsiteX105" fmla="*/ 423647 w 781740"/>
              <a:gd name="connsiteY105" fmla="*/ 264678 h 287234"/>
              <a:gd name="connsiteX106" fmla="*/ 429031 w 781740"/>
              <a:gd name="connsiteY106" fmla="*/ 261628 h 287234"/>
              <a:gd name="connsiteX107" fmla="*/ 434845 w 781740"/>
              <a:gd name="connsiteY107" fmla="*/ 262932 h 287234"/>
              <a:gd name="connsiteX108" fmla="*/ 438051 w 781740"/>
              <a:gd name="connsiteY108" fmla="*/ 268476 h 287234"/>
              <a:gd name="connsiteX109" fmla="*/ 413728 w 781740"/>
              <a:gd name="connsiteY109" fmla="*/ 287234 h 287234"/>
              <a:gd name="connsiteX110" fmla="*/ 410522 w 781740"/>
              <a:gd name="connsiteY110" fmla="*/ 287234 h 287234"/>
              <a:gd name="connsiteX111" fmla="*/ 385477 w 781740"/>
              <a:gd name="connsiteY111" fmla="*/ 262058 h 287234"/>
              <a:gd name="connsiteX112" fmla="*/ 385477 w 781740"/>
              <a:gd name="connsiteY112" fmla="*/ 235275 h 287234"/>
              <a:gd name="connsiteX113" fmla="*/ 410522 w 781740"/>
              <a:gd name="connsiteY113" fmla="*/ 210100 h 287234"/>
              <a:gd name="connsiteX114" fmla="*/ 334044 w 781740"/>
              <a:gd name="connsiteY114" fmla="*/ 210100 h 287234"/>
              <a:gd name="connsiteX115" fmla="*/ 336958 w 781740"/>
              <a:gd name="connsiteY115" fmla="*/ 210100 h 287234"/>
              <a:gd name="connsiteX116" fmla="*/ 362155 w 781740"/>
              <a:gd name="connsiteY116" fmla="*/ 235275 h 287234"/>
              <a:gd name="connsiteX117" fmla="*/ 362155 w 781740"/>
              <a:gd name="connsiteY117" fmla="*/ 281272 h 287234"/>
              <a:gd name="connsiteX118" fmla="*/ 357785 w 781740"/>
              <a:gd name="connsiteY118" fmla="*/ 285639 h 287234"/>
              <a:gd name="connsiteX119" fmla="*/ 351679 w 781740"/>
              <a:gd name="connsiteY119" fmla="*/ 285639 h 287234"/>
              <a:gd name="connsiteX120" fmla="*/ 347308 w 781740"/>
              <a:gd name="connsiteY120" fmla="*/ 281272 h 287234"/>
              <a:gd name="connsiteX121" fmla="*/ 347308 w 781740"/>
              <a:gd name="connsiteY121" fmla="*/ 235275 h 287234"/>
              <a:gd name="connsiteX122" fmla="*/ 336958 w 781740"/>
              <a:gd name="connsiteY122" fmla="*/ 224934 h 287234"/>
              <a:gd name="connsiteX123" fmla="*/ 334044 w 781740"/>
              <a:gd name="connsiteY123" fmla="*/ 224934 h 287234"/>
              <a:gd name="connsiteX124" fmla="*/ 323542 w 781740"/>
              <a:gd name="connsiteY124" fmla="*/ 235275 h 287234"/>
              <a:gd name="connsiteX125" fmla="*/ 323542 w 781740"/>
              <a:gd name="connsiteY125" fmla="*/ 281272 h 287234"/>
              <a:gd name="connsiteX126" fmla="*/ 319184 w 781740"/>
              <a:gd name="connsiteY126" fmla="*/ 285639 h 287234"/>
              <a:gd name="connsiteX127" fmla="*/ 313066 w 781740"/>
              <a:gd name="connsiteY127" fmla="*/ 285639 h 287234"/>
              <a:gd name="connsiteX128" fmla="*/ 308708 w 781740"/>
              <a:gd name="connsiteY128" fmla="*/ 281272 h 287234"/>
              <a:gd name="connsiteX129" fmla="*/ 308708 w 781740"/>
              <a:gd name="connsiteY129" fmla="*/ 215783 h 287234"/>
              <a:gd name="connsiteX130" fmla="*/ 313218 w 781740"/>
              <a:gd name="connsiteY130" fmla="*/ 211416 h 287234"/>
              <a:gd name="connsiteX131" fmla="*/ 319184 w 781740"/>
              <a:gd name="connsiteY131" fmla="*/ 211416 h 287234"/>
              <a:gd name="connsiteX132" fmla="*/ 322377 w 781740"/>
              <a:gd name="connsiteY132" fmla="*/ 212872 h 287234"/>
              <a:gd name="connsiteX133" fmla="*/ 334044 w 781740"/>
              <a:gd name="connsiteY133" fmla="*/ 210100 h 287234"/>
              <a:gd name="connsiteX134" fmla="*/ 179846 w 781740"/>
              <a:gd name="connsiteY134" fmla="*/ 210100 h 287234"/>
              <a:gd name="connsiteX135" fmla="*/ 181455 w 781740"/>
              <a:gd name="connsiteY135" fmla="*/ 210100 h 287234"/>
              <a:gd name="connsiteX136" fmla="*/ 206500 w 781740"/>
              <a:gd name="connsiteY136" fmla="*/ 233959 h 287234"/>
              <a:gd name="connsiteX137" fmla="*/ 202142 w 781740"/>
              <a:gd name="connsiteY137" fmla="*/ 238326 h 287234"/>
              <a:gd name="connsiteX138" fmla="*/ 196024 w 781740"/>
              <a:gd name="connsiteY138" fmla="*/ 238326 h 287234"/>
              <a:gd name="connsiteX139" fmla="*/ 191653 w 781740"/>
              <a:gd name="connsiteY139" fmla="*/ 233959 h 287234"/>
              <a:gd name="connsiteX140" fmla="*/ 181455 w 781740"/>
              <a:gd name="connsiteY140" fmla="*/ 224934 h 287234"/>
              <a:gd name="connsiteX141" fmla="*/ 179846 w 781740"/>
              <a:gd name="connsiteY141" fmla="*/ 224934 h 287234"/>
              <a:gd name="connsiteX142" fmla="*/ 169496 w 781740"/>
              <a:gd name="connsiteY142" fmla="*/ 233237 h 287234"/>
              <a:gd name="connsiteX143" fmla="*/ 208109 w 781740"/>
              <a:gd name="connsiteY143" fmla="*/ 263375 h 287234"/>
              <a:gd name="connsiteX144" fmla="*/ 182760 w 781740"/>
              <a:gd name="connsiteY144" fmla="*/ 287234 h 287234"/>
              <a:gd name="connsiteX145" fmla="*/ 178250 w 781740"/>
              <a:gd name="connsiteY145" fmla="*/ 287234 h 287234"/>
              <a:gd name="connsiteX146" fmla="*/ 153192 w 781740"/>
              <a:gd name="connsiteY146" fmla="*/ 263375 h 287234"/>
              <a:gd name="connsiteX147" fmla="*/ 153192 w 781740"/>
              <a:gd name="connsiteY147" fmla="*/ 261780 h 287234"/>
              <a:gd name="connsiteX148" fmla="*/ 157563 w 781740"/>
              <a:gd name="connsiteY148" fmla="*/ 257413 h 287234"/>
              <a:gd name="connsiteX149" fmla="*/ 163682 w 781740"/>
              <a:gd name="connsiteY149" fmla="*/ 257413 h 287234"/>
              <a:gd name="connsiteX150" fmla="*/ 168040 w 781740"/>
              <a:gd name="connsiteY150" fmla="*/ 261780 h 287234"/>
              <a:gd name="connsiteX151" fmla="*/ 168040 w 781740"/>
              <a:gd name="connsiteY151" fmla="*/ 263375 h 287234"/>
              <a:gd name="connsiteX152" fmla="*/ 178250 w 781740"/>
              <a:gd name="connsiteY152" fmla="*/ 272399 h 287234"/>
              <a:gd name="connsiteX153" fmla="*/ 182760 w 781740"/>
              <a:gd name="connsiteY153" fmla="*/ 272399 h 287234"/>
              <a:gd name="connsiteX154" fmla="*/ 193262 w 781740"/>
              <a:gd name="connsiteY154" fmla="*/ 263375 h 287234"/>
              <a:gd name="connsiteX155" fmla="*/ 154649 w 781740"/>
              <a:gd name="connsiteY155" fmla="*/ 233237 h 287234"/>
              <a:gd name="connsiteX156" fmla="*/ 179846 w 781740"/>
              <a:gd name="connsiteY156" fmla="*/ 210100 h 287234"/>
              <a:gd name="connsiteX157" fmla="*/ 16603 w 781740"/>
              <a:gd name="connsiteY157" fmla="*/ 196835 h 287234"/>
              <a:gd name="connsiteX158" fmla="*/ 16603 w 781740"/>
              <a:gd name="connsiteY158" fmla="*/ 226402 h 287234"/>
              <a:gd name="connsiteX159" fmla="*/ 29854 w 781740"/>
              <a:gd name="connsiteY159" fmla="*/ 226402 h 287234"/>
              <a:gd name="connsiteX160" fmla="*/ 40204 w 781740"/>
              <a:gd name="connsiteY160" fmla="*/ 215922 h 287234"/>
              <a:gd name="connsiteX161" fmla="*/ 40204 w 781740"/>
              <a:gd name="connsiteY161" fmla="*/ 207037 h 287234"/>
              <a:gd name="connsiteX162" fmla="*/ 29854 w 781740"/>
              <a:gd name="connsiteY162" fmla="*/ 196835 h 287234"/>
              <a:gd name="connsiteX163" fmla="*/ 252701 w 781740"/>
              <a:gd name="connsiteY163" fmla="*/ 182013 h 287234"/>
              <a:gd name="connsiteX164" fmla="*/ 264483 w 781740"/>
              <a:gd name="connsiteY164" fmla="*/ 182013 h 287234"/>
              <a:gd name="connsiteX165" fmla="*/ 268853 w 781740"/>
              <a:gd name="connsiteY165" fmla="*/ 186380 h 287234"/>
              <a:gd name="connsiteX166" fmla="*/ 268853 w 781740"/>
              <a:gd name="connsiteY166" fmla="*/ 198316 h 287234"/>
              <a:gd name="connsiteX167" fmla="*/ 264483 w 781740"/>
              <a:gd name="connsiteY167" fmla="*/ 202683 h 287234"/>
              <a:gd name="connsiteX168" fmla="*/ 252701 w 781740"/>
              <a:gd name="connsiteY168" fmla="*/ 202683 h 287234"/>
              <a:gd name="connsiteX169" fmla="*/ 248179 w 781740"/>
              <a:gd name="connsiteY169" fmla="*/ 198316 h 287234"/>
              <a:gd name="connsiteX170" fmla="*/ 248179 w 781740"/>
              <a:gd name="connsiteY170" fmla="*/ 186380 h 287234"/>
              <a:gd name="connsiteX171" fmla="*/ 252701 w 781740"/>
              <a:gd name="connsiteY171" fmla="*/ 182013 h 287234"/>
              <a:gd name="connsiteX172" fmla="*/ 6127 w 781740"/>
              <a:gd name="connsiteY172" fmla="*/ 182013 h 287234"/>
              <a:gd name="connsiteX173" fmla="*/ 29854 w 781740"/>
              <a:gd name="connsiteY173" fmla="*/ 182013 h 287234"/>
              <a:gd name="connsiteX174" fmla="*/ 55064 w 781740"/>
              <a:gd name="connsiteY174" fmla="*/ 207037 h 287234"/>
              <a:gd name="connsiteX175" fmla="*/ 55064 w 781740"/>
              <a:gd name="connsiteY175" fmla="*/ 215922 h 287234"/>
              <a:gd name="connsiteX176" fmla="*/ 48502 w 781740"/>
              <a:gd name="connsiteY176" fmla="*/ 232946 h 287234"/>
              <a:gd name="connsiteX177" fmla="*/ 56660 w 781740"/>
              <a:gd name="connsiteY177" fmla="*/ 251578 h 287234"/>
              <a:gd name="connsiteX178" fmla="*/ 56660 w 781740"/>
              <a:gd name="connsiteY178" fmla="*/ 260464 h 287234"/>
              <a:gd name="connsiteX179" fmla="*/ 31463 w 781740"/>
              <a:gd name="connsiteY179" fmla="*/ 285639 h 287234"/>
              <a:gd name="connsiteX180" fmla="*/ 6127 w 781740"/>
              <a:gd name="connsiteY180" fmla="*/ 285639 h 287234"/>
              <a:gd name="connsiteX181" fmla="*/ 1756 w 781740"/>
              <a:gd name="connsiteY181" fmla="*/ 281272 h 287234"/>
              <a:gd name="connsiteX182" fmla="*/ 1756 w 781740"/>
              <a:gd name="connsiteY182" fmla="*/ 186380 h 287234"/>
              <a:gd name="connsiteX183" fmla="*/ 6127 w 781740"/>
              <a:gd name="connsiteY183" fmla="*/ 182013 h 287234"/>
              <a:gd name="connsiteX184" fmla="*/ 598772 w 781740"/>
              <a:gd name="connsiteY184" fmla="*/ 68692 h 287234"/>
              <a:gd name="connsiteX185" fmla="*/ 581721 w 781740"/>
              <a:gd name="connsiteY185" fmla="*/ 74666 h 287234"/>
              <a:gd name="connsiteX186" fmla="*/ 575159 w 781740"/>
              <a:gd name="connsiteY186" fmla="*/ 82969 h 287234"/>
              <a:gd name="connsiteX187" fmla="*/ 575159 w 781740"/>
              <a:gd name="connsiteY187" fmla="*/ 85298 h 287234"/>
              <a:gd name="connsiteX188" fmla="*/ 582595 w 781740"/>
              <a:gd name="connsiteY188" fmla="*/ 91994 h 287234"/>
              <a:gd name="connsiteX189" fmla="*/ 585357 w 781740"/>
              <a:gd name="connsiteY189" fmla="*/ 91994 h 287234"/>
              <a:gd name="connsiteX190" fmla="*/ 598772 w 781740"/>
              <a:gd name="connsiteY190" fmla="*/ 81488 h 287234"/>
              <a:gd name="connsiteX191" fmla="*/ 98060 w 781740"/>
              <a:gd name="connsiteY191" fmla="*/ 30998 h 287234"/>
              <a:gd name="connsiteX192" fmla="*/ 124853 w 781740"/>
              <a:gd name="connsiteY192" fmla="*/ 30998 h 287234"/>
              <a:gd name="connsiteX193" fmla="*/ 129211 w 781740"/>
              <a:gd name="connsiteY193" fmla="*/ 35365 h 287234"/>
              <a:gd name="connsiteX194" fmla="*/ 129211 w 781740"/>
              <a:gd name="connsiteY194" fmla="*/ 90386 h 287234"/>
              <a:gd name="connsiteX195" fmla="*/ 145528 w 781740"/>
              <a:gd name="connsiteY195" fmla="*/ 90386 h 287234"/>
              <a:gd name="connsiteX196" fmla="*/ 149898 w 781740"/>
              <a:gd name="connsiteY196" fmla="*/ 94892 h 287234"/>
              <a:gd name="connsiteX197" fmla="*/ 149898 w 781740"/>
              <a:gd name="connsiteY197" fmla="*/ 100854 h 287234"/>
              <a:gd name="connsiteX198" fmla="*/ 145528 w 781740"/>
              <a:gd name="connsiteY198" fmla="*/ 105221 h 287234"/>
              <a:gd name="connsiteX199" fmla="*/ 91941 w 781740"/>
              <a:gd name="connsiteY199" fmla="*/ 105221 h 287234"/>
              <a:gd name="connsiteX200" fmla="*/ 87570 w 781740"/>
              <a:gd name="connsiteY200" fmla="*/ 100854 h 287234"/>
              <a:gd name="connsiteX201" fmla="*/ 87570 w 781740"/>
              <a:gd name="connsiteY201" fmla="*/ 94753 h 287234"/>
              <a:gd name="connsiteX202" fmla="*/ 91941 w 781740"/>
              <a:gd name="connsiteY202" fmla="*/ 90386 h 287234"/>
              <a:gd name="connsiteX203" fmla="*/ 114376 w 781740"/>
              <a:gd name="connsiteY203" fmla="*/ 90386 h 287234"/>
              <a:gd name="connsiteX204" fmla="*/ 114376 w 781740"/>
              <a:gd name="connsiteY204" fmla="*/ 45832 h 287234"/>
              <a:gd name="connsiteX205" fmla="*/ 97908 w 781740"/>
              <a:gd name="connsiteY205" fmla="*/ 45832 h 287234"/>
              <a:gd name="connsiteX206" fmla="*/ 93537 w 781740"/>
              <a:gd name="connsiteY206" fmla="*/ 41466 h 287234"/>
              <a:gd name="connsiteX207" fmla="*/ 93537 w 781740"/>
              <a:gd name="connsiteY207" fmla="*/ 35365 h 287234"/>
              <a:gd name="connsiteX208" fmla="*/ 98060 w 781740"/>
              <a:gd name="connsiteY208" fmla="*/ 30998 h 287234"/>
              <a:gd name="connsiteX209" fmla="*/ 586965 w 781740"/>
              <a:gd name="connsiteY209" fmla="*/ 29694 h 287234"/>
              <a:gd name="connsiteX210" fmla="*/ 588574 w 781740"/>
              <a:gd name="connsiteY210" fmla="*/ 29694 h 287234"/>
              <a:gd name="connsiteX211" fmla="*/ 613619 w 781740"/>
              <a:gd name="connsiteY211" fmla="*/ 53402 h 287234"/>
              <a:gd name="connsiteX212" fmla="*/ 613619 w 781740"/>
              <a:gd name="connsiteY212" fmla="*/ 88931 h 287234"/>
              <a:gd name="connsiteX213" fmla="*/ 615216 w 781740"/>
              <a:gd name="connsiteY213" fmla="*/ 90386 h 287234"/>
              <a:gd name="connsiteX214" fmla="*/ 619586 w 781740"/>
              <a:gd name="connsiteY214" fmla="*/ 94753 h 287234"/>
              <a:gd name="connsiteX215" fmla="*/ 619586 w 781740"/>
              <a:gd name="connsiteY215" fmla="*/ 100854 h 287234"/>
              <a:gd name="connsiteX216" fmla="*/ 615216 w 781740"/>
              <a:gd name="connsiteY216" fmla="*/ 105221 h 287234"/>
              <a:gd name="connsiteX217" fmla="*/ 612163 w 781740"/>
              <a:gd name="connsiteY217" fmla="*/ 105221 h 287234"/>
              <a:gd name="connsiteX218" fmla="*/ 602560 w 781740"/>
              <a:gd name="connsiteY218" fmla="*/ 101145 h 287234"/>
              <a:gd name="connsiteX219" fmla="*/ 585357 w 781740"/>
              <a:gd name="connsiteY219" fmla="*/ 106816 h 287234"/>
              <a:gd name="connsiteX220" fmla="*/ 582443 w 781740"/>
              <a:gd name="connsiteY220" fmla="*/ 106816 h 287234"/>
              <a:gd name="connsiteX221" fmla="*/ 560311 w 781740"/>
              <a:gd name="connsiteY221" fmla="*/ 86020 h 287234"/>
              <a:gd name="connsiteX222" fmla="*/ 560311 w 781740"/>
              <a:gd name="connsiteY222" fmla="*/ 82969 h 287234"/>
              <a:gd name="connsiteX223" fmla="*/ 581721 w 781740"/>
              <a:gd name="connsiteY223" fmla="*/ 60971 h 287234"/>
              <a:gd name="connsiteX224" fmla="*/ 598772 w 781740"/>
              <a:gd name="connsiteY224" fmla="*/ 52680 h 287234"/>
              <a:gd name="connsiteX225" fmla="*/ 588574 w 781740"/>
              <a:gd name="connsiteY225" fmla="*/ 44516 h 287234"/>
              <a:gd name="connsiteX226" fmla="*/ 586965 w 781740"/>
              <a:gd name="connsiteY226" fmla="*/ 44516 h 287234"/>
              <a:gd name="connsiteX227" fmla="*/ 576616 w 781740"/>
              <a:gd name="connsiteY227" fmla="*/ 54857 h 287234"/>
              <a:gd name="connsiteX228" fmla="*/ 572245 w 781740"/>
              <a:gd name="connsiteY228" fmla="*/ 59224 h 287234"/>
              <a:gd name="connsiteX229" fmla="*/ 566139 w 781740"/>
              <a:gd name="connsiteY229" fmla="*/ 59224 h 287234"/>
              <a:gd name="connsiteX230" fmla="*/ 561768 w 781740"/>
              <a:gd name="connsiteY230" fmla="*/ 54857 h 287234"/>
              <a:gd name="connsiteX231" fmla="*/ 586965 w 781740"/>
              <a:gd name="connsiteY231" fmla="*/ 29694 h 287234"/>
              <a:gd name="connsiteX232" fmla="*/ 432248 w 781740"/>
              <a:gd name="connsiteY232" fmla="*/ 29694 h 287234"/>
              <a:gd name="connsiteX233" fmla="*/ 435453 w 781740"/>
              <a:gd name="connsiteY233" fmla="*/ 29694 h 287234"/>
              <a:gd name="connsiteX234" fmla="*/ 460498 w 781740"/>
              <a:gd name="connsiteY234" fmla="*/ 54857 h 287234"/>
              <a:gd name="connsiteX235" fmla="*/ 456140 w 781740"/>
              <a:gd name="connsiteY235" fmla="*/ 59224 h 287234"/>
              <a:gd name="connsiteX236" fmla="*/ 450022 w 781740"/>
              <a:gd name="connsiteY236" fmla="*/ 59224 h 287234"/>
              <a:gd name="connsiteX237" fmla="*/ 445664 w 781740"/>
              <a:gd name="connsiteY237" fmla="*/ 54857 h 287234"/>
              <a:gd name="connsiteX238" fmla="*/ 435453 w 781740"/>
              <a:gd name="connsiteY238" fmla="*/ 44516 h 287234"/>
              <a:gd name="connsiteX239" fmla="*/ 432248 w 781740"/>
              <a:gd name="connsiteY239" fmla="*/ 44516 h 287234"/>
              <a:gd name="connsiteX240" fmla="*/ 422038 w 781740"/>
              <a:gd name="connsiteY240" fmla="*/ 54857 h 287234"/>
              <a:gd name="connsiteX241" fmla="*/ 422038 w 781740"/>
              <a:gd name="connsiteY241" fmla="*/ 81653 h 287234"/>
              <a:gd name="connsiteX242" fmla="*/ 432248 w 781740"/>
              <a:gd name="connsiteY242" fmla="*/ 91994 h 287234"/>
              <a:gd name="connsiteX243" fmla="*/ 435453 w 781740"/>
              <a:gd name="connsiteY243" fmla="*/ 91994 h 287234"/>
              <a:gd name="connsiteX244" fmla="*/ 445664 w 781740"/>
              <a:gd name="connsiteY244" fmla="*/ 81653 h 287234"/>
              <a:gd name="connsiteX245" fmla="*/ 450022 w 781740"/>
              <a:gd name="connsiteY245" fmla="*/ 77134 h 287234"/>
              <a:gd name="connsiteX246" fmla="*/ 456140 w 781740"/>
              <a:gd name="connsiteY246" fmla="*/ 77134 h 287234"/>
              <a:gd name="connsiteX247" fmla="*/ 460498 w 781740"/>
              <a:gd name="connsiteY247" fmla="*/ 81653 h 287234"/>
              <a:gd name="connsiteX248" fmla="*/ 435453 w 781740"/>
              <a:gd name="connsiteY248" fmla="*/ 106816 h 287234"/>
              <a:gd name="connsiteX249" fmla="*/ 432248 w 781740"/>
              <a:gd name="connsiteY249" fmla="*/ 106816 h 287234"/>
              <a:gd name="connsiteX250" fmla="*/ 407203 w 781740"/>
              <a:gd name="connsiteY250" fmla="*/ 81653 h 287234"/>
              <a:gd name="connsiteX251" fmla="*/ 407203 w 781740"/>
              <a:gd name="connsiteY251" fmla="*/ 54857 h 287234"/>
              <a:gd name="connsiteX252" fmla="*/ 432248 w 781740"/>
              <a:gd name="connsiteY252" fmla="*/ 29694 h 287234"/>
              <a:gd name="connsiteX253" fmla="*/ 358823 w 781740"/>
              <a:gd name="connsiteY253" fmla="*/ 29694 h 287234"/>
              <a:gd name="connsiteX254" fmla="*/ 360419 w 781740"/>
              <a:gd name="connsiteY254" fmla="*/ 29694 h 287234"/>
              <a:gd name="connsiteX255" fmla="*/ 385477 w 781740"/>
              <a:gd name="connsiteY255" fmla="*/ 53553 h 287234"/>
              <a:gd name="connsiteX256" fmla="*/ 381106 w 781740"/>
              <a:gd name="connsiteY256" fmla="*/ 57920 h 287234"/>
              <a:gd name="connsiteX257" fmla="*/ 375000 w 781740"/>
              <a:gd name="connsiteY257" fmla="*/ 57920 h 287234"/>
              <a:gd name="connsiteX258" fmla="*/ 370630 w 781740"/>
              <a:gd name="connsiteY258" fmla="*/ 53553 h 287234"/>
              <a:gd name="connsiteX259" fmla="*/ 360419 w 781740"/>
              <a:gd name="connsiteY259" fmla="*/ 44516 h 287234"/>
              <a:gd name="connsiteX260" fmla="*/ 358823 w 781740"/>
              <a:gd name="connsiteY260" fmla="*/ 44516 h 287234"/>
              <a:gd name="connsiteX261" fmla="*/ 348473 w 781740"/>
              <a:gd name="connsiteY261" fmla="*/ 52819 h 287234"/>
              <a:gd name="connsiteX262" fmla="*/ 387073 w 781740"/>
              <a:gd name="connsiteY262" fmla="*/ 82969 h 287234"/>
              <a:gd name="connsiteX263" fmla="*/ 361737 w 781740"/>
              <a:gd name="connsiteY263" fmla="*/ 106816 h 287234"/>
              <a:gd name="connsiteX264" fmla="*/ 357214 w 781740"/>
              <a:gd name="connsiteY264" fmla="*/ 106816 h 287234"/>
              <a:gd name="connsiteX265" fmla="*/ 332169 w 781740"/>
              <a:gd name="connsiteY265" fmla="*/ 82969 h 287234"/>
              <a:gd name="connsiteX266" fmla="*/ 332169 w 781740"/>
              <a:gd name="connsiteY266" fmla="*/ 81362 h 287234"/>
              <a:gd name="connsiteX267" fmla="*/ 336539 w 781740"/>
              <a:gd name="connsiteY267" fmla="*/ 76995 h 287234"/>
              <a:gd name="connsiteX268" fmla="*/ 342645 w 781740"/>
              <a:gd name="connsiteY268" fmla="*/ 76995 h 287234"/>
              <a:gd name="connsiteX269" fmla="*/ 347016 w 781740"/>
              <a:gd name="connsiteY269" fmla="*/ 81362 h 287234"/>
              <a:gd name="connsiteX270" fmla="*/ 347016 w 781740"/>
              <a:gd name="connsiteY270" fmla="*/ 82969 h 287234"/>
              <a:gd name="connsiteX271" fmla="*/ 357214 w 781740"/>
              <a:gd name="connsiteY271" fmla="*/ 91994 h 287234"/>
              <a:gd name="connsiteX272" fmla="*/ 361737 w 781740"/>
              <a:gd name="connsiteY272" fmla="*/ 91994 h 287234"/>
              <a:gd name="connsiteX273" fmla="*/ 372239 w 781740"/>
              <a:gd name="connsiteY273" fmla="*/ 82969 h 287234"/>
              <a:gd name="connsiteX274" fmla="*/ 333626 w 781740"/>
              <a:gd name="connsiteY274" fmla="*/ 52819 h 287234"/>
              <a:gd name="connsiteX275" fmla="*/ 358823 w 781740"/>
              <a:gd name="connsiteY275" fmla="*/ 29694 h 287234"/>
              <a:gd name="connsiteX276" fmla="*/ 202649 w 781740"/>
              <a:gd name="connsiteY276" fmla="*/ 29694 h 287234"/>
              <a:gd name="connsiteX277" fmla="*/ 205562 w 781740"/>
              <a:gd name="connsiteY277" fmla="*/ 29694 h 287234"/>
              <a:gd name="connsiteX278" fmla="*/ 230759 w 781740"/>
              <a:gd name="connsiteY278" fmla="*/ 54857 h 287234"/>
              <a:gd name="connsiteX279" fmla="*/ 230759 w 781740"/>
              <a:gd name="connsiteY279" fmla="*/ 65198 h 287234"/>
              <a:gd name="connsiteX280" fmla="*/ 226389 w 781740"/>
              <a:gd name="connsiteY280" fmla="*/ 69565 h 287234"/>
              <a:gd name="connsiteX281" fmla="*/ 220283 w 781740"/>
              <a:gd name="connsiteY281" fmla="*/ 69565 h 287234"/>
              <a:gd name="connsiteX282" fmla="*/ 215912 w 781740"/>
              <a:gd name="connsiteY282" fmla="*/ 65198 h 287234"/>
              <a:gd name="connsiteX283" fmla="*/ 215912 w 781740"/>
              <a:gd name="connsiteY283" fmla="*/ 54857 h 287234"/>
              <a:gd name="connsiteX284" fmla="*/ 205562 w 781740"/>
              <a:gd name="connsiteY284" fmla="*/ 44516 h 287234"/>
              <a:gd name="connsiteX285" fmla="*/ 202649 w 781740"/>
              <a:gd name="connsiteY285" fmla="*/ 44516 h 287234"/>
              <a:gd name="connsiteX286" fmla="*/ 192147 w 781740"/>
              <a:gd name="connsiteY286" fmla="*/ 54857 h 287234"/>
              <a:gd name="connsiteX287" fmla="*/ 192147 w 781740"/>
              <a:gd name="connsiteY287" fmla="*/ 90386 h 287234"/>
              <a:gd name="connsiteX288" fmla="*/ 214456 w 781740"/>
              <a:gd name="connsiteY288" fmla="*/ 90386 h 287234"/>
              <a:gd name="connsiteX289" fmla="*/ 218826 w 781740"/>
              <a:gd name="connsiteY289" fmla="*/ 94753 h 287234"/>
              <a:gd name="connsiteX290" fmla="*/ 218826 w 781740"/>
              <a:gd name="connsiteY290" fmla="*/ 100854 h 287234"/>
              <a:gd name="connsiteX291" fmla="*/ 214456 w 781740"/>
              <a:gd name="connsiteY291" fmla="*/ 105221 h 287234"/>
              <a:gd name="connsiteX292" fmla="*/ 169737 w 781740"/>
              <a:gd name="connsiteY292" fmla="*/ 105221 h 287234"/>
              <a:gd name="connsiteX293" fmla="*/ 165366 w 781740"/>
              <a:gd name="connsiteY293" fmla="*/ 100854 h 287234"/>
              <a:gd name="connsiteX294" fmla="*/ 165366 w 781740"/>
              <a:gd name="connsiteY294" fmla="*/ 94753 h 287234"/>
              <a:gd name="connsiteX295" fmla="*/ 169737 w 781740"/>
              <a:gd name="connsiteY295" fmla="*/ 90386 h 287234"/>
              <a:gd name="connsiteX296" fmla="*/ 177312 w 781740"/>
              <a:gd name="connsiteY296" fmla="*/ 90386 h 287234"/>
              <a:gd name="connsiteX297" fmla="*/ 177312 w 781740"/>
              <a:gd name="connsiteY297" fmla="*/ 54857 h 287234"/>
              <a:gd name="connsiteX298" fmla="*/ 202649 w 781740"/>
              <a:gd name="connsiteY298" fmla="*/ 29694 h 287234"/>
              <a:gd name="connsiteX299" fmla="*/ 735564 w 781740"/>
              <a:gd name="connsiteY299" fmla="*/ 1595 h 287234"/>
              <a:gd name="connsiteX300" fmla="*/ 741822 w 781740"/>
              <a:gd name="connsiteY300" fmla="*/ 1595 h 287234"/>
              <a:gd name="connsiteX301" fmla="*/ 746193 w 781740"/>
              <a:gd name="connsiteY301" fmla="*/ 5962 h 287234"/>
              <a:gd name="connsiteX302" fmla="*/ 746193 w 781740"/>
              <a:gd name="connsiteY302" fmla="*/ 34061 h 287234"/>
              <a:gd name="connsiteX303" fmla="*/ 771263 w 781740"/>
              <a:gd name="connsiteY303" fmla="*/ 34061 h 287234"/>
              <a:gd name="connsiteX304" fmla="*/ 775773 w 781740"/>
              <a:gd name="connsiteY304" fmla="*/ 38415 h 287234"/>
              <a:gd name="connsiteX305" fmla="*/ 775773 w 781740"/>
              <a:gd name="connsiteY305" fmla="*/ 44529 h 287234"/>
              <a:gd name="connsiteX306" fmla="*/ 771263 w 781740"/>
              <a:gd name="connsiteY306" fmla="*/ 48883 h 287234"/>
              <a:gd name="connsiteX307" fmla="*/ 746193 w 781740"/>
              <a:gd name="connsiteY307" fmla="*/ 48883 h 287234"/>
              <a:gd name="connsiteX308" fmla="*/ 746193 w 781740"/>
              <a:gd name="connsiteY308" fmla="*/ 81653 h 287234"/>
              <a:gd name="connsiteX309" fmla="*/ 756543 w 781740"/>
              <a:gd name="connsiteY309" fmla="*/ 91994 h 287234"/>
              <a:gd name="connsiteX310" fmla="*/ 766893 w 781740"/>
              <a:gd name="connsiteY310" fmla="*/ 81653 h 287234"/>
              <a:gd name="connsiteX311" fmla="*/ 766893 w 781740"/>
              <a:gd name="connsiteY311" fmla="*/ 78450 h 287234"/>
              <a:gd name="connsiteX312" fmla="*/ 771263 w 781740"/>
              <a:gd name="connsiteY312" fmla="*/ 74084 h 287234"/>
              <a:gd name="connsiteX313" fmla="*/ 777369 w 781740"/>
              <a:gd name="connsiteY313" fmla="*/ 74084 h 287234"/>
              <a:gd name="connsiteX314" fmla="*/ 781740 w 781740"/>
              <a:gd name="connsiteY314" fmla="*/ 78450 h 287234"/>
              <a:gd name="connsiteX315" fmla="*/ 781740 w 781740"/>
              <a:gd name="connsiteY315" fmla="*/ 81653 h 287234"/>
              <a:gd name="connsiteX316" fmla="*/ 756543 w 781740"/>
              <a:gd name="connsiteY316" fmla="*/ 106816 h 287234"/>
              <a:gd name="connsiteX317" fmla="*/ 731346 w 781740"/>
              <a:gd name="connsiteY317" fmla="*/ 81653 h 287234"/>
              <a:gd name="connsiteX318" fmla="*/ 731346 w 781740"/>
              <a:gd name="connsiteY318" fmla="*/ 48883 h 287234"/>
              <a:gd name="connsiteX319" fmla="*/ 723770 w 781740"/>
              <a:gd name="connsiteY319" fmla="*/ 48883 h 287234"/>
              <a:gd name="connsiteX320" fmla="*/ 719399 w 781740"/>
              <a:gd name="connsiteY320" fmla="*/ 44377 h 287234"/>
              <a:gd name="connsiteX321" fmla="*/ 719399 w 781740"/>
              <a:gd name="connsiteY321" fmla="*/ 38567 h 287234"/>
              <a:gd name="connsiteX322" fmla="*/ 723770 w 781740"/>
              <a:gd name="connsiteY322" fmla="*/ 34061 h 287234"/>
              <a:gd name="connsiteX323" fmla="*/ 731346 w 781740"/>
              <a:gd name="connsiteY323" fmla="*/ 34061 h 287234"/>
              <a:gd name="connsiteX324" fmla="*/ 731346 w 781740"/>
              <a:gd name="connsiteY324" fmla="*/ 5962 h 287234"/>
              <a:gd name="connsiteX325" fmla="*/ 735564 w 781740"/>
              <a:gd name="connsiteY325" fmla="*/ 1595 h 287234"/>
              <a:gd name="connsiteX326" fmla="*/ 488634 w 781740"/>
              <a:gd name="connsiteY326" fmla="*/ 1595 h 287234"/>
              <a:gd name="connsiteX327" fmla="*/ 494741 w 781740"/>
              <a:gd name="connsiteY327" fmla="*/ 1595 h 287234"/>
              <a:gd name="connsiteX328" fmla="*/ 499111 w 781740"/>
              <a:gd name="connsiteY328" fmla="*/ 5962 h 287234"/>
              <a:gd name="connsiteX329" fmla="*/ 499111 w 781740"/>
              <a:gd name="connsiteY329" fmla="*/ 31871 h 287234"/>
              <a:gd name="connsiteX330" fmla="*/ 509600 w 781740"/>
              <a:gd name="connsiteY330" fmla="*/ 29694 h 287234"/>
              <a:gd name="connsiteX331" fmla="*/ 512527 w 781740"/>
              <a:gd name="connsiteY331" fmla="*/ 29694 h 287234"/>
              <a:gd name="connsiteX332" fmla="*/ 537711 w 781740"/>
              <a:gd name="connsiteY332" fmla="*/ 54857 h 287234"/>
              <a:gd name="connsiteX333" fmla="*/ 537711 w 781740"/>
              <a:gd name="connsiteY333" fmla="*/ 100854 h 287234"/>
              <a:gd name="connsiteX334" fmla="*/ 533353 w 781740"/>
              <a:gd name="connsiteY334" fmla="*/ 105221 h 287234"/>
              <a:gd name="connsiteX335" fmla="*/ 527235 w 781740"/>
              <a:gd name="connsiteY335" fmla="*/ 105221 h 287234"/>
              <a:gd name="connsiteX336" fmla="*/ 522877 w 781740"/>
              <a:gd name="connsiteY336" fmla="*/ 100854 h 287234"/>
              <a:gd name="connsiteX337" fmla="*/ 522877 w 781740"/>
              <a:gd name="connsiteY337" fmla="*/ 54857 h 287234"/>
              <a:gd name="connsiteX338" fmla="*/ 512527 w 781740"/>
              <a:gd name="connsiteY338" fmla="*/ 44516 h 287234"/>
              <a:gd name="connsiteX339" fmla="*/ 509600 w 781740"/>
              <a:gd name="connsiteY339" fmla="*/ 44516 h 287234"/>
              <a:gd name="connsiteX340" fmla="*/ 499111 w 781740"/>
              <a:gd name="connsiteY340" fmla="*/ 54857 h 287234"/>
              <a:gd name="connsiteX341" fmla="*/ 499111 w 781740"/>
              <a:gd name="connsiteY341" fmla="*/ 100854 h 287234"/>
              <a:gd name="connsiteX342" fmla="*/ 494741 w 781740"/>
              <a:gd name="connsiteY342" fmla="*/ 105221 h 287234"/>
              <a:gd name="connsiteX343" fmla="*/ 488634 w 781740"/>
              <a:gd name="connsiteY343" fmla="*/ 105221 h 287234"/>
              <a:gd name="connsiteX344" fmla="*/ 484264 w 781740"/>
              <a:gd name="connsiteY344" fmla="*/ 100854 h 287234"/>
              <a:gd name="connsiteX345" fmla="*/ 484264 w 781740"/>
              <a:gd name="connsiteY345" fmla="*/ 5962 h 287234"/>
              <a:gd name="connsiteX346" fmla="*/ 488634 w 781740"/>
              <a:gd name="connsiteY346" fmla="*/ 1595 h 287234"/>
              <a:gd name="connsiteX347" fmla="*/ 264862 w 781740"/>
              <a:gd name="connsiteY347" fmla="*/ 1595 h 287234"/>
              <a:gd name="connsiteX348" fmla="*/ 271121 w 781740"/>
              <a:gd name="connsiteY348" fmla="*/ 1595 h 287234"/>
              <a:gd name="connsiteX349" fmla="*/ 275479 w 781740"/>
              <a:gd name="connsiteY349" fmla="*/ 5962 h 287234"/>
              <a:gd name="connsiteX350" fmla="*/ 275479 w 781740"/>
              <a:gd name="connsiteY350" fmla="*/ 34061 h 287234"/>
              <a:gd name="connsiteX351" fmla="*/ 300549 w 781740"/>
              <a:gd name="connsiteY351" fmla="*/ 34061 h 287234"/>
              <a:gd name="connsiteX352" fmla="*/ 305059 w 781740"/>
              <a:gd name="connsiteY352" fmla="*/ 38415 h 287234"/>
              <a:gd name="connsiteX353" fmla="*/ 305059 w 781740"/>
              <a:gd name="connsiteY353" fmla="*/ 44529 h 287234"/>
              <a:gd name="connsiteX354" fmla="*/ 300549 w 781740"/>
              <a:gd name="connsiteY354" fmla="*/ 48883 h 287234"/>
              <a:gd name="connsiteX355" fmla="*/ 275479 w 781740"/>
              <a:gd name="connsiteY355" fmla="*/ 48883 h 287234"/>
              <a:gd name="connsiteX356" fmla="*/ 275479 w 781740"/>
              <a:gd name="connsiteY356" fmla="*/ 81653 h 287234"/>
              <a:gd name="connsiteX357" fmla="*/ 285828 w 781740"/>
              <a:gd name="connsiteY357" fmla="*/ 91994 h 287234"/>
              <a:gd name="connsiteX358" fmla="*/ 296191 w 781740"/>
              <a:gd name="connsiteY358" fmla="*/ 81653 h 287234"/>
              <a:gd name="connsiteX359" fmla="*/ 296191 w 781740"/>
              <a:gd name="connsiteY359" fmla="*/ 78450 h 287234"/>
              <a:gd name="connsiteX360" fmla="*/ 300549 w 781740"/>
              <a:gd name="connsiteY360" fmla="*/ 74084 h 287234"/>
              <a:gd name="connsiteX361" fmla="*/ 306668 w 781740"/>
              <a:gd name="connsiteY361" fmla="*/ 74084 h 287234"/>
              <a:gd name="connsiteX362" fmla="*/ 311026 w 781740"/>
              <a:gd name="connsiteY362" fmla="*/ 78450 h 287234"/>
              <a:gd name="connsiteX363" fmla="*/ 311026 w 781740"/>
              <a:gd name="connsiteY363" fmla="*/ 81653 h 287234"/>
              <a:gd name="connsiteX364" fmla="*/ 285828 w 781740"/>
              <a:gd name="connsiteY364" fmla="*/ 106816 h 287234"/>
              <a:gd name="connsiteX365" fmla="*/ 260644 w 781740"/>
              <a:gd name="connsiteY365" fmla="*/ 81653 h 287234"/>
              <a:gd name="connsiteX366" fmla="*/ 260644 w 781740"/>
              <a:gd name="connsiteY366" fmla="*/ 48883 h 287234"/>
              <a:gd name="connsiteX367" fmla="*/ 253068 w 781740"/>
              <a:gd name="connsiteY367" fmla="*/ 48883 h 287234"/>
              <a:gd name="connsiteX368" fmla="*/ 248698 w 781740"/>
              <a:gd name="connsiteY368" fmla="*/ 44377 h 287234"/>
              <a:gd name="connsiteX369" fmla="*/ 248698 w 781740"/>
              <a:gd name="connsiteY369" fmla="*/ 38567 h 287234"/>
              <a:gd name="connsiteX370" fmla="*/ 253068 w 781740"/>
              <a:gd name="connsiteY370" fmla="*/ 34061 h 287234"/>
              <a:gd name="connsiteX371" fmla="*/ 260644 w 781740"/>
              <a:gd name="connsiteY371" fmla="*/ 34061 h 287234"/>
              <a:gd name="connsiteX372" fmla="*/ 260644 w 781740"/>
              <a:gd name="connsiteY372" fmla="*/ 5962 h 287234"/>
              <a:gd name="connsiteX373" fmla="*/ 264862 w 781740"/>
              <a:gd name="connsiteY373" fmla="*/ 1595 h 287234"/>
              <a:gd name="connsiteX374" fmla="*/ 114376 w 781740"/>
              <a:gd name="connsiteY374" fmla="*/ 1595 h 287234"/>
              <a:gd name="connsiteX375" fmla="*/ 126158 w 781740"/>
              <a:gd name="connsiteY375" fmla="*/ 1595 h 287234"/>
              <a:gd name="connsiteX376" fmla="*/ 130528 w 781740"/>
              <a:gd name="connsiteY376" fmla="*/ 5962 h 287234"/>
              <a:gd name="connsiteX377" fmla="*/ 130528 w 781740"/>
              <a:gd name="connsiteY377" fmla="*/ 17898 h 287234"/>
              <a:gd name="connsiteX378" fmla="*/ 126158 w 781740"/>
              <a:gd name="connsiteY378" fmla="*/ 22264 h 287234"/>
              <a:gd name="connsiteX379" fmla="*/ 114376 w 781740"/>
              <a:gd name="connsiteY379" fmla="*/ 22264 h 287234"/>
              <a:gd name="connsiteX380" fmla="*/ 109854 w 781740"/>
              <a:gd name="connsiteY380" fmla="*/ 17898 h 287234"/>
              <a:gd name="connsiteX381" fmla="*/ 109854 w 781740"/>
              <a:gd name="connsiteY381" fmla="*/ 5962 h 287234"/>
              <a:gd name="connsiteX382" fmla="*/ 114376 w 781740"/>
              <a:gd name="connsiteY382" fmla="*/ 1595 h 287234"/>
              <a:gd name="connsiteX383" fmla="*/ 4517 w 781740"/>
              <a:gd name="connsiteY383" fmla="*/ 1595 h 287234"/>
              <a:gd name="connsiteX384" fmla="*/ 10345 w 781740"/>
              <a:gd name="connsiteY384" fmla="*/ 1595 h 287234"/>
              <a:gd name="connsiteX385" fmla="*/ 14854 w 781740"/>
              <a:gd name="connsiteY385" fmla="*/ 5822 h 287234"/>
              <a:gd name="connsiteX386" fmla="*/ 17186 w 781740"/>
              <a:gd name="connsiteY386" fmla="*/ 74071 h 287234"/>
              <a:gd name="connsiteX387" fmla="*/ 17325 w 781740"/>
              <a:gd name="connsiteY387" fmla="*/ 88779 h 287234"/>
              <a:gd name="connsiteX388" fmla="*/ 20821 w 781740"/>
              <a:gd name="connsiteY388" fmla="*/ 88779 h 287234"/>
              <a:gd name="connsiteX389" fmla="*/ 21847 w 781740"/>
              <a:gd name="connsiteY389" fmla="*/ 74071 h 287234"/>
              <a:gd name="connsiteX390" fmla="*/ 25344 w 781740"/>
              <a:gd name="connsiteY390" fmla="*/ 46427 h 287234"/>
              <a:gd name="connsiteX391" fmla="*/ 28992 w 781740"/>
              <a:gd name="connsiteY391" fmla="*/ 43073 h 287234"/>
              <a:gd name="connsiteX392" fmla="*/ 43852 w 781740"/>
              <a:gd name="connsiteY392" fmla="*/ 43073 h 287234"/>
              <a:gd name="connsiteX393" fmla="*/ 47501 w 781740"/>
              <a:gd name="connsiteY393" fmla="*/ 46427 h 287234"/>
              <a:gd name="connsiteX394" fmla="*/ 50997 w 781740"/>
              <a:gd name="connsiteY394" fmla="*/ 74071 h 287234"/>
              <a:gd name="connsiteX395" fmla="*/ 52023 w 781740"/>
              <a:gd name="connsiteY395" fmla="*/ 88779 h 287234"/>
              <a:gd name="connsiteX396" fmla="*/ 55520 w 781740"/>
              <a:gd name="connsiteY396" fmla="*/ 88779 h 287234"/>
              <a:gd name="connsiteX397" fmla="*/ 55659 w 781740"/>
              <a:gd name="connsiteY397" fmla="*/ 74071 h 287234"/>
              <a:gd name="connsiteX398" fmla="*/ 57990 w 781740"/>
              <a:gd name="connsiteY398" fmla="*/ 5822 h 287234"/>
              <a:gd name="connsiteX399" fmla="*/ 62500 w 781740"/>
              <a:gd name="connsiteY399" fmla="*/ 1595 h 287234"/>
              <a:gd name="connsiteX400" fmla="*/ 68327 w 781740"/>
              <a:gd name="connsiteY400" fmla="*/ 1595 h 287234"/>
              <a:gd name="connsiteX401" fmla="*/ 72837 w 781740"/>
              <a:gd name="connsiteY401" fmla="*/ 5962 h 287234"/>
              <a:gd name="connsiteX402" fmla="*/ 71228 w 781740"/>
              <a:gd name="connsiteY402" fmla="*/ 51085 h 287234"/>
              <a:gd name="connsiteX403" fmla="*/ 66427 w 781740"/>
              <a:gd name="connsiteY403" fmla="*/ 101284 h 287234"/>
              <a:gd name="connsiteX404" fmla="*/ 62069 w 781740"/>
              <a:gd name="connsiteY404" fmla="*/ 105221 h 287234"/>
              <a:gd name="connsiteX405" fmla="*/ 45752 w 781740"/>
              <a:gd name="connsiteY405" fmla="*/ 105221 h 287234"/>
              <a:gd name="connsiteX406" fmla="*/ 41813 w 781740"/>
              <a:gd name="connsiteY406" fmla="*/ 101867 h 287234"/>
              <a:gd name="connsiteX407" fmla="*/ 38899 w 781740"/>
              <a:gd name="connsiteY407" fmla="*/ 71160 h 287234"/>
              <a:gd name="connsiteX408" fmla="*/ 38177 w 781740"/>
              <a:gd name="connsiteY408" fmla="*/ 57920 h 287234"/>
              <a:gd name="connsiteX409" fmla="*/ 34668 w 781740"/>
              <a:gd name="connsiteY409" fmla="*/ 57920 h 287234"/>
              <a:gd name="connsiteX410" fmla="*/ 33946 w 781740"/>
              <a:gd name="connsiteY410" fmla="*/ 71160 h 287234"/>
              <a:gd name="connsiteX411" fmla="*/ 31032 w 781740"/>
              <a:gd name="connsiteY411" fmla="*/ 101867 h 287234"/>
              <a:gd name="connsiteX412" fmla="*/ 27092 w 781740"/>
              <a:gd name="connsiteY412" fmla="*/ 105221 h 287234"/>
              <a:gd name="connsiteX413" fmla="*/ 10775 w 781740"/>
              <a:gd name="connsiteY413" fmla="*/ 105221 h 287234"/>
              <a:gd name="connsiteX414" fmla="*/ 6417 w 781740"/>
              <a:gd name="connsiteY414" fmla="*/ 101284 h 287234"/>
              <a:gd name="connsiteX415" fmla="*/ 1616 w 781740"/>
              <a:gd name="connsiteY415" fmla="*/ 51085 h 287234"/>
              <a:gd name="connsiteX416" fmla="*/ 7 w 781740"/>
              <a:gd name="connsiteY416" fmla="*/ 5962 h 287234"/>
              <a:gd name="connsiteX417" fmla="*/ 4517 w 781740"/>
              <a:gd name="connsiteY417" fmla="*/ 1595 h 287234"/>
              <a:gd name="connsiteX418" fmla="*/ 675250 w 781740"/>
              <a:gd name="connsiteY418" fmla="*/ 0 h 287234"/>
              <a:gd name="connsiteX419" fmla="*/ 681078 w 781740"/>
              <a:gd name="connsiteY419" fmla="*/ 0 h 287234"/>
              <a:gd name="connsiteX420" fmla="*/ 704818 w 781740"/>
              <a:gd name="connsiteY420" fmla="*/ 25176 h 287234"/>
              <a:gd name="connsiteX421" fmla="*/ 704818 w 781740"/>
              <a:gd name="connsiteY421" fmla="*/ 34200 h 287234"/>
              <a:gd name="connsiteX422" fmla="*/ 700448 w 781740"/>
              <a:gd name="connsiteY422" fmla="*/ 38567 h 287234"/>
              <a:gd name="connsiteX423" fmla="*/ 694342 w 781740"/>
              <a:gd name="connsiteY423" fmla="*/ 38567 h 287234"/>
              <a:gd name="connsiteX424" fmla="*/ 689971 w 781740"/>
              <a:gd name="connsiteY424" fmla="*/ 34200 h 287234"/>
              <a:gd name="connsiteX425" fmla="*/ 689971 w 781740"/>
              <a:gd name="connsiteY425" fmla="*/ 25176 h 287234"/>
              <a:gd name="connsiteX426" fmla="*/ 680939 w 781740"/>
              <a:gd name="connsiteY426" fmla="*/ 14822 h 287234"/>
              <a:gd name="connsiteX427" fmla="*/ 675390 w 781740"/>
              <a:gd name="connsiteY427" fmla="*/ 14822 h 287234"/>
              <a:gd name="connsiteX428" fmla="*/ 666357 w 781740"/>
              <a:gd name="connsiteY428" fmla="*/ 25176 h 287234"/>
              <a:gd name="connsiteX429" fmla="*/ 666357 w 781740"/>
              <a:gd name="connsiteY429" fmla="*/ 37111 h 287234"/>
              <a:gd name="connsiteX430" fmla="*/ 679773 w 781740"/>
              <a:gd name="connsiteY430" fmla="*/ 37111 h 287234"/>
              <a:gd name="connsiteX431" fmla="*/ 684144 w 781740"/>
              <a:gd name="connsiteY431" fmla="*/ 41478 h 287234"/>
              <a:gd name="connsiteX432" fmla="*/ 684144 w 781740"/>
              <a:gd name="connsiteY432" fmla="*/ 47579 h 287234"/>
              <a:gd name="connsiteX433" fmla="*/ 679773 w 781740"/>
              <a:gd name="connsiteY433" fmla="*/ 51946 h 287234"/>
              <a:gd name="connsiteX434" fmla="*/ 666357 w 781740"/>
              <a:gd name="connsiteY434" fmla="*/ 51946 h 287234"/>
              <a:gd name="connsiteX435" fmla="*/ 666357 w 781740"/>
              <a:gd name="connsiteY435" fmla="*/ 90386 h 287234"/>
              <a:gd name="connsiteX436" fmla="*/ 688666 w 781740"/>
              <a:gd name="connsiteY436" fmla="*/ 90386 h 287234"/>
              <a:gd name="connsiteX437" fmla="*/ 693024 w 781740"/>
              <a:gd name="connsiteY437" fmla="*/ 94753 h 287234"/>
              <a:gd name="connsiteX438" fmla="*/ 693024 w 781740"/>
              <a:gd name="connsiteY438" fmla="*/ 100854 h 287234"/>
              <a:gd name="connsiteX439" fmla="*/ 688666 w 781740"/>
              <a:gd name="connsiteY439" fmla="*/ 105221 h 287234"/>
              <a:gd name="connsiteX440" fmla="*/ 642338 w 781740"/>
              <a:gd name="connsiteY440" fmla="*/ 105221 h 287234"/>
              <a:gd name="connsiteX441" fmla="*/ 638107 w 781740"/>
              <a:gd name="connsiteY441" fmla="*/ 100854 h 287234"/>
              <a:gd name="connsiteX442" fmla="*/ 638107 w 781740"/>
              <a:gd name="connsiteY442" fmla="*/ 94753 h 287234"/>
              <a:gd name="connsiteX443" fmla="*/ 642338 w 781740"/>
              <a:gd name="connsiteY443" fmla="*/ 90386 h 287234"/>
              <a:gd name="connsiteX444" fmla="*/ 651510 w 781740"/>
              <a:gd name="connsiteY444" fmla="*/ 90386 h 287234"/>
              <a:gd name="connsiteX445" fmla="*/ 651510 w 781740"/>
              <a:gd name="connsiteY445" fmla="*/ 51946 h 287234"/>
              <a:gd name="connsiteX446" fmla="*/ 643935 w 781740"/>
              <a:gd name="connsiteY446" fmla="*/ 51946 h 287234"/>
              <a:gd name="connsiteX447" fmla="*/ 639564 w 781740"/>
              <a:gd name="connsiteY447" fmla="*/ 47579 h 287234"/>
              <a:gd name="connsiteX448" fmla="*/ 639564 w 781740"/>
              <a:gd name="connsiteY448" fmla="*/ 41478 h 287234"/>
              <a:gd name="connsiteX449" fmla="*/ 643935 w 781740"/>
              <a:gd name="connsiteY449" fmla="*/ 37111 h 287234"/>
              <a:gd name="connsiteX450" fmla="*/ 651510 w 781740"/>
              <a:gd name="connsiteY450" fmla="*/ 37111 h 287234"/>
              <a:gd name="connsiteX451" fmla="*/ 651510 w 781740"/>
              <a:gd name="connsiteY451" fmla="*/ 25176 h 287234"/>
              <a:gd name="connsiteX452" fmla="*/ 675250 w 781740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40" h="287234">
                <a:moveTo>
                  <a:pt x="16603" y="241237"/>
                </a:moveTo>
                <a:lnTo>
                  <a:pt x="16603" y="270805"/>
                </a:lnTo>
                <a:lnTo>
                  <a:pt x="31463" y="270805"/>
                </a:lnTo>
                <a:cubicBezTo>
                  <a:pt x="37138" y="270805"/>
                  <a:pt x="41800" y="266286"/>
                  <a:pt x="41800" y="260464"/>
                </a:cubicBezTo>
                <a:lnTo>
                  <a:pt x="41800" y="251578"/>
                </a:lnTo>
                <a:cubicBezTo>
                  <a:pt x="41800" y="245756"/>
                  <a:pt x="37138" y="241237"/>
                  <a:pt x="31463" y="241237"/>
                </a:cubicBezTo>
                <a:close/>
                <a:moveTo>
                  <a:pt x="410522" y="224934"/>
                </a:moveTo>
                <a:cubicBezTo>
                  <a:pt x="404835" y="224934"/>
                  <a:pt x="400325" y="229592"/>
                  <a:pt x="400325" y="235275"/>
                </a:cubicBezTo>
                <a:lnTo>
                  <a:pt x="400325" y="241250"/>
                </a:lnTo>
                <a:lnTo>
                  <a:pt x="424090" y="241250"/>
                </a:lnTo>
                <a:lnTo>
                  <a:pt x="424090" y="235275"/>
                </a:lnTo>
                <a:cubicBezTo>
                  <a:pt x="424090" y="229592"/>
                  <a:pt x="419416" y="224934"/>
                  <a:pt x="413728" y="224934"/>
                </a:cubicBezTo>
                <a:close/>
                <a:moveTo>
                  <a:pt x="236385" y="211416"/>
                </a:moveTo>
                <a:lnTo>
                  <a:pt x="263178" y="211416"/>
                </a:lnTo>
                <a:cubicBezTo>
                  <a:pt x="265648" y="211416"/>
                  <a:pt x="267549" y="213302"/>
                  <a:pt x="267549" y="215783"/>
                </a:cubicBezTo>
                <a:lnTo>
                  <a:pt x="267549" y="270805"/>
                </a:lnTo>
                <a:lnTo>
                  <a:pt x="283865" y="270805"/>
                </a:lnTo>
                <a:cubicBezTo>
                  <a:pt x="286196" y="270805"/>
                  <a:pt x="288236" y="272842"/>
                  <a:pt x="288236" y="275311"/>
                </a:cubicBezTo>
                <a:lnTo>
                  <a:pt x="288236" y="281272"/>
                </a:lnTo>
                <a:cubicBezTo>
                  <a:pt x="288236" y="283740"/>
                  <a:pt x="286336" y="285626"/>
                  <a:pt x="283865" y="285626"/>
                </a:cubicBezTo>
                <a:lnTo>
                  <a:pt x="230266" y="285626"/>
                </a:lnTo>
                <a:cubicBezTo>
                  <a:pt x="227783" y="285626"/>
                  <a:pt x="225895" y="283740"/>
                  <a:pt x="225895" y="281272"/>
                </a:cubicBezTo>
                <a:lnTo>
                  <a:pt x="225895" y="275171"/>
                </a:lnTo>
                <a:cubicBezTo>
                  <a:pt x="225895" y="272691"/>
                  <a:pt x="227783" y="270805"/>
                  <a:pt x="230266" y="270805"/>
                </a:cubicBezTo>
                <a:lnTo>
                  <a:pt x="252701" y="270805"/>
                </a:lnTo>
                <a:lnTo>
                  <a:pt x="252701" y="226238"/>
                </a:lnTo>
                <a:lnTo>
                  <a:pt x="236233" y="226238"/>
                </a:lnTo>
                <a:cubicBezTo>
                  <a:pt x="233762" y="226238"/>
                  <a:pt x="231862" y="224352"/>
                  <a:pt x="231862" y="221884"/>
                </a:cubicBezTo>
                <a:lnTo>
                  <a:pt x="231862" y="215783"/>
                </a:lnTo>
                <a:cubicBezTo>
                  <a:pt x="231862" y="213302"/>
                  <a:pt x="233902" y="211416"/>
                  <a:pt x="236385" y="211416"/>
                </a:cubicBezTo>
                <a:close/>
                <a:moveTo>
                  <a:pt x="82250" y="211416"/>
                </a:moveTo>
                <a:lnTo>
                  <a:pt x="88356" y="211416"/>
                </a:lnTo>
                <a:cubicBezTo>
                  <a:pt x="90827" y="211416"/>
                  <a:pt x="92727" y="213302"/>
                  <a:pt x="92727" y="215783"/>
                </a:cubicBezTo>
                <a:lnTo>
                  <a:pt x="92727" y="262071"/>
                </a:lnTo>
                <a:cubicBezTo>
                  <a:pt x="92727" y="267741"/>
                  <a:pt x="97237" y="272399"/>
                  <a:pt x="103077" y="272399"/>
                </a:cubicBezTo>
                <a:lnTo>
                  <a:pt x="105990" y="272399"/>
                </a:lnTo>
                <a:cubicBezTo>
                  <a:pt x="111678" y="272399"/>
                  <a:pt x="116480" y="267741"/>
                  <a:pt x="116480" y="262058"/>
                </a:cubicBezTo>
                <a:lnTo>
                  <a:pt x="116480" y="215783"/>
                </a:lnTo>
                <a:cubicBezTo>
                  <a:pt x="116480" y="213454"/>
                  <a:pt x="118380" y="211416"/>
                  <a:pt x="120850" y="211416"/>
                </a:cubicBezTo>
                <a:lnTo>
                  <a:pt x="126817" y="211416"/>
                </a:lnTo>
                <a:cubicBezTo>
                  <a:pt x="129148" y="211416"/>
                  <a:pt x="131327" y="213454"/>
                  <a:pt x="131327" y="215783"/>
                </a:cubicBezTo>
                <a:lnTo>
                  <a:pt x="131327" y="281272"/>
                </a:lnTo>
                <a:cubicBezTo>
                  <a:pt x="131327" y="283740"/>
                  <a:pt x="129439" y="285639"/>
                  <a:pt x="126956" y="285639"/>
                </a:cubicBezTo>
                <a:lnTo>
                  <a:pt x="120850" y="285639"/>
                </a:lnTo>
                <a:cubicBezTo>
                  <a:pt x="119685" y="285639"/>
                  <a:pt x="118380" y="285057"/>
                  <a:pt x="117645" y="284183"/>
                </a:cubicBezTo>
                <a:cubicBezTo>
                  <a:pt x="114149" y="286069"/>
                  <a:pt x="110222" y="287234"/>
                  <a:pt x="105990" y="287234"/>
                </a:cubicBezTo>
                <a:lnTo>
                  <a:pt x="103077" y="287234"/>
                </a:lnTo>
                <a:cubicBezTo>
                  <a:pt x="89230" y="287234"/>
                  <a:pt x="77880" y="276045"/>
                  <a:pt x="77880" y="262071"/>
                </a:cubicBezTo>
                <a:lnTo>
                  <a:pt x="77880" y="215783"/>
                </a:lnTo>
                <a:cubicBezTo>
                  <a:pt x="77880" y="213302"/>
                  <a:pt x="79767" y="211416"/>
                  <a:pt x="82250" y="211416"/>
                </a:cubicBezTo>
                <a:close/>
                <a:moveTo>
                  <a:pt x="563796" y="210100"/>
                </a:moveTo>
                <a:lnTo>
                  <a:pt x="565404" y="210100"/>
                </a:lnTo>
                <a:cubicBezTo>
                  <a:pt x="578377" y="210100"/>
                  <a:pt x="590450" y="218973"/>
                  <a:pt x="590450" y="233959"/>
                </a:cubicBezTo>
                <a:cubicBezTo>
                  <a:pt x="590450" y="236440"/>
                  <a:pt x="588562" y="238326"/>
                  <a:pt x="586092" y="238326"/>
                </a:cubicBezTo>
                <a:lnTo>
                  <a:pt x="579973" y="238326"/>
                </a:lnTo>
                <a:cubicBezTo>
                  <a:pt x="577503" y="238326"/>
                  <a:pt x="575615" y="236440"/>
                  <a:pt x="575615" y="233959"/>
                </a:cubicBezTo>
                <a:cubicBezTo>
                  <a:pt x="575615" y="228719"/>
                  <a:pt x="571967" y="224934"/>
                  <a:pt x="565404" y="224934"/>
                </a:cubicBezTo>
                <a:lnTo>
                  <a:pt x="563796" y="224934"/>
                </a:lnTo>
                <a:cubicBezTo>
                  <a:pt x="556942" y="224934"/>
                  <a:pt x="553446" y="228428"/>
                  <a:pt x="553446" y="233237"/>
                </a:cubicBezTo>
                <a:cubicBezTo>
                  <a:pt x="553446" y="243718"/>
                  <a:pt x="592058" y="238035"/>
                  <a:pt x="592058" y="263375"/>
                </a:cubicBezTo>
                <a:cubicBezTo>
                  <a:pt x="592058" y="278222"/>
                  <a:pt x="579682" y="287234"/>
                  <a:pt x="566722" y="287234"/>
                </a:cubicBezTo>
                <a:lnTo>
                  <a:pt x="562199" y="287234"/>
                </a:lnTo>
                <a:cubicBezTo>
                  <a:pt x="549227" y="287234"/>
                  <a:pt x="537154" y="278222"/>
                  <a:pt x="537154" y="263375"/>
                </a:cubicBezTo>
                <a:lnTo>
                  <a:pt x="537154" y="261780"/>
                </a:lnTo>
                <a:cubicBezTo>
                  <a:pt x="537154" y="259299"/>
                  <a:pt x="539042" y="257413"/>
                  <a:pt x="541512" y="257413"/>
                </a:cubicBezTo>
                <a:lnTo>
                  <a:pt x="547631" y="257413"/>
                </a:lnTo>
                <a:cubicBezTo>
                  <a:pt x="550101" y="257413"/>
                  <a:pt x="551989" y="259299"/>
                  <a:pt x="551989" y="261780"/>
                </a:cubicBezTo>
                <a:lnTo>
                  <a:pt x="551989" y="263375"/>
                </a:lnTo>
                <a:cubicBezTo>
                  <a:pt x="551989" y="268324"/>
                  <a:pt x="555637" y="272399"/>
                  <a:pt x="562199" y="272399"/>
                </a:cubicBezTo>
                <a:lnTo>
                  <a:pt x="566722" y="272399"/>
                </a:lnTo>
                <a:cubicBezTo>
                  <a:pt x="573271" y="272399"/>
                  <a:pt x="577211" y="268324"/>
                  <a:pt x="577211" y="263375"/>
                </a:cubicBezTo>
                <a:cubicBezTo>
                  <a:pt x="577211" y="252743"/>
                  <a:pt x="538611" y="258717"/>
                  <a:pt x="538611" y="233237"/>
                </a:cubicBezTo>
                <a:cubicBezTo>
                  <a:pt x="538611" y="218251"/>
                  <a:pt x="550975" y="210100"/>
                  <a:pt x="563796" y="210100"/>
                </a:cubicBezTo>
                <a:close/>
                <a:moveTo>
                  <a:pt x="488331" y="210100"/>
                </a:moveTo>
                <a:lnTo>
                  <a:pt x="489940" y="210100"/>
                </a:lnTo>
                <a:cubicBezTo>
                  <a:pt x="502912" y="210100"/>
                  <a:pt x="514985" y="218973"/>
                  <a:pt x="514985" y="233959"/>
                </a:cubicBezTo>
                <a:cubicBezTo>
                  <a:pt x="514985" y="236440"/>
                  <a:pt x="513097" y="238326"/>
                  <a:pt x="510627" y="238326"/>
                </a:cubicBezTo>
                <a:lnTo>
                  <a:pt x="504508" y="238326"/>
                </a:lnTo>
                <a:cubicBezTo>
                  <a:pt x="502038" y="238326"/>
                  <a:pt x="500150" y="236440"/>
                  <a:pt x="500150" y="233959"/>
                </a:cubicBezTo>
                <a:cubicBezTo>
                  <a:pt x="500150" y="228719"/>
                  <a:pt x="496502" y="224934"/>
                  <a:pt x="489940" y="224934"/>
                </a:cubicBezTo>
                <a:lnTo>
                  <a:pt x="488331" y="224934"/>
                </a:lnTo>
                <a:cubicBezTo>
                  <a:pt x="481477" y="224934"/>
                  <a:pt x="477981" y="228428"/>
                  <a:pt x="477981" y="233237"/>
                </a:cubicBezTo>
                <a:cubicBezTo>
                  <a:pt x="477981" y="243718"/>
                  <a:pt x="516594" y="238035"/>
                  <a:pt x="516594" y="263375"/>
                </a:cubicBezTo>
                <a:cubicBezTo>
                  <a:pt x="516594" y="278222"/>
                  <a:pt x="504217" y="287234"/>
                  <a:pt x="491257" y="287234"/>
                </a:cubicBezTo>
                <a:lnTo>
                  <a:pt x="486735" y="287234"/>
                </a:lnTo>
                <a:cubicBezTo>
                  <a:pt x="473762" y="287234"/>
                  <a:pt x="461689" y="278222"/>
                  <a:pt x="461689" y="263375"/>
                </a:cubicBezTo>
                <a:lnTo>
                  <a:pt x="461689" y="261780"/>
                </a:lnTo>
                <a:cubicBezTo>
                  <a:pt x="461689" y="259299"/>
                  <a:pt x="463577" y="257413"/>
                  <a:pt x="466047" y="257413"/>
                </a:cubicBezTo>
                <a:lnTo>
                  <a:pt x="472166" y="257413"/>
                </a:lnTo>
                <a:cubicBezTo>
                  <a:pt x="474636" y="257413"/>
                  <a:pt x="476524" y="259299"/>
                  <a:pt x="476524" y="261780"/>
                </a:cubicBezTo>
                <a:lnTo>
                  <a:pt x="476524" y="263375"/>
                </a:lnTo>
                <a:cubicBezTo>
                  <a:pt x="476524" y="268324"/>
                  <a:pt x="480172" y="272399"/>
                  <a:pt x="486735" y="272399"/>
                </a:cubicBezTo>
                <a:lnTo>
                  <a:pt x="491257" y="272399"/>
                </a:lnTo>
                <a:cubicBezTo>
                  <a:pt x="497807" y="272399"/>
                  <a:pt x="501747" y="268324"/>
                  <a:pt x="501747" y="263375"/>
                </a:cubicBezTo>
                <a:cubicBezTo>
                  <a:pt x="501747" y="252743"/>
                  <a:pt x="463146" y="258717"/>
                  <a:pt x="463146" y="233237"/>
                </a:cubicBezTo>
                <a:cubicBezTo>
                  <a:pt x="463146" y="218251"/>
                  <a:pt x="475511" y="210100"/>
                  <a:pt x="488331" y="210100"/>
                </a:cubicBezTo>
                <a:close/>
                <a:moveTo>
                  <a:pt x="410522" y="210100"/>
                </a:moveTo>
                <a:lnTo>
                  <a:pt x="413728" y="210100"/>
                </a:lnTo>
                <a:cubicBezTo>
                  <a:pt x="427574" y="210100"/>
                  <a:pt x="438785" y="221441"/>
                  <a:pt x="438785" y="235275"/>
                </a:cubicBezTo>
                <a:lnTo>
                  <a:pt x="438785" y="251717"/>
                </a:lnTo>
                <a:cubicBezTo>
                  <a:pt x="438785" y="254198"/>
                  <a:pt x="436885" y="256084"/>
                  <a:pt x="434415" y="256084"/>
                </a:cubicBezTo>
                <a:lnTo>
                  <a:pt x="400325" y="256084"/>
                </a:lnTo>
                <a:lnTo>
                  <a:pt x="400325" y="262058"/>
                </a:lnTo>
                <a:cubicBezTo>
                  <a:pt x="400325" y="267741"/>
                  <a:pt x="404835" y="272399"/>
                  <a:pt x="410522" y="272399"/>
                </a:cubicBezTo>
                <a:lnTo>
                  <a:pt x="413728" y="272399"/>
                </a:lnTo>
                <a:cubicBezTo>
                  <a:pt x="421025" y="272399"/>
                  <a:pt x="423495" y="265552"/>
                  <a:pt x="423647" y="264678"/>
                </a:cubicBezTo>
                <a:cubicBezTo>
                  <a:pt x="424229" y="262350"/>
                  <a:pt x="426700" y="261033"/>
                  <a:pt x="429031" y="261628"/>
                </a:cubicBezTo>
                <a:lnTo>
                  <a:pt x="434845" y="262932"/>
                </a:lnTo>
                <a:cubicBezTo>
                  <a:pt x="437176" y="263514"/>
                  <a:pt x="438633" y="266286"/>
                  <a:pt x="438051" y="268476"/>
                </a:cubicBezTo>
                <a:cubicBezTo>
                  <a:pt x="434998" y="279386"/>
                  <a:pt x="425243" y="287234"/>
                  <a:pt x="413728" y="287234"/>
                </a:cubicBezTo>
                <a:lnTo>
                  <a:pt x="410522" y="287234"/>
                </a:lnTo>
                <a:cubicBezTo>
                  <a:pt x="396676" y="287234"/>
                  <a:pt x="385477" y="275893"/>
                  <a:pt x="385477" y="262058"/>
                </a:cubicBezTo>
                <a:lnTo>
                  <a:pt x="385477" y="235275"/>
                </a:lnTo>
                <a:cubicBezTo>
                  <a:pt x="385477" y="221441"/>
                  <a:pt x="396676" y="210100"/>
                  <a:pt x="410522" y="210100"/>
                </a:cubicBezTo>
                <a:close/>
                <a:moveTo>
                  <a:pt x="334044" y="210100"/>
                </a:moveTo>
                <a:lnTo>
                  <a:pt x="336958" y="210100"/>
                </a:lnTo>
                <a:cubicBezTo>
                  <a:pt x="350804" y="210100"/>
                  <a:pt x="362155" y="221441"/>
                  <a:pt x="362155" y="235275"/>
                </a:cubicBezTo>
                <a:lnTo>
                  <a:pt x="362155" y="281272"/>
                </a:lnTo>
                <a:cubicBezTo>
                  <a:pt x="362155" y="283740"/>
                  <a:pt x="360407" y="285639"/>
                  <a:pt x="357785" y="285639"/>
                </a:cubicBezTo>
                <a:lnTo>
                  <a:pt x="351679" y="285639"/>
                </a:lnTo>
                <a:cubicBezTo>
                  <a:pt x="349196" y="285639"/>
                  <a:pt x="347308" y="283740"/>
                  <a:pt x="347308" y="281272"/>
                </a:cubicBezTo>
                <a:lnTo>
                  <a:pt x="347308" y="235275"/>
                </a:lnTo>
                <a:cubicBezTo>
                  <a:pt x="347308" y="229592"/>
                  <a:pt x="342785" y="224934"/>
                  <a:pt x="336958" y="224934"/>
                </a:cubicBezTo>
                <a:lnTo>
                  <a:pt x="334044" y="224934"/>
                </a:lnTo>
                <a:cubicBezTo>
                  <a:pt x="328356" y="224934"/>
                  <a:pt x="323542" y="229592"/>
                  <a:pt x="323542" y="235275"/>
                </a:cubicBezTo>
                <a:lnTo>
                  <a:pt x="323542" y="281272"/>
                </a:lnTo>
                <a:cubicBezTo>
                  <a:pt x="323542" y="283740"/>
                  <a:pt x="321655" y="285639"/>
                  <a:pt x="319184" y="285639"/>
                </a:cubicBezTo>
                <a:lnTo>
                  <a:pt x="313066" y="285639"/>
                </a:lnTo>
                <a:cubicBezTo>
                  <a:pt x="310595" y="285639"/>
                  <a:pt x="308708" y="283740"/>
                  <a:pt x="308708" y="281272"/>
                </a:cubicBezTo>
                <a:lnTo>
                  <a:pt x="308708" y="215783"/>
                </a:lnTo>
                <a:cubicBezTo>
                  <a:pt x="308708" y="213302"/>
                  <a:pt x="310735" y="211416"/>
                  <a:pt x="313218" y="211416"/>
                </a:cubicBezTo>
                <a:lnTo>
                  <a:pt x="319184" y="211416"/>
                </a:lnTo>
                <a:cubicBezTo>
                  <a:pt x="320337" y="211416"/>
                  <a:pt x="321655" y="211998"/>
                  <a:pt x="322377" y="212872"/>
                </a:cubicBezTo>
                <a:cubicBezTo>
                  <a:pt x="325873" y="210973"/>
                  <a:pt x="329813" y="210100"/>
                  <a:pt x="334044" y="210100"/>
                </a:cubicBezTo>
                <a:close/>
                <a:moveTo>
                  <a:pt x="179846" y="210100"/>
                </a:moveTo>
                <a:lnTo>
                  <a:pt x="181455" y="210100"/>
                </a:lnTo>
                <a:cubicBezTo>
                  <a:pt x="194427" y="210100"/>
                  <a:pt x="206500" y="218973"/>
                  <a:pt x="206500" y="233959"/>
                </a:cubicBezTo>
                <a:cubicBezTo>
                  <a:pt x="206500" y="236440"/>
                  <a:pt x="204613" y="238326"/>
                  <a:pt x="202142" y="238326"/>
                </a:cubicBezTo>
                <a:lnTo>
                  <a:pt x="196024" y="238326"/>
                </a:lnTo>
                <a:cubicBezTo>
                  <a:pt x="193553" y="238326"/>
                  <a:pt x="191653" y="236440"/>
                  <a:pt x="191653" y="233959"/>
                </a:cubicBezTo>
                <a:cubicBezTo>
                  <a:pt x="191653" y="228719"/>
                  <a:pt x="188017" y="224934"/>
                  <a:pt x="181455" y="224934"/>
                </a:cubicBezTo>
                <a:lnTo>
                  <a:pt x="179846" y="224934"/>
                </a:lnTo>
                <a:cubicBezTo>
                  <a:pt x="172993" y="224934"/>
                  <a:pt x="169496" y="228428"/>
                  <a:pt x="169496" y="233237"/>
                </a:cubicBezTo>
                <a:cubicBezTo>
                  <a:pt x="169496" y="243718"/>
                  <a:pt x="208109" y="238035"/>
                  <a:pt x="208109" y="263375"/>
                </a:cubicBezTo>
                <a:cubicBezTo>
                  <a:pt x="208109" y="278222"/>
                  <a:pt x="195732" y="287234"/>
                  <a:pt x="182760" y="287234"/>
                </a:cubicBezTo>
                <a:lnTo>
                  <a:pt x="178250" y="287234"/>
                </a:lnTo>
                <a:cubicBezTo>
                  <a:pt x="165278" y="287234"/>
                  <a:pt x="153192" y="278222"/>
                  <a:pt x="153192" y="263375"/>
                </a:cubicBezTo>
                <a:lnTo>
                  <a:pt x="153192" y="261780"/>
                </a:lnTo>
                <a:cubicBezTo>
                  <a:pt x="153192" y="259299"/>
                  <a:pt x="155093" y="257413"/>
                  <a:pt x="157563" y="257413"/>
                </a:cubicBezTo>
                <a:lnTo>
                  <a:pt x="163682" y="257413"/>
                </a:lnTo>
                <a:cubicBezTo>
                  <a:pt x="166152" y="257413"/>
                  <a:pt x="168040" y="259299"/>
                  <a:pt x="168040" y="261780"/>
                </a:cubicBezTo>
                <a:lnTo>
                  <a:pt x="168040" y="263375"/>
                </a:lnTo>
                <a:cubicBezTo>
                  <a:pt x="168040" y="268324"/>
                  <a:pt x="171688" y="272399"/>
                  <a:pt x="178250" y="272399"/>
                </a:cubicBezTo>
                <a:lnTo>
                  <a:pt x="182760" y="272399"/>
                </a:lnTo>
                <a:cubicBezTo>
                  <a:pt x="189322" y="272399"/>
                  <a:pt x="193262" y="268324"/>
                  <a:pt x="193262" y="263375"/>
                </a:cubicBezTo>
                <a:cubicBezTo>
                  <a:pt x="193262" y="252743"/>
                  <a:pt x="154649" y="258717"/>
                  <a:pt x="154649" y="233237"/>
                </a:cubicBezTo>
                <a:cubicBezTo>
                  <a:pt x="154649" y="218251"/>
                  <a:pt x="167026" y="210100"/>
                  <a:pt x="179846" y="210100"/>
                </a:cubicBezTo>
                <a:close/>
                <a:moveTo>
                  <a:pt x="16603" y="196835"/>
                </a:moveTo>
                <a:lnTo>
                  <a:pt x="16603" y="226402"/>
                </a:lnTo>
                <a:lnTo>
                  <a:pt x="29854" y="226402"/>
                </a:lnTo>
                <a:cubicBezTo>
                  <a:pt x="35682" y="226402"/>
                  <a:pt x="40204" y="221605"/>
                  <a:pt x="40204" y="215922"/>
                </a:cubicBezTo>
                <a:lnTo>
                  <a:pt x="40204" y="207037"/>
                </a:lnTo>
                <a:cubicBezTo>
                  <a:pt x="40204" y="201353"/>
                  <a:pt x="35682" y="196835"/>
                  <a:pt x="29854" y="196835"/>
                </a:cubicBezTo>
                <a:close/>
                <a:moveTo>
                  <a:pt x="252701" y="182013"/>
                </a:moveTo>
                <a:lnTo>
                  <a:pt x="264483" y="182013"/>
                </a:lnTo>
                <a:cubicBezTo>
                  <a:pt x="266966" y="182013"/>
                  <a:pt x="268853" y="183899"/>
                  <a:pt x="268853" y="186380"/>
                </a:cubicBezTo>
                <a:lnTo>
                  <a:pt x="268853" y="198316"/>
                </a:lnTo>
                <a:cubicBezTo>
                  <a:pt x="268853" y="200784"/>
                  <a:pt x="266966" y="202683"/>
                  <a:pt x="264483" y="202683"/>
                </a:cubicBezTo>
                <a:lnTo>
                  <a:pt x="252701" y="202683"/>
                </a:lnTo>
                <a:cubicBezTo>
                  <a:pt x="250218" y="202683"/>
                  <a:pt x="248179" y="200784"/>
                  <a:pt x="248179" y="198316"/>
                </a:cubicBezTo>
                <a:lnTo>
                  <a:pt x="248179" y="186380"/>
                </a:lnTo>
                <a:cubicBezTo>
                  <a:pt x="248179" y="183899"/>
                  <a:pt x="250218" y="182013"/>
                  <a:pt x="252701" y="182013"/>
                </a:cubicBezTo>
                <a:close/>
                <a:moveTo>
                  <a:pt x="6127" y="182013"/>
                </a:moveTo>
                <a:lnTo>
                  <a:pt x="29854" y="182013"/>
                </a:lnTo>
                <a:cubicBezTo>
                  <a:pt x="43840" y="182013"/>
                  <a:pt x="55064" y="193063"/>
                  <a:pt x="55064" y="207037"/>
                </a:cubicBezTo>
                <a:lnTo>
                  <a:pt x="55064" y="215922"/>
                </a:lnTo>
                <a:cubicBezTo>
                  <a:pt x="55064" y="222618"/>
                  <a:pt x="52581" y="228440"/>
                  <a:pt x="48502" y="232946"/>
                </a:cubicBezTo>
                <a:cubicBezTo>
                  <a:pt x="53455" y="237604"/>
                  <a:pt x="56660" y="244300"/>
                  <a:pt x="56660" y="251578"/>
                </a:cubicBezTo>
                <a:lnTo>
                  <a:pt x="56660" y="260464"/>
                </a:lnTo>
                <a:cubicBezTo>
                  <a:pt x="56660" y="274298"/>
                  <a:pt x="45297" y="285639"/>
                  <a:pt x="31463" y="285639"/>
                </a:cubicBezTo>
                <a:lnTo>
                  <a:pt x="6127" y="285639"/>
                </a:lnTo>
                <a:cubicBezTo>
                  <a:pt x="3656" y="285639"/>
                  <a:pt x="1756" y="283740"/>
                  <a:pt x="1756" y="281272"/>
                </a:cubicBezTo>
                <a:lnTo>
                  <a:pt x="1756" y="186380"/>
                </a:lnTo>
                <a:cubicBezTo>
                  <a:pt x="1756" y="183899"/>
                  <a:pt x="3656" y="182013"/>
                  <a:pt x="6127" y="182013"/>
                </a:cubicBezTo>
                <a:close/>
                <a:moveTo>
                  <a:pt x="598772" y="68692"/>
                </a:moveTo>
                <a:cubicBezTo>
                  <a:pt x="592071" y="72046"/>
                  <a:pt x="587257" y="72337"/>
                  <a:pt x="581721" y="74666"/>
                </a:cubicBezTo>
                <a:cubicBezTo>
                  <a:pt x="577338" y="76552"/>
                  <a:pt x="575159" y="79906"/>
                  <a:pt x="575159" y="82969"/>
                </a:cubicBezTo>
                <a:lnTo>
                  <a:pt x="575159" y="85298"/>
                </a:lnTo>
                <a:cubicBezTo>
                  <a:pt x="575159" y="88057"/>
                  <a:pt x="577338" y="91994"/>
                  <a:pt x="582595" y="91994"/>
                </a:cubicBezTo>
                <a:lnTo>
                  <a:pt x="585357" y="91994"/>
                </a:lnTo>
                <a:cubicBezTo>
                  <a:pt x="592653" y="91994"/>
                  <a:pt x="598772" y="87766"/>
                  <a:pt x="598772" y="81488"/>
                </a:cubicBezTo>
                <a:close/>
                <a:moveTo>
                  <a:pt x="98060" y="30998"/>
                </a:moveTo>
                <a:lnTo>
                  <a:pt x="124853" y="30998"/>
                </a:lnTo>
                <a:cubicBezTo>
                  <a:pt x="127323" y="30998"/>
                  <a:pt x="129211" y="32897"/>
                  <a:pt x="129211" y="35365"/>
                </a:cubicBezTo>
                <a:lnTo>
                  <a:pt x="129211" y="90386"/>
                </a:lnTo>
                <a:lnTo>
                  <a:pt x="145528" y="90386"/>
                </a:lnTo>
                <a:cubicBezTo>
                  <a:pt x="147859" y="90386"/>
                  <a:pt x="149898" y="92424"/>
                  <a:pt x="149898" y="94892"/>
                </a:cubicBezTo>
                <a:lnTo>
                  <a:pt x="149898" y="100854"/>
                </a:lnTo>
                <a:cubicBezTo>
                  <a:pt x="149898" y="103335"/>
                  <a:pt x="148010" y="105221"/>
                  <a:pt x="145528" y="105221"/>
                </a:cubicBezTo>
                <a:lnTo>
                  <a:pt x="91941" y="105221"/>
                </a:lnTo>
                <a:cubicBezTo>
                  <a:pt x="89458" y="105221"/>
                  <a:pt x="87570" y="103335"/>
                  <a:pt x="87570" y="100854"/>
                </a:cubicBezTo>
                <a:lnTo>
                  <a:pt x="87570" y="94753"/>
                </a:lnTo>
                <a:cubicBezTo>
                  <a:pt x="87570" y="92285"/>
                  <a:pt x="89458" y="90386"/>
                  <a:pt x="91941" y="90386"/>
                </a:cubicBezTo>
                <a:lnTo>
                  <a:pt x="114376" y="90386"/>
                </a:lnTo>
                <a:lnTo>
                  <a:pt x="114376" y="45832"/>
                </a:lnTo>
                <a:lnTo>
                  <a:pt x="97908" y="45832"/>
                </a:lnTo>
                <a:cubicBezTo>
                  <a:pt x="95437" y="45832"/>
                  <a:pt x="93537" y="43946"/>
                  <a:pt x="93537" y="41466"/>
                </a:cubicBezTo>
                <a:lnTo>
                  <a:pt x="93537" y="35365"/>
                </a:lnTo>
                <a:cubicBezTo>
                  <a:pt x="93537" y="32897"/>
                  <a:pt x="95577" y="30998"/>
                  <a:pt x="98060" y="30998"/>
                </a:cubicBezTo>
                <a:close/>
                <a:moveTo>
                  <a:pt x="586965" y="29694"/>
                </a:moveTo>
                <a:lnTo>
                  <a:pt x="588574" y="29694"/>
                </a:lnTo>
                <a:cubicBezTo>
                  <a:pt x="601534" y="29694"/>
                  <a:pt x="613619" y="38554"/>
                  <a:pt x="613619" y="53402"/>
                </a:cubicBezTo>
                <a:lnTo>
                  <a:pt x="613619" y="88931"/>
                </a:lnTo>
                <a:cubicBezTo>
                  <a:pt x="613619" y="89665"/>
                  <a:pt x="614342" y="90386"/>
                  <a:pt x="615216" y="90386"/>
                </a:cubicBezTo>
                <a:cubicBezTo>
                  <a:pt x="617547" y="90386"/>
                  <a:pt x="619586" y="92285"/>
                  <a:pt x="619586" y="94753"/>
                </a:cubicBezTo>
                <a:lnTo>
                  <a:pt x="619586" y="100854"/>
                </a:lnTo>
                <a:cubicBezTo>
                  <a:pt x="619586" y="103322"/>
                  <a:pt x="617699" y="105221"/>
                  <a:pt x="615216" y="105221"/>
                </a:cubicBezTo>
                <a:lnTo>
                  <a:pt x="612163" y="105221"/>
                </a:lnTo>
                <a:cubicBezTo>
                  <a:pt x="608375" y="105221"/>
                  <a:pt x="605030" y="103613"/>
                  <a:pt x="602560" y="101145"/>
                </a:cubicBezTo>
                <a:cubicBezTo>
                  <a:pt x="597467" y="104639"/>
                  <a:pt x="591336" y="106816"/>
                  <a:pt x="585357" y="106816"/>
                </a:cubicBezTo>
                <a:lnTo>
                  <a:pt x="582443" y="106816"/>
                </a:lnTo>
                <a:cubicBezTo>
                  <a:pt x="570066" y="106816"/>
                  <a:pt x="560311" y="97955"/>
                  <a:pt x="560311" y="86020"/>
                </a:cubicBezTo>
                <a:lnTo>
                  <a:pt x="560311" y="82969"/>
                </a:lnTo>
                <a:cubicBezTo>
                  <a:pt x="560311" y="68400"/>
                  <a:pt x="571954" y="63882"/>
                  <a:pt x="581721" y="60971"/>
                </a:cubicBezTo>
                <a:cubicBezTo>
                  <a:pt x="584191" y="60249"/>
                  <a:pt x="598772" y="58059"/>
                  <a:pt x="598772" y="52680"/>
                </a:cubicBezTo>
                <a:cubicBezTo>
                  <a:pt x="598772" y="47579"/>
                  <a:pt x="595124" y="44516"/>
                  <a:pt x="588574" y="44516"/>
                </a:cubicBezTo>
                <a:lnTo>
                  <a:pt x="586965" y="44516"/>
                </a:lnTo>
                <a:cubicBezTo>
                  <a:pt x="581277" y="44516"/>
                  <a:pt x="576616" y="49035"/>
                  <a:pt x="576616" y="54857"/>
                </a:cubicBezTo>
                <a:cubicBezTo>
                  <a:pt x="576616" y="57477"/>
                  <a:pt x="574715" y="59224"/>
                  <a:pt x="572245" y="59224"/>
                </a:cubicBezTo>
                <a:lnTo>
                  <a:pt x="566139" y="59224"/>
                </a:lnTo>
                <a:cubicBezTo>
                  <a:pt x="563656" y="59224"/>
                  <a:pt x="561768" y="57477"/>
                  <a:pt x="561768" y="54857"/>
                </a:cubicBezTo>
                <a:cubicBezTo>
                  <a:pt x="561768" y="40883"/>
                  <a:pt x="572980" y="29694"/>
                  <a:pt x="586965" y="29694"/>
                </a:cubicBezTo>
                <a:close/>
                <a:moveTo>
                  <a:pt x="432248" y="29694"/>
                </a:moveTo>
                <a:lnTo>
                  <a:pt x="435453" y="29694"/>
                </a:lnTo>
                <a:cubicBezTo>
                  <a:pt x="449300" y="29694"/>
                  <a:pt x="460498" y="40883"/>
                  <a:pt x="460498" y="54857"/>
                </a:cubicBezTo>
                <a:cubicBezTo>
                  <a:pt x="460498" y="57477"/>
                  <a:pt x="458459" y="59224"/>
                  <a:pt x="456140" y="59224"/>
                </a:cubicBezTo>
                <a:lnTo>
                  <a:pt x="450022" y="59224"/>
                </a:lnTo>
                <a:cubicBezTo>
                  <a:pt x="447551" y="59224"/>
                  <a:pt x="445664" y="57477"/>
                  <a:pt x="445664" y="54857"/>
                </a:cubicBezTo>
                <a:cubicBezTo>
                  <a:pt x="445664" y="49187"/>
                  <a:pt x="441141" y="44516"/>
                  <a:pt x="435453" y="44516"/>
                </a:cubicBezTo>
                <a:lnTo>
                  <a:pt x="432248" y="44516"/>
                </a:lnTo>
                <a:cubicBezTo>
                  <a:pt x="426560" y="44516"/>
                  <a:pt x="422038" y="49187"/>
                  <a:pt x="422038" y="54857"/>
                </a:cubicBezTo>
                <a:lnTo>
                  <a:pt x="422038" y="81653"/>
                </a:lnTo>
                <a:cubicBezTo>
                  <a:pt x="422038" y="87336"/>
                  <a:pt x="426560" y="91994"/>
                  <a:pt x="432248" y="91994"/>
                </a:cubicBezTo>
                <a:lnTo>
                  <a:pt x="435453" y="91994"/>
                </a:lnTo>
                <a:cubicBezTo>
                  <a:pt x="441141" y="91994"/>
                  <a:pt x="445664" y="87336"/>
                  <a:pt x="445664" y="81653"/>
                </a:cubicBezTo>
                <a:cubicBezTo>
                  <a:pt x="445664" y="79172"/>
                  <a:pt x="447551" y="77134"/>
                  <a:pt x="450022" y="77134"/>
                </a:cubicBezTo>
                <a:lnTo>
                  <a:pt x="456140" y="77134"/>
                </a:lnTo>
                <a:cubicBezTo>
                  <a:pt x="458459" y="77134"/>
                  <a:pt x="460498" y="79172"/>
                  <a:pt x="460498" y="81653"/>
                </a:cubicBezTo>
                <a:cubicBezTo>
                  <a:pt x="460498" y="95475"/>
                  <a:pt x="449300" y="106816"/>
                  <a:pt x="435453" y="106816"/>
                </a:cubicBezTo>
                <a:lnTo>
                  <a:pt x="432248" y="106816"/>
                </a:lnTo>
                <a:cubicBezTo>
                  <a:pt x="418402" y="106816"/>
                  <a:pt x="407203" y="95475"/>
                  <a:pt x="407203" y="81653"/>
                </a:cubicBezTo>
                <a:lnTo>
                  <a:pt x="407203" y="54857"/>
                </a:lnTo>
                <a:cubicBezTo>
                  <a:pt x="407203" y="40883"/>
                  <a:pt x="418402" y="29694"/>
                  <a:pt x="432248" y="29694"/>
                </a:cubicBezTo>
                <a:close/>
                <a:moveTo>
                  <a:pt x="358823" y="29694"/>
                </a:moveTo>
                <a:lnTo>
                  <a:pt x="360419" y="29694"/>
                </a:lnTo>
                <a:cubicBezTo>
                  <a:pt x="373404" y="29694"/>
                  <a:pt x="385477" y="38554"/>
                  <a:pt x="385477" y="53553"/>
                </a:cubicBezTo>
                <a:cubicBezTo>
                  <a:pt x="385477" y="56022"/>
                  <a:pt x="383589" y="57920"/>
                  <a:pt x="381106" y="57920"/>
                </a:cubicBezTo>
                <a:lnTo>
                  <a:pt x="375000" y="57920"/>
                </a:lnTo>
                <a:cubicBezTo>
                  <a:pt x="372530" y="57920"/>
                  <a:pt x="370630" y="56022"/>
                  <a:pt x="370630" y="53553"/>
                </a:cubicBezTo>
                <a:cubicBezTo>
                  <a:pt x="370630" y="48301"/>
                  <a:pt x="366981" y="44516"/>
                  <a:pt x="360419" y="44516"/>
                </a:cubicBezTo>
                <a:lnTo>
                  <a:pt x="358823" y="44516"/>
                </a:lnTo>
                <a:cubicBezTo>
                  <a:pt x="351969" y="44516"/>
                  <a:pt x="348473" y="48009"/>
                  <a:pt x="348473" y="52819"/>
                </a:cubicBezTo>
                <a:cubicBezTo>
                  <a:pt x="348473" y="63300"/>
                  <a:pt x="387073" y="57629"/>
                  <a:pt x="387073" y="82969"/>
                </a:cubicBezTo>
                <a:cubicBezTo>
                  <a:pt x="387073" y="97804"/>
                  <a:pt x="374709" y="106816"/>
                  <a:pt x="361737" y="106816"/>
                </a:cubicBezTo>
                <a:lnTo>
                  <a:pt x="357214" y="106816"/>
                </a:lnTo>
                <a:cubicBezTo>
                  <a:pt x="344255" y="106816"/>
                  <a:pt x="332169" y="97804"/>
                  <a:pt x="332169" y="82969"/>
                </a:cubicBezTo>
                <a:lnTo>
                  <a:pt x="332169" y="81362"/>
                </a:lnTo>
                <a:cubicBezTo>
                  <a:pt x="332169" y="78881"/>
                  <a:pt x="334069" y="76995"/>
                  <a:pt x="336539" y="76995"/>
                </a:cubicBezTo>
                <a:lnTo>
                  <a:pt x="342645" y="76995"/>
                </a:lnTo>
                <a:cubicBezTo>
                  <a:pt x="345129" y="76995"/>
                  <a:pt x="347016" y="78881"/>
                  <a:pt x="347016" y="81362"/>
                </a:cubicBezTo>
                <a:lnTo>
                  <a:pt x="347016" y="82969"/>
                </a:lnTo>
                <a:cubicBezTo>
                  <a:pt x="347016" y="87918"/>
                  <a:pt x="350652" y="91994"/>
                  <a:pt x="357214" y="91994"/>
                </a:cubicBezTo>
                <a:lnTo>
                  <a:pt x="361737" y="91994"/>
                </a:lnTo>
                <a:cubicBezTo>
                  <a:pt x="368299" y="91994"/>
                  <a:pt x="372239" y="87918"/>
                  <a:pt x="372239" y="82969"/>
                </a:cubicBezTo>
                <a:cubicBezTo>
                  <a:pt x="372239" y="72337"/>
                  <a:pt x="333626" y="78299"/>
                  <a:pt x="333626" y="52819"/>
                </a:cubicBezTo>
                <a:cubicBezTo>
                  <a:pt x="333626" y="37833"/>
                  <a:pt x="345990" y="29694"/>
                  <a:pt x="358823" y="29694"/>
                </a:cubicBezTo>
                <a:close/>
                <a:moveTo>
                  <a:pt x="202649" y="29694"/>
                </a:moveTo>
                <a:lnTo>
                  <a:pt x="205562" y="29694"/>
                </a:lnTo>
                <a:cubicBezTo>
                  <a:pt x="220131" y="29694"/>
                  <a:pt x="230759" y="41618"/>
                  <a:pt x="230759" y="54857"/>
                </a:cubicBezTo>
                <a:lnTo>
                  <a:pt x="230759" y="65198"/>
                </a:lnTo>
                <a:cubicBezTo>
                  <a:pt x="230759" y="67679"/>
                  <a:pt x="228859" y="69565"/>
                  <a:pt x="226389" y="69565"/>
                </a:cubicBezTo>
                <a:lnTo>
                  <a:pt x="220283" y="69565"/>
                </a:lnTo>
                <a:cubicBezTo>
                  <a:pt x="217813" y="69565"/>
                  <a:pt x="215912" y="67679"/>
                  <a:pt x="215912" y="65198"/>
                </a:cubicBezTo>
                <a:lnTo>
                  <a:pt x="215912" y="54857"/>
                </a:lnTo>
                <a:cubicBezTo>
                  <a:pt x="215912" y="48883"/>
                  <a:pt x="210807" y="44516"/>
                  <a:pt x="205562" y="44516"/>
                </a:cubicBezTo>
                <a:lnTo>
                  <a:pt x="202649" y="44516"/>
                </a:lnTo>
                <a:cubicBezTo>
                  <a:pt x="197113" y="44516"/>
                  <a:pt x="192147" y="48883"/>
                  <a:pt x="192147" y="54857"/>
                </a:cubicBezTo>
                <a:lnTo>
                  <a:pt x="192147" y="90386"/>
                </a:lnTo>
                <a:lnTo>
                  <a:pt x="214456" y="90386"/>
                </a:lnTo>
                <a:cubicBezTo>
                  <a:pt x="216939" y="90386"/>
                  <a:pt x="218826" y="92285"/>
                  <a:pt x="218826" y="94753"/>
                </a:cubicBezTo>
                <a:lnTo>
                  <a:pt x="218826" y="100854"/>
                </a:lnTo>
                <a:cubicBezTo>
                  <a:pt x="218826" y="103335"/>
                  <a:pt x="216939" y="105221"/>
                  <a:pt x="214456" y="105221"/>
                </a:cubicBezTo>
                <a:lnTo>
                  <a:pt x="169737" y="105221"/>
                </a:lnTo>
                <a:cubicBezTo>
                  <a:pt x="167406" y="105221"/>
                  <a:pt x="165366" y="103335"/>
                  <a:pt x="165366" y="100854"/>
                </a:cubicBezTo>
                <a:lnTo>
                  <a:pt x="165366" y="94753"/>
                </a:lnTo>
                <a:cubicBezTo>
                  <a:pt x="165366" y="92285"/>
                  <a:pt x="167406" y="90386"/>
                  <a:pt x="169737" y="90386"/>
                </a:cubicBezTo>
                <a:lnTo>
                  <a:pt x="177312" y="90386"/>
                </a:lnTo>
                <a:lnTo>
                  <a:pt x="177312" y="54857"/>
                </a:lnTo>
                <a:cubicBezTo>
                  <a:pt x="177312" y="41618"/>
                  <a:pt x="188080" y="29694"/>
                  <a:pt x="202649" y="29694"/>
                </a:cubicBezTo>
                <a:close/>
                <a:moveTo>
                  <a:pt x="735564" y="1595"/>
                </a:moveTo>
                <a:lnTo>
                  <a:pt x="741822" y="1595"/>
                </a:lnTo>
                <a:cubicBezTo>
                  <a:pt x="744292" y="1595"/>
                  <a:pt x="746193" y="3493"/>
                  <a:pt x="746193" y="5962"/>
                </a:cubicBezTo>
                <a:lnTo>
                  <a:pt x="746193" y="34061"/>
                </a:lnTo>
                <a:lnTo>
                  <a:pt x="771263" y="34061"/>
                </a:lnTo>
                <a:cubicBezTo>
                  <a:pt x="773733" y="34061"/>
                  <a:pt x="775773" y="35947"/>
                  <a:pt x="775773" y="38415"/>
                </a:cubicBezTo>
                <a:lnTo>
                  <a:pt x="775773" y="44529"/>
                </a:lnTo>
                <a:cubicBezTo>
                  <a:pt x="775773" y="46997"/>
                  <a:pt x="773733" y="48883"/>
                  <a:pt x="771263" y="48883"/>
                </a:cubicBezTo>
                <a:lnTo>
                  <a:pt x="746193" y="48883"/>
                </a:lnTo>
                <a:lnTo>
                  <a:pt x="746193" y="81653"/>
                </a:lnTo>
                <a:cubicBezTo>
                  <a:pt x="746193" y="87336"/>
                  <a:pt x="750715" y="91994"/>
                  <a:pt x="756543" y="91994"/>
                </a:cubicBezTo>
                <a:cubicBezTo>
                  <a:pt x="762231" y="91994"/>
                  <a:pt x="766893" y="87336"/>
                  <a:pt x="766893" y="81653"/>
                </a:cubicBezTo>
                <a:lnTo>
                  <a:pt x="766893" y="78450"/>
                </a:lnTo>
                <a:cubicBezTo>
                  <a:pt x="766893" y="75970"/>
                  <a:pt x="768780" y="74084"/>
                  <a:pt x="771263" y="74084"/>
                </a:cubicBezTo>
                <a:lnTo>
                  <a:pt x="777369" y="74084"/>
                </a:lnTo>
                <a:cubicBezTo>
                  <a:pt x="779839" y="74084"/>
                  <a:pt x="781740" y="75970"/>
                  <a:pt x="781740" y="78450"/>
                </a:cubicBezTo>
                <a:lnTo>
                  <a:pt x="781740" y="81653"/>
                </a:lnTo>
                <a:cubicBezTo>
                  <a:pt x="781740" y="95627"/>
                  <a:pt x="770389" y="106816"/>
                  <a:pt x="756543" y="106816"/>
                </a:cubicBezTo>
                <a:cubicBezTo>
                  <a:pt x="742557" y="106816"/>
                  <a:pt x="731346" y="95627"/>
                  <a:pt x="731346" y="81653"/>
                </a:cubicBezTo>
                <a:lnTo>
                  <a:pt x="731346" y="48883"/>
                </a:lnTo>
                <a:lnTo>
                  <a:pt x="723770" y="48883"/>
                </a:lnTo>
                <a:cubicBezTo>
                  <a:pt x="721299" y="48883"/>
                  <a:pt x="719399" y="46858"/>
                  <a:pt x="719399" y="44377"/>
                </a:cubicBezTo>
                <a:lnTo>
                  <a:pt x="719399" y="38567"/>
                </a:lnTo>
                <a:cubicBezTo>
                  <a:pt x="719399" y="36099"/>
                  <a:pt x="721299" y="34061"/>
                  <a:pt x="723770" y="34061"/>
                </a:cubicBezTo>
                <a:lnTo>
                  <a:pt x="731346" y="34061"/>
                </a:lnTo>
                <a:lnTo>
                  <a:pt x="731346" y="5962"/>
                </a:lnTo>
                <a:cubicBezTo>
                  <a:pt x="731346" y="3493"/>
                  <a:pt x="732942" y="1595"/>
                  <a:pt x="735564" y="1595"/>
                </a:cubicBezTo>
                <a:close/>
                <a:moveTo>
                  <a:pt x="488634" y="1595"/>
                </a:moveTo>
                <a:lnTo>
                  <a:pt x="494741" y="1595"/>
                </a:lnTo>
                <a:cubicBezTo>
                  <a:pt x="497211" y="1595"/>
                  <a:pt x="499111" y="3493"/>
                  <a:pt x="499111" y="5962"/>
                </a:cubicBezTo>
                <a:lnTo>
                  <a:pt x="499111" y="31871"/>
                </a:lnTo>
                <a:cubicBezTo>
                  <a:pt x="502316" y="30416"/>
                  <a:pt x="505813" y="29694"/>
                  <a:pt x="509600" y="29694"/>
                </a:cubicBezTo>
                <a:lnTo>
                  <a:pt x="512527" y="29694"/>
                </a:lnTo>
                <a:cubicBezTo>
                  <a:pt x="526361" y="29694"/>
                  <a:pt x="537711" y="41035"/>
                  <a:pt x="537711" y="54857"/>
                </a:cubicBezTo>
                <a:lnTo>
                  <a:pt x="537711" y="100854"/>
                </a:lnTo>
                <a:cubicBezTo>
                  <a:pt x="537711" y="103322"/>
                  <a:pt x="535824" y="105221"/>
                  <a:pt x="533353" y="105221"/>
                </a:cubicBezTo>
                <a:lnTo>
                  <a:pt x="527235" y="105221"/>
                </a:lnTo>
                <a:cubicBezTo>
                  <a:pt x="524764" y="105221"/>
                  <a:pt x="522877" y="103322"/>
                  <a:pt x="522877" y="100854"/>
                </a:cubicBezTo>
                <a:lnTo>
                  <a:pt x="522877" y="54857"/>
                </a:lnTo>
                <a:cubicBezTo>
                  <a:pt x="522877" y="49174"/>
                  <a:pt x="518354" y="44516"/>
                  <a:pt x="512527" y="44516"/>
                </a:cubicBezTo>
                <a:lnTo>
                  <a:pt x="509600" y="44516"/>
                </a:lnTo>
                <a:cubicBezTo>
                  <a:pt x="503925" y="44516"/>
                  <a:pt x="499111" y="49174"/>
                  <a:pt x="499111" y="54857"/>
                </a:cubicBezTo>
                <a:lnTo>
                  <a:pt x="499111" y="100854"/>
                </a:lnTo>
                <a:cubicBezTo>
                  <a:pt x="499111" y="103322"/>
                  <a:pt x="497211" y="105221"/>
                  <a:pt x="494741" y="105221"/>
                </a:cubicBezTo>
                <a:lnTo>
                  <a:pt x="488634" y="105221"/>
                </a:lnTo>
                <a:cubicBezTo>
                  <a:pt x="486151" y="105221"/>
                  <a:pt x="484264" y="103322"/>
                  <a:pt x="484264" y="100854"/>
                </a:cubicBezTo>
                <a:lnTo>
                  <a:pt x="484264" y="5962"/>
                </a:lnTo>
                <a:cubicBezTo>
                  <a:pt x="484264" y="3493"/>
                  <a:pt x="486304" y="1595"/>
                  <a:pt x="488634" y="1595"/>
                </a:cubicBezTo>
                <a:close/>
                <a:moveTo>
                  <a:pt x="264862" y="1595"/>
                </a:moveTo>
                <a:lnTo>
                  <a:pt x="271121" y="1595"/>
                </a:lnTo>
                <a:cubicBezTo>
                  <a:pt x="273591" y="1595"/>
                  <a:pt x="275479" y="3493"/>
                  <a:pt x="275479" y="5962"/>
                </a:cubicBezTo>
                <a:lnTo>
                  <a:pt x="275479" y="34061"/>
                </a:lnTo>
                <a:lnTo>
                  <a:pt x="300549" y="34061"/>
                </a:lnTo>
                <a:cubicBezTo>
                  <a:pt x="303032" y="34061"/>
                  <a:pt x="305059" y="35947"/>
                  <a:pt x="305059" y="38415"/>
                </a:cubicBezTo>
                <a:lnTo>
                  <a:pt x="305059" y="44529"/>
                </a:lnTo>
                <a:cubicBezTo>
                  <a:pt x="305059" y="46997"/>
                  <a:pt x="303032" y="48883"/>
                  <a:pt x="300549" y="48883"/>
                </a:cubicBezTo>
                <a:lnTo>
                  <a:pt x="275479" y="48883"/>
                </a:lnTo>
                <a:lnTo>
                  <a:pt x="275479" y="81653"/>
                </a:lnTo>
                <a:cubicBezTo>
                  <a:pt x="275479" y="87336"/>
                  <a:pt x="280001" y="91994"/>
                  <a:pt x="285828" y="91994"/>
                </a:cubicBezTo>
                <a:cubicBezTo>
                  <a:pt x="291516" y="91994"/>
                  <a:pt x="296191" y="87336"/>
                  <a:pt x="296191" y="81653"/>
                </a:cubicBezTo>
                <a:lnTo>
                  <a:pt x="296191" y="78450"/>
                </a:lnTo>
                <a:cubicBezTo>
                  <a:pt x="296191" y="75970"/>
                  <a:pt x="298079" y="74084"/>
                  <a:pt x="300549" y="74084"/>
                </a:cubicBezTo>
                <a:lnTo>
                  <a:pt x="306668" y="74084"/>
                </a:lnTo>
                <a:cubicBezTo>
                  <a:pt x="309138" y="74084"/>
                  <a:pt x="311026" y="75970"/>
                  <a:pt x="311026" y="78450"/>
                </a:cubicBezTo>
                <a:lnTo>
                  <a:pt x="311026" y="81653"/>
                </a:lnTo>
                <a:cubicBezTo>
                  <a:pt x="311026" y="95627"/>
                  <a:pt x="299675" y="106816"/>
                  <a:pt x="285828" y="106816"/>
                </a:cubicBezTo>
                <a:cubicBezTo>
                  <a:pt x="271843" y="106816"/>
                  <a:pt x="260644" y="95627"/>
                  <a:pt x="260644" y="81653"/>
                </a:cubicBezTo>
                <a:lnTo>
                  <a:pt x="260644" y="48883"/>
                </a:lnTo>
                <a:lnTo>
                  <a:pt x="253068" y="48883"/>
                </a:lnTo>
                <a:cubicBezTo>
                  <a:pt x="250585" y="48883"/>
                  <a:pt x="248698" y="46858"/>
                  <a:pt x="248698" y="44377"/>
                </a:cubicBezTo>
                <a:lnTo>
                  <a:pt x="248698" y="38567"/>
                </a:lnTo>
                <a:cubicBezTo>
                  <a:pt x="248698" y="36099"/>
                  <a:pt x="250585" y="34061"/>
                  <a:pt x="253068" y="34061"/>
                </a:cubicBezTo>
                <a:lnTo>
                  <a:pt x="260644" y="34061"/>
                </a:lnTo>
                <a:lnTo>
                  <a:pt x="260644" y="5962"/>
                </a:lnTo>
                <a:cubicBezTo>
                  <a:pt x="260644" y="3493"/>
                  <a:pt x="262240" y="1595"/>
                  <a:pt x="264862" y="1595"/>
                </a:cubicBezTo>
                <a:close/>
                <a:moveTo>
                  <a:pt x="114376" y="1595"/>
                </a:moveTo>
                <a:lnTo>
                  <a:pt x="126158" y="1595"/>
                </a:lnTo>
                <a:cubicBezTo>
                  <a:pt x="128628" y="1595"/>
                  <a:pt x="130528" y="3493"/>
                  <a:pt x="130528" y="5962"/>
                </a:cubicBezTo>
                <a:lnTo>
                  <a:pt x="130528" y="17898"/>
                </a:lnTo>
                <a:cubicBezTo>
                  <a:pt x="130528" y="20378"/>
                  <a:pt x="128628" y="22264"/>
                  <a:pt x="126158" y="22264"/>
                </a:cubicBezTo>
                <a:lnTo>
                  <a:pt x="114376" y="22264"/>
                </a:lnTo>
                <a:cubicBezTo>
                  <a:pt x="111893" y="22264"/>
                  <a:pt x="109854" y="20378"/>
                  <a:pt x="109854" y="17898"/>
                </a:cubicBezTo>
                <a:lnTo>
                  <a:pt x="109854" y="5962"/>
                </a:lnTo>
                <a:cubicBezTo>
                  <a:pt x="109854" y="3493"/>
                  <a:pt x="111893" y="1595"/>
                  <a:pt x="114376" y="1595"/>
                </a:cubicBezTo>
                <a:close/>
                <a:moveTo>
                  <a:pt x="4517" y="1595"/>
                </a:moveTo>
                <a:lnTo>
                  <a:pt x="10345" y="1595"/>
                </a:lnTo>
                <a:cubicBezTo>
                  <a:pt x="12815" y="1595"/>
                  <a:pt x="14703" y="3050"/>
                  <a:pt x="14854" y="5822"/>
                </a:cubicBezTo>
                <a:lnTo>
                  <a:pt x="17186" y="74071"/>
                </a:lnTo>
                <a:cubicBezTo>
                  <a:pt x="17325" y="77273"/>
                  <a:pt x="17325" y="87323"/>
                  <a:pt x="17325" y="88779"/>
                </a:cubicBezTo>
                <a:lnTo>
                  <a:pt x="20821" y="88779"/>
                </a:lnTo>
                <a:cubicBezTo>
                  <a:pt x="20821" y="87323"/>
                  <a:pt x="21404" y="77273"/>
                  <a:pt x="21847" y="74071"/>
                </a:cubicBezTo>
                <a:lnTo>
                  <a:pt x="25344" y="46427"/>
                </a:lnTo>
                <a:cubicBezTo>
                  <a:pt x="25635" y="44389"/>
                  <a:pt x="27092" y="43073"/>
                  <a:pt x="28992" y="43073"/>
                </a:cubicBezTo>
                <a:lnTo>
                  <a:pt x="43852" y="43073"/>
                </a:lnTo>
                <a:cubicBezTo>
                  <a:pt x="45752" y="43073"/>
                  <a:pt x="47209" y="44389"/>
                  <a:pt x="47501" y="46427"/>
                </a:cubicBezTo>
                <a:lnTo>
                  <a:pt x="50997" y="74071"/>
                </a:lnTo>
                <a:cubicBezTo>
                  <a:pt x="51440" y="77273"/>
                  <a:pt x="52023" y="87323"/>
                  <a:pt x="52023" y="88779"/>
                </a:cubicBezTo>
                <a:lnTo>
                  <a:pt x="55520" y="88779"/>
                </a:lnTo>
                <a:cubicBezTo>
                  <a:pt x="55520" y="87323"/>
                  <a:pt x="55520" y="77273"/>
                  <a:pt x="55659" y="74071"/>
                </a:cubicBezTo>
                <a:lnTo>
                  <a:pt x="57990" y="5822"/>
                </a:lnTo>
                <a:cubicBezTo>
                  <a:pt x="58142" y="3050"/>
                  <a:pt x="60030" y="1595"/>
                  <a:pt x="62500" y="1595"/>
                </a:cubicBezTo>
                <a:lnTo>
                  <a:pt x="68327" y="1595"/>
                </a:lnTo>
                <a:cubicBezTo>
                  <a:pt x="70797" y="1595"/>
                  <a:pt x="72977" y="3493"/>
                  <a:pt x="72837" y="5962"/>
                </a:cubicBezTo>
                <a:lnTo>
                  <a:pt x="71228" y="51085"/>
                </a:lnTo>
                <a:lnTo>
                  <a:pt x="66427" y="101284"/>
                </a:lnTo>
                <a:cubicBezTo>
                  <a:pt x="66136" y="103765"/>
                  <a:pt x="64248" y="105221"/>
                  <a:pt x="62069" y="105221"/>
                </a:cubicBezTo>
                <a:lnTo>
                  <a:pt x="45752" y="105221"/>
                </a:lnTo>
                <a:cubicBezTo>
                  <a:pt x="43852" y="105221"/>
                  <a:pt x="41965" y="103765"/>
                  <a:pt x="41813" y="101867"/>
                </a:cubicBezTo>
                <a:lnTo>
                  <a:pt x="38899" y="71160"/>
                </a:lnTo>
                <a:cubicBezTo>
                  <a:pt x="38468" y="66793"/>
                  <a:pt x="38177" y="59376"/>
                  <a:pt x="38177" y="57920"/>
                </a:cubicBezTo>
                <a:lnTo>
                  <a:pt x="34668" y="57920"/>
                </a:lnTo>
                <a:cubicBezTo>
                  <a:pt x="34668" y="59376"/>
                  <a:pt x="34376" y="66793"/>
                  <a:pt x="33946" y="71160"/>
                </a:cubicBezTo>
                <a:lnTo>
                  <a:pt x="31032" y="101867"/>
                </a:lnTo>
                <a:cubicBezTo>
                  <a:pt x="30880" y="103765"/>
                  <a:pt x="28992" y="105221"/>
                  <a:pt x="27092" y="105221"/>
                </a:cubicBezTo>
                <a:lnTo>
                  <a:pt x="10775" y="105221"/>
                </a:lnTo>
                <a:cubicBezTo>
                  <a:pt x="8597" y="105221"/>
                  <a:pt x="6709" y="103765"/>
                  <a:pt x="6417" y="101284"/>
                </a:cubicBezTo>
                <a:lnTo>
                  <a:pt x="1616" y="51085"/>
                </a:lnTo>
                <a:lnTo>
                  <a:pt x="7" y="5962"/>
                </a:lnTo>
                <a:cubicBezTo>
                  <a:pt x="-132" y="3493"/>
                  <a:pt x="2047" y="1595"/>
                  <a:pt x="4517" y="1595"/>
                </a:cubicBezTo>
                <a:close/>
                <a:moveTo>
                  <a:pt x="675250" y="0"/>
                </a:moveTo>
                <a:lnTo>
                  <a:pt x="681078" y="0"/>
                </a:lnTo>
                <a:cubicBezTo>
                  <a:pt x="695938" y="0"/>
                  <a:pt x="704818" y="12214"/>
                  <a:pt x="704818" y="25176"/>
                </a:cubicBezTo>
                <a:lnTo>
                  <a:pt x="704818" y="34200"/>
                </a:lnTo>
                <a:cubicBezTo>
                  <a:pt x="704818" y="36681"/>
                  <a:pt x="702918" y="38567"/>
                  <a:pt x="700448" y="38567"/>
                </a:cubicBezTo>
                <a:lnTo>
                  <a:pt x="694342" y="38567"/>
                </a:lnTo>
                <a:cubicBezTo>
                  <a:pt x="691859" y="38567"/>
                  <a:pt x="689971" y="36681"/>
                  <a:pt x="689971" y="34200"/>
                </a:cubicBezTo>
                <a:lnTo>
                  <a:pt x="689971" y="25176"/>
                </a:lnTo>
                <a:cubicBezTo>
                  <a:pt x="689971" y="18619"/>
                  <a:pt x="686031" y="14822"/>
                  <a:pt x="680939" y="14822"/>
                </a:cubicBezTo>
                <a:lnTo>
                  <a:pt x="675390" y="14822"/>
                </a:lnTo>
                <a:cubicBezTo>
                  <a:pt x="670436" y="14822"/>
                  <a:pt x="666357" y="18619"/>
                  <a:pt x="666357" y="25176"/>
                </a:cubicBezTo>
                <a:lnTo>
                  <a:pt x="666357" y="37111"/>
                </a:lnTo>
                <a:lnTo>
                  <a:pt x="679773" y="37111"/>
                </a:lnTo>
                <a:cubicBezTo>
                  <a:pt x="682104" y="37111"/>
                  <a:pt x="684144" y="39010"/>
                  <a:pt x="684144" y="41478"/>
                </a:cubicBezTo>
                <a:lnTo>
                  <a:pt x="684144" y="47579"/>
                </a:lnTo>
                <a:cubicBezTo>
                  <a:pt x="684144" y="50060"/>
                  <a:pt x="682104" y="51946"/>
                  <a:pt x="679773" y="51946"/>
                </a:cubicBezTo>
                <a:lnTo>
                  <a:pt x="666357" y="51946"/>
                </a:lnTo>
                <a:lnTo>
                  <a:pt x="666357" y="90386"/>
                </a:lnTo>
                <a:lnTo>
                  <a:pt x="688666" y="90386"/>
                </a:lnTo>
                <a:cubicBezTo>
                  <a:pt x="691136" y="90386"/>
                  <a:pt x="693024" y="92285"/>
                  <a:pt x="693024" y="94753"/>
                </a:cubicBezTo>
                <a:lnTo>
                  <a:pt x="693024" y="100854"/>
                </a:lnTo>
                <a:cubicBezTo>
                  <a:pt x="693024" y="103335"/>
                  <a:pt x="691136" y="105221"/>
                  <a:pt x="688666" y="105221"/>
                </a:cubicBezTo>
                <a:lnTo>
                  <a:pt x="642338" y="105221"/>
                </a:lnTo>
                <a:cubicBezTo>
                  <a:pt x="639855" y="105221"/>
                  <a:pt x="638107" y="103335"/>
                  <a:pt x="638107" y="100854"/>
                </a:cubicBezTo>
                <a:lnTo>
                  <a:pt x="638107" y="94753"/>
                </a:lnTo>
                <a:cubicBezTo>
                  <a:pt x="638107" y="92285"/>
                  <a:pt x="639855" y="90386"/>
                  <a:pt x="642338" y="90386"/>
                </a:cubicBezTo>
                <a:lnTo>
                  <a:pt x="651510" y="90386"/>
                </a:lnTo>
                <a:lnTo>
                  <a:pt x="651510" y="51946"/>
                </a:lnTo>
                <a:lnTo>
                  <a:pt x="643935" y="51946"/>
                </a:lnTo>
                <a:cubicBezTo>
                  <a:pt x="641464" y="51946"/>
                  <a:pt x="639564" y="50060"/>
                  <a:pt x="639564" y="47579"/>
                </a:cubicBezTo>
                <a:lnTo>
                  <a:pt x="639564" y="41478"/>
                </a:lnTo>
                <a:cubicBezTo>
                  <a:pt x="639564" y="39010"/>
                  <a:pt x="641464" y="37111"/>
                  <a:pt x="643935" y="37111"/>
                </a:cubicBezTo>
                <a:lnTo>
                  <a:pt x="651510" y="37111"/>
                </a:lnTo>
                <a:lnTo>
                  <a:pt x="651510" y="25176"/>
                </a:lnTo>
                <a:cubicBezTo>
                  <a:pt x="651510" y="12214"/>
                  <a:pt x="660391" y="0"/>
                  <a:pt x="6752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0546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Bild)">
    <p:bg>
      <p:bgPr>
        <a:solidFill>
          <a:schemeClr val="bg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57531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16125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32513" y="1831486"/>
            <a:ext cx="5688011" cy="2092814"/>
          </a:xfrm>
        </p:spPr>
        <p:txBody>
          <a:bodyPr anchor="t"/>
          <a:lstStyle>
            <a:lvl1pPr algn="l">
              <a:lnSpc>
                <a:spcPct val="95000"/>
              </a:lnSpc>
              <a:defRPr sz="3500" spc="-1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2513" y="4025026"/>
            <a:ext cx="5688011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457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1" name="Grafik 10" descr="Text University of Applied Sciences">
            <a:extLst>
              <a:ext uri="{FF2B5EF4-FFF2-40B4-BE49-F238E27FC236}">
                <a16:creationId xmlns:a16="http://schemas.microsoft.com/office/drawing/2014/main" id="{B8B5ABD0-AA63-A702-3CD2-AC5B41A348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2" name="Grafik 11" descr="Signet Hochschule Mainz">
            <a:extLst>
              <a:ext uri="{FF2B5EF4-FFF2-40B4-BE49-F238E27FC236}">
                <a16:creationId xmlns:a16="http://schemas.microsoft.com/office/drawing/2014/main" id="{5646772B-9FA0-8304-BD6F-B3821E5463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3" name="Grafik 12" descr="Schriftzug Hochschule Mainz">
            <a:extLst>
              <a:ext uri="{FF2B5EF4-FFF2-40B4-BE49-F238E27FC236}">
                <a16:creationId xmlns:a16="http://schemas.microsoft.com/office/drawing/2014/main" id="{19A91235-FA46-9763-B0D4-0EF527DFDB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B7BE8E54-03E3-0BF9-AD32-F18ADEC5F2AD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chemeClr val="tx1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261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1 (kurz, 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1073150" indent="-354013">
              <a:lnSpc>
                <a:spcPct val="105000"/>
              </a:lnSpc>
              <a:defRPr sz="2000">
                <a:solidFill>
                  <a:schemeClr val="bg1"/>
                </a:solidFill>
              </a:defRPr>
            </a:lvl2pPr>
            <a:lvl3pPr marL="1436688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3pPr>
            <a:lvl4pPr marL="1790700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4pPr>
            <a:lvl5pPr marL="2155825" indent="-361950">
              <a:lnSpc>
                <a:spcPct val="105000"/>
              </a:lnSpc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76B134C6-DBDF-68F1-D5DF-15ED7BBACAB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4" name="Textfeld 3">
            <a:extLst>
              <a:ext uri="{FF2B5EF4-FFF2-40B4-BE49-F238E27FC236}">
                <a16:creationId xmlns:a16="http://schemas.microsoft.com/office/drawing/2014/main" id="{BE17209E-2871-493C-338A-D282F8814DDB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088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(kurz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/>
            </a:lvl1pPr>
            <a:lvl2pPr marL="1073150" indent="-354013">
              <a:lnSpc>
                <a:spcPct val="105000"/>
              </a:lnSpc>
              <a:defRPr sz="2000"/>
            </a:lvl2pPr>
            <a:lvl3pPr marL="1436688" indent="-357188">
              <a:lnSpc>
                <a:spcPct val="105000"/>
              </a:lnSpc>
              <a:defRPr sz="2000"/>
            </a:lvl3pPr>
            <a:lvl4pPr marL="1790700" indent="-357188">
              <a:lnSpc>
                <a:spcPct val="105000"/>
              </a:lnSpc>
              <a:defRPr sz="2000"/>
            </a:lvl4pPr>
            <a:lvl5pPr marL="2155825" indent="-361950">
              <a:lnSpc>
                <a:spcPct val="105000"/>
              </a:lnSpc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467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(lang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5" y="1344162"/>
            <a:ext cx="11449049" cy="2664000"/>
          </a:xfrm>
        </p:spPr>
        <p:txBody>
          <a:bodyPr numCol="2" spcCol="72000"/>
          <a:lstStyle>
            <a:lvl1pPr marL="717550" indent="-717550">
              <a:lnSpc>
                <a:spcPct val="110000"/>
              </a:lnSpc>
              <a:buFont typeface="+mj-lt"/>
              <a:buAutoNum type="arabicPeriod"/>
              <a:defRPr sz="1500"/>
            </a:lvl1pPr>
            <a:lvl2pPr marL="1073150" indent="-354013">
              <a:lnSpc>
                <a:spcPct val="110000"/>
              </a:lnSpc>
              <a:defRPr sz="1500"/>
            </a:lvl2pPr>
            <a:lvl3pPr marL="1436688" indent="-357188">
              <a:lnSpc>
                <a:spcPct val="110000"/>
              </a:lnSpc>
              <a:defRPr sz="1500"/>
            </a:lvl3pPr>
            <a:lvl4pPr marL="1790700" indent="-357188">
              <a:lnSpc>
                <a:spcPct val="110000"/>
              </a:lnSpc>
              <a:defRPr sz="1500"/>
            </a:lvl4pPr>
            <a:lvl5pPr marL="2155825" indent="-361950">
              <a:lnSpc>
                <a:spcPct val="110000"/>
              </a:lnSpc>
              <a:defRPr sz="15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9289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(mit Details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2">
            <a:extLst>
              <a:ext uri="{FF2B5EF4-FFF2-40B4-BE49-F238E27FC236}">
                <a16:creationId xmlns:a16="http://schemas.microsoft.com/office/drawing/2014/main" id="{D259F131-A832-35F2-1145-CB3DAEC23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09" name="Textplatzhalter 12">
            <a:extLst>
              <a:ext uri="{FF2B5EF4-FFF2-40B4-BE49-F238E27FC236}">
                <a16:creationId xmlns:a16="http://schemas.microsoft.com/office/drawing/2014/main" id="{F3E0786C-1ADE-AB47-6DC9-31339B22B7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1402774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3C3CACD0-367E-0788-C166-3662DB3153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3E0EAB77-5278-253F-9213-246F57BA18B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7147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3" name="Textplatzhalter 11">
            <a:extLst>
              <a:ext uri="{FF2B5EF4-FFF2-40B4-BE49-F238E27FC236}">
                <a16:creationId xmlns:a16="http://schemas.microsoft.com/office/drawing/2014/main" id="{14597F2F-238E-22D8-AB32-A81EA392E4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1660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4" name="Textplatzhalter 11">
            <a:extLst>
              <a:ext uri="{FF2B5EF4-FFF2-40B4-BE49-F238E27FC236}">
                <a16:creationId xmlns:a16="http://schemas.microsoft.com/office/drawing/2014/main" id="{A1A9B177-DC54-8E3D-DAF1-BCFEE2F3E8C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1730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5" name="Textplatzhalter 12">
            <a:extLst>
              <a:ext uri="{FF2B5EF4-FFF2-40B4-BE49-F238E27FC236}">
                <a16:creationId xmlns:a16="http://schemas.microsoft.com/office/drawing/2014/main" id="{6AAD9AEE-95A3-08B5-2E1B-C52570F0A21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16601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16BD64F9-A172-2610-FC83-6A8956AFAE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1471" y="3467895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7" name="Textplatzhalter 12">
            <a:extLst>
              <a:ext uri="{FF2B5EF4-FFF2-40B4-BE49-F238E27FC236}">
                <a16:creationId xmlns:a16="http://schemas.microsoft.com/office/drawing/2014/main" id="{CA29BFB3-2BBF-D4FF-E99E-F47A011D98E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1730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8" name="Textplatzhalter 11">
            <a:extLst>
              <a:ext uri="{FF2B5EF4-FFF2-40B4-BE49-F238E27FC236}">
                <a16:creationId xmlns:a16="http://schemas.microsoft.com/office/drawing/2014/main" id="{35B9D51F-4453-8ED6-5978-08B0DD4CBA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7147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9" name="Textplatzhalter 11">
            <a:extLst>
              <a:ext uri="{FF2B5EF4-FFF2-40B4-BE49-F238E27FC236}">
                <a16:creationId xmlns:a16="http://schemas.microsoft.com/office/drawing/2014/main" id="{3D916A41-1C2B-7816-AF40-8C440845A0A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1660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20" name="Textplatzhalter 11">
            <a:extLst>
              <a:ext uri="{FF2B5EF4-FFF2-40B4-BE49-F238E27FC236}">
                <a16:creationId xmlns:a16="http://schemas.microsoft.com/office/drawing/2014/main" id="{B46F4A5E-5580-757A-787D-A8C01B7B776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061730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7575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5C109A3D-3432-6A42-3766-BD5E20C76A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7" name="Textfeld 6">
            <a:extLst>
              <a:ext uri="{FF2B5EF4-FFF2-40B4-BE49-F238E27FC236}">
                <a16:creationId xmlns:a16="http://schemas.microsoft.com/office/drawing/2014/main" id="{FE65ECF3-58F0-43CE-767C-6089AD070221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981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hellblau)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5606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1053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gro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1449050" cy="42481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1554956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0009189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2848317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7916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25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61394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682234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4419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A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4511675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4210585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0"/>
            <a:ext cx="8569325" cy="2741093"/>
          </a:xfrm>
        </p:spPr>
        <p:txBody>
          <a:bodyPr/>
          <a:lstStyle>
            <a:lvl1pPr marL="0" indent="0">
              <a:lnSpc>
                <a:spcPct val="102000"/>
              </a:lnSpc>
              <a:buNone/>
              <a:defRPr sz="2500" spc="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634076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3289266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2988176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1"/>
            <a:ext cx="8569325" cy="1585774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4000" spc="-1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793321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418121"/>
            <a:ext cx="8569325" cy="4674704"/>
          </a:xfrm>
        </p:spPr>
        <p:txBody>
          <a:bodyPr/>
          <a:lstStyle>
            <a:lvl1pPr marL="0" indent="0">
              <a:lnSpc>
                <a:spcPts val="10000"/>
              </a:lnSpc>
              <a:buNone/>
              <a:defRPr sz="10000" spc="-2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780493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1144905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85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505968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354960F6-831B-9101-0E32-ED1EB60027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2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6" name="Textplatzhalter 12">
            <a:extLst>
              <a:ext uri="{FF2B5EF4-FFF2-40B4-BE49-F238E27FC236}">
                <a16:creationId xmlns:a16="http://schemas.microsoft.com/office/drawing/2014/main" id="{5DF07BB7-C66F-18FD-12A4-5A0379D867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32513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6129AB43-20AD-680E-EEF0-A7C40C54053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F4A8CE6E-6C31-1C4E-A2B7-FAA50C9B99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5058085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48990888-6345-7855-3CAC-E30C53A7275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16601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53C6D6F2-0DC1-70C0-3A2F-38A65F09D7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AC8160E9-1BEC-E712-960A-714F5425649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3771905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6CA95813-5C8C-8087-8E5F-EAE0683803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3771904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6CAEF61B-523B-0472-B314-CC9C9BA6145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61730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7A67D1DD-64D6-9B8B-F3B3-1B0D66476F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22834327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0" name="Bildplatzhalter 10">
            <a:extLst>
              <a:ext uri="{FF2B5EF4-FFF2-40B4-BE49-F238E27FC236}">
                <a16:creationId xmlns:a16="http://schemas.microsoft.com/office/drawing/2014/main" id="{876E2CA7-291E-A32C-77F0-23DAD08D07D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2" name="Textplatzhalter 12">
            <a:extLst>
              <a:ext uri="{FF2B5EF4-FFF2-40B4-BE49-F238E27FC236}">
                <a16:creationId xmlns:a16="http://schemas.microsoft.com/office/drawing/2014/main" id="{D801E146-8134-DE14-5451-6436833CC9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2FE926DE-5B94-0E62-4517-CEE4BDA02E5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251201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4" name="Textplatzhalter 12">
            <a:extLst>
              <a:ext uri="{FF2B5EF4-FFF2-40B4-BE49-F238E27FC236}">
                <a16:creationId xmlns:a16="http://schemas.microsoft.com/office/drawing/2014/main" id="{C5EE0427-358F-F7ED-071C-35002839CE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120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5" name="Bildplatzhalter 10">
            <a:extLst>
              <a:ext uri="{FF2B5EF4-FFF2-40B4-BE49-F238E27FC236}">
                <a16:creationId xmlns:a16="http://schemas.microsoft.com/office/drawing/2014/main" id="{2EB3C1F0-272E-DFE5-0C42-B15EE1FE15D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32513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5BEBEA4B-F31A-3639-6C58-385F172441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32513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8EDE1FF3-87B7-CE08-C80B-0E3E70591C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1224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F8CCE362-3307-4D65-DF9E-737A367EA20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12240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3110890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ld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089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8340200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1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51200" y="-1"/>
            <a:ext cx="4968875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429000"/>
            <a:ext cx="3900488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971925" y="3429000"/>
            <a:ext cx="4248150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91513" y="-1"/>
            <a:ext cx="3900487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-1"/>
            <a:ext cx="3179762" cy="3358800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59190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2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71925" y="-1"/>
            <a:ext cx="3179762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12238" y="3429000"/>
            <a:ext cx="3179762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223125" y="-2"/>
            <a:ext cx="4968874" cy="3358799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" y="-1"/>
            <a:ext cx="3900486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71925" y="3429000"/>
            <a:ext cx="4968876" cy="2663825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449849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klein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2628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groß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4231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Kontakte (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black"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black"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black"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black"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black"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black"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black"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FB64D7B1-ACAA-DDD4-6243-559B69EA1A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FE68C6C8-410F-6FA9-C0CC-6BCE6961224F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4156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klein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0226102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groß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0756236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ontakte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0728833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ressum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3376EC12-D29A-1158-E6DD-FEA198E6EF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black">
          <a:xfrm>
            <a:off x="1811337" y="1844676"/>
            <a:ext cx="8569325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012" name="Grafik 11" descr="Text University of Applied Sciences">
            <a:extLst>
              <a:ext uri="{FF2B5EF4-FFF2-40B4-BE49-F238E27FC236}">
                <a16:creationId xmlns:a16="http://schemas.microsoft.com/office/drawing/2014/main" id="{85D97053-0F92-C16A-46AE-2E937E1EC1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3" name="Grafik 12" descr="Signet Hochschule Mainz">
            <a:extLst>
              <a:ext uri="{FF2B5EF4-FFF2-40B4-BE49-F238E27FC236}">
                <a16:creationId xmlns:a16="http://schemas.microsoft.com/office/drawing/2014/main" id="{FF1F8E88-EDD5-B080-F729-851DDF5A6A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4" name="Grafik 13" descr="Schriftzug Hochschule Mainz">
            <a:extLst>
              <a:ext uri="{FF2B5EF4-FFF2-40B4-BE49-F238E27FC236}">
                <a16:creationId xmlns:a16="http://schemas.microsoft.com/office/drawing/2014/main" id="{B2474685-A10C-A307-6607-E6D8C00EC2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16" name="Textplatzhalter 10">
            <a:extLst>
              <a:ext uri="{FF2B5EF4-FFF2-40B4-BE49-F238E27FC236}">
                <a16:creationId xmlns:a16="http://schemas.microsoft.com/office/drawing/2014/main" id="{745D87DE-D9B9-DA25-218C-77444128A3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black">
          <a:xfrm>
            <a:off x="1811337" y="2597150"/>
            <a:ext cx="8569325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3" name="Freihandform: Form 2">
            <a:extLst>
              <a:ext uri="{FF2B5EF4-FFF2-40B4-BE49-F238E27FC236}">
                <a16:creationId xmlns:a16="http://schemas.microsoft.com/office/drawing/2014/main" id="{8FDECBDA-AFA3-90CA-2B31-A0F7D4585D88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561776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3" Target="../slideLayouts/slideLayout13.xml" Type="http://schemas.openxmlformats.org/officeDocument/2006/relationships/slideLayout" /><Relationship Id="rId18" Target="../slideLayouts/slideLayout18.xml" Type="http://schemas.openxmlformats.org/officeDocument/2006/relationships/slideLayout" /><Relationship Id="rId26" Target="../slideLayouts/slideLayout26.xml" Type="http://schemas.openxmlformats.org/officeDocument/2006/relationships/slideLayout" /><Relationship Id="rId21" Target="../slideLayouts/slideLayout21.xml" Type="http://schemas.openxmlformats.org/officeDocument/2006/relationships/slideLayout" /><Relationship Id="rId34" Target="../slideLayouts/slideLayout34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5" Target="../slideLayouts/slideLayout25.xml" Type="http://schemas.openxmlformats.org/officeDocument/2006/relationships/slideLayout" /><Relationship Id="rId33" Target="../slideLayouts/slideLayout33.xml" Type="http://schemas.openxmlformats.org/officeDocument/2006/relationships/slideLayout" /><Relationship Id="rId38" Target="../media/image1.svg" Type="http://schemas.openxmlformats.org/officeDocument/2006/relationships/image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0" Target="../slideLayouts/slideLayout20.xml" Type="http://schemas.openxmlformats.org/officeDocument/2006/relationships/slideLayout" /><Relationship Id="rId29" Target="../slideLayouts/slideLayout29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24" Target="../slideLayouts/slideLayout24.xml" Type="http://schemas.openxmlformats.org/officeDocument/2006/relationships/slideLayout" /><Relationship Id="rId32" Target="../slideLayouts/slideLayout32.xml" Type="http://schemas.openxmlformats.org/officeDocument/2006/relationships/slideLayout" /><Relationship Id="rId37" Target="../theme/theme1.xml" Type="http://schemas.openxmlformats.org/officeDocument/2006/relationships/theme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23" Target="../slideLayouts/slideLayout23.xml" Type="http://schemas.openxmlformats.org/officeDocument/2006/relationships/slideLayout" /><Relationship Id="rId28" Target="../slideLayouts/slideLayout28.xml" Type="http://schemas.openxmlformats.org/officeDocument/2006/relationships/slideLayout" /><Relationship Id="rId36" Target="../slideLayouts/slideLayout36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slideLayouts/slideLayout19.xml" Type="http://schemas.openxmlformats.org/officeDocument/2006/relationships/slideLayout" /><Relationship Id="rId31" Target="../slideLayouts/slideLayout31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Relationship Id="rId22" Target="../slideLayouts/slideLayout22.xml" Type="http://schemas.openxmlformats.org/officeDocument/2006/relationships/slideLayout" /><Relationship Id="rId27" Target="../slideLayouts/slideLayout27.xml" Type="http://schemas.openxmlformats.org/officeDocument/2006/relationships/slideLayout" /><Relationship Id="rId30" Target="../slideLayouts/slideLayout30.xml" Type="http://schemas.openxmlformats.org/officeDocument/2006/relationships/slideLayout" /><Relationship Id="rId35" Target="../slideLayouts/slideLayout35.xml" Type="http://schemas.openxmlformats.org/officeDocument/2006/relationships/slideLayout" /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4A47314-FF39-5212-13D0-B0F0EC4D6A5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53215"/>
            <a:ext cx="11449050" cy="46800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r>
              <a:rPr dirty="0"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312AA5-5F5D-830C-39CC-47EC22F20269}"/>
              </a:ext>
            </a:extLst>
          </p:cNvPr>
          <p:cNvSpPr>
            <a:spLocks noGrp="1"/>
          </p:cNvSpPr>
          <p:nvPr>
            <p:ph idx="1" type="body"/>
          </p:nvPr>
        </p:nvSpPr>
        <p:spPr bwMode="gray">
          <a:xfrm>
            <a:off x="371474" y="1844675"/>
            <a:ext cx="11449051" cy="424815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pPr lvl="0"/>
            <a:r>
              <a:rPr dirty="0" lang="de-DE"/>
              <a:t>Mastertextformat bearbeiten</a:t>
            </a:r>
          </a:p>
          <a:p>
            <a:pPr lvl="1"/>
            <a:r>
              <a:rPr dirty="0" lang="de-DE"/>
              <a:t>Zweite Ebene</a:t>
            </a:r>
          </a:p>
          <a:p>
            <a:pPr lvl="2"/>
            <a:r>
              <a:rPr dirty="0" lang="de-DE"/>
              <a:t>Dritte Ebene</a:t>
            </a:r>
          </a:p>
          <a:p>
            <a:pPr lvl="3"/>
            <a:r>
              <a:rPr dirty="0" lang="de-DE"/>
              <a:t>Vierte Ebene</a:t>
            </a:r>
          </a:p>
          <a:p>
            <a:pPr lvl="4"/>
            <a:r>
              <a:rPr dirty="0"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B3D144-6343-D467-7125-13D0871E25ED}"/>
              </a:ext>
            </a:extLst>
          </p:cNvPr>
          <p:cNvSpPr>
            <a:spLocks noGrp="1"/>
          </p:cNvSpPr>
          <p:nvPr>
            <p:ph idx="2" sz="half" type="dt"/>
          </p:nvPr>
        </p:nvSpPr>
        <p:spPr bwMode="gray">
          <a:xfrm>
            <a:off x="3971924" y="6292457"/>
            <a:ext cx="5688013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0C0C63-0F7F-3488-DCE3-B3CD8156FDF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 bwMode="gray">
          <a:xfrm>
            <a:off x="1811338" y="6292457"/>
            <a:ext cx="2089150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DAA67B-89F2-60A5-2FFF-4A19E5FB399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 bwMode="gray">
          <a:xfrm>
            <a:off x="9732963" y="6292457"/>
            <a:ext cx="647700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dirty="0" lang="de-DE"/>
          </a:p>
        </p:txBody>
      </p:sp>
      <p:pic>
        <p:nvPicPr>
          <p:cNvPr descr="Logo Hochschule Mainz" id="31" name="Grafik 30">
            <a:extLst>
              <a:ext uri="{FF2B5EF4-FFF2-40B4-BE49-F238E27FC236}">
                <a16:creationId xmlns:a16="http://schemas.microsoft.com/office/drawing/2014/main" id="{12A4A6FE-53E8-5106-4263-0724D8E4219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 bwMode="gray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CC4D299A-567F-7BBF-E09B-5E7DF85B9786}"/>
              </a:ext>
            </a:extLst>
          </p:cNvPr>
          <p:cNvSpPr txBox="1"/>
          <p:nvPr userDrawn="1"/>
        </p:nvSpPr>
        <p:spPr bwMode="gray">
          <a:xfrm>
            <a:off x="371475" y="6292457"/>
            <a:ext cx="1368425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dirty="0" lang="en-US"/>
              <a:t>Hochschule Mainz</a:t>
            </a:r>
          </a:p>
          <a:p>
            <a:pPr lvl="0"/>
            <a:r>
              <a:rPr dirty="0" lang="en-US"/>
              <a:t>University of Applied Sciences</a:t>
            </a:r>
            <a:endParaRPr dirty="0" lang="de-DE"/>
          </a:p>
        </p:txBody>
      </p:sp>
    </p:spTree>
    <p:extLst>
      <p:ext uri="{BB962C8B-B14F-4D97-AF65-F5344CB8AC3E}">
        <p14:creationId xmlns:p14="http://schemas.microsoft.com/office/powerpoint/2010/main" val="38215207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3" r:id="rId1"/>
    <p:sldLayoutId id="2147483664" r:id="rId2"/>
    <p:sldLayoutId id="2147483682" r:id="rId3"/>
    <p:sldLayoutId id="2147483683" r:id="rId4"/>
    <p:sldLayoutId id="2147483649" r:id="rId5"/>
    <p:sldLayoutId id="2147483658" r:id="rId6"/>
    <p:sldLayoutId id="2147483657" r:id="rId7"/>
    <p:sldLayoutId id="2147483659" r:id="rId8"/>
    <p:sldLayoutId id="2147483684" r:id="rId9"/>
    <p:sldLayoutId id="2147483686" r:id="rId10"/>
    <p:sldLayoutId id="2147483687" r:id="rId11"/>
    <p:sldLayoutId id="2147483685" r:id="rId12"/>
    <p:sldLayoutId id="2147483656" r:id="rId13"/>
    <p:sldLayoutId id="2147483650" r:id="rId14"/>
    <p:sldLayoutId id="2147483660" r:id="rId15"/>
    <p:sldLayoutId id="2147483662" r:id="rId16"/>
    <p:sldLayoutId id="2147483661" r:id="rId17"/>
    <p:sldLayoutId id="2147483654" r:id="rId18"/>
    <p:sldLayoutId id="2147483655" r:id="rId19"/>
    <p:sldLayoutId id="2147483679" r:id="rId20"/>
    <p:sldLayoutId id="2147483680" r:id="rId21"/>
    <p:sldLayoutId id="2147483681" r:id="rId22"/>
    <p:sldLayoutId id="2147483673" r:id="rId23"/>
    <p:sldLayoutId id="2147483674" r:id="rId24"/>
    <p:sldLayoutId id="2147483675" r:id="rId25"/>
    <p:sldLayoutId id="2147483676" r:id="rId26"/>
    <p:sldLayoutId id="2147483670" r:id="rId27"/>
    <p:sldLayoutId id="2147483671" r:id="rId28"/>
    <p:sldLayoutId id="2147483672" r:id="rId29"/>
    <p:sldLayoutId id="2147483667" r:id="rId30"/>
    <p:sldLayoutId id="2147483668" r:id="rId31"/>
    <p:sldLayoutId id="2147483678" r:id="rId32"/>
    <p:sldLayoutId id="2147483666" r:id="rId33"/>
    <p:sldLayoutId id="2147483669" r:id="rId34"/>
    <p:sldLayoutId id="2147483677" r:id="rId35"/>
    <p:sldLayoutId id="2147483665" r:id="rId36"/>
  </p:sldLayoutIdLst>
  <p:hf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aseline="0" kern="1200" spc="-50" sz="3000">
          <a:solidFill>
            <a:schemeClr val="tx1"/>
          </a:solidFill>
          <a:latin charset="0" panose="02000509020000020004" pitchFamily="49" typeface="SimpleStd-Bold"/>
          <a:ea typeface="+mj-ea"/>
          <a:cs typeface="+mj-cs"/>
        </a:defRPr>
      </a:lvl1pPr>
    </p:titleStyle>
    <p:bodyStyle>
      <a:lvl1pPr algn="l" defTabSz="914400" eaLnBrk="1" hangingPunct="1" indent="-357188" latinLnBrk="0" marL="357188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tabLst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361950" latinLnBrk="0" marL="719138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357188" latinLnBrk="0" marL="1076325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357188" latinLnBrk="0" marL="1433513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361950" latinLnBrk="0" marL="1795463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17" userDrawn="1">
          <p15:clr>
            <a:srgbClr val="A4A3A4"/>
          </p15:clr>
        </p15:guide>
        <p15:guide id="3" pos="3863" userDrawn="1">
          <p15:clr>
            <a:srgbClr val="A4A3A4"/>
          </p15:clr>
        </p15:guide>
        <p15:guide id="4" pos="2048" userDrawn="1">
          <p15:clr>
            <a:srgbClr val="A4A3A4"/>
          </p15:clr>
        </p15:guide>
        <p15:guide id="5" pos="2003" userDrawn="1">
          <p15:clr>
            <a:srgbClr val="A4A3A4"/>
          </p15:clr>
        </p15:guide>
        <p15:guide id="6" pos="234" userDrawn="1">
          <p15:clr>
            <a:srgbClr val="F26B43"/>
          </p15:clr>
        </p15:guide>
        <p15:guide id="7" pos="7446" userDrawn="1">
          <p15:clr>
            <a:srgbClr val="F26B43"/>
          </p15:clr>
        </p15:guide>
        <p15:guide id="8" pos="5677" userDrawn="1">
          <p15:clr>
            <a:srgbClr val="A4A3A4"/>
          </p15:clr>
        </p15:guide>
        <p15:guide id="9" pos="5632" userDrawn="1">
          <p15:clr>
            <a:srgbClr val="A4A3A4"/>
          </p15:clr>
        </p15:guide>
        <p15:guide id="10" orient="horz" pos="3838" userDrawn="1">
          <p15:clr>
            <a:srgbClr val="F26B43"/>
          </p15:clr>
        </p15:guide>
        <p15:guide id="11" orient="horz" pos="1162" userDrawn="1">
          <p15:clr>
            <a:srgbClr val="F26B43"/>
          </p15:clr>
        </p15:guide>
        <p15:guide id="12" pos="3409" userDrawn="1">
          <p15:clr>
            <a:srgbClr val="A4A3A4"/>
          </p15:clr>
        </p15:guide>
        <p15:guide id="13" pos="3364" userDrawn="1">
          <p15:clr>
            <a:srgbClr val="A4A3A4"/>
          </p15:clr>
        </p15:guide>
        <p15:guide id="14" pos="2955" userDrawn="1">
          <p15:clr>
            <a:srgbClr val="A4A3A4"/>
          </p15:clr>
        </p15:guide>
        <p15:guide id="15" pos="2910" userDrawn="1">
          <p15:clr>
            <a:srgbClr val="A4A3A4"/>
          </p15:clr>
        </p15:guide>
        <p15:guide id="16" pos="2457" userDrawn="1">
          <p15:clr>
            <a:srgbClr val="A4A3A4"/>
          </p15:clr>
        </p15:guide>
        <p15:guide id="17" pos="2502" userDrawn="1">
          <p15:clr>
            <a:srgbClr val="A4A3A4"/>
          </p15:clr>
        </p15:guide>
        <p15:guide id="18" pos="1595" userDrawn="1">
          <p15:clr>
            <a:srgbClr val="A4A3A4"/>
          </p15:clr>
        </p15:guide>
        <p15:guide id="19" pos="1549" userDrawn="1">
          <p15:clr>
            <a:srgbClr val="A4A3A4"/>
          </p15:clr>
        </p15:guide>
        <p15:guide id="20" pos="1141" userDrawn="1">
          <p15:clr>
            <a:srgbClr val="A4A3A4"/>
          </p15:clr>
        </p15:guide>
        <p15:guide id="21" pos="1096" userDrawn="1">
          <p15:clr>
            <a:srgbClr val="A4A3A4"/>
          </p15:clr>
        </p15:guide>
        <p15:guide id="22" pos="688" userDrawn="1">
          <p15:clr>
            <a:srgbClr val="A4A3A4"/>
          </p15:clr>
        </p15:guide>
        <p15:guide id="23" pos="642" userDrawn="1">
          <p15:clr>
            <a:srgbClr val="A4A3A4"/>
          </p15:clr>
        </p15:guide>
        <p15:guide id="24" pos="4271" userDrawn="1">
          <p15:clr>
            <a:srgbClr val="A4A3A4"/>
          </p15:clr>
        </p15:guide>
        <p15:guide id="25" pos="4316" userDrawn="1">
          <p15:clr>
            <a:srgbClr val="A4A3A4"/>
          </p15:clr>
        </p15:guide>
        <p15:guide id="26" pos="4725" userDrawn="1">
          <p15:clr>
            <a:srgbClr val="A4A3A4"/>
          </p15:clr>
        </p15:guide>
        <p15:guide id="27" pos="4770" userDrawn="1">
          <p15:clr>
            <a:srgbClr val="A4A3A4"/>
          </p15:clr>
        </p15:guide>
        <p15:guide id="28" pos="5178" userDrawn="1">
          <p15:clr>
            <a:srgbClr val="A4A3A4"/>
          </p15:clr>
        </p15:guide>
        <p15:guide id="29" pos="5223" userDrawn="1">
          <p15:clr>
            <a:srgbClr val="A4A3A4"/>
          </p15:clr>
        </p15:guide>
        <p15:guide id="30" pos="6085" userDrawn="1">
          <p15:clr>
            <a:srgbClr val="A4A3A4"/>
          </p15:clr>
        </p15:guide>
        <p15:guide id="31" pos="6131" userDrawn="1">
          <p15:clr>
            <a:srgbClr val="A4A3A4"/>
          </p15:clr>
        </p15:guide>
        <p15:guide id="32" pos="6539" userDrawn="1">
          <p15:clr>
            <a:srgbClr val="A4A3A4"/>
          </p15:clr>
        </p15:guide>
        <p15:guide id="33" pos="6584" userDrawn="1">
          <p15:clr>
            <a:srgbClr val="A4A3A4"/>
          </p15:clr>
        </p15:guide>
        <p15:guide id="34" pos="6992" userDrawn="1">
          <p15:clr>
            <a:srgbClr val="A4A3A4"/>
          </p15:clr>
        </p15:guide>
        <p15:guide id="35" pos="7038" userDrawn="1">
          <p15:clr>
            <a:srgbClr val="A4A3A4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hyperlink" Target="../../../termine/11.html" TargetMode="External" /><Relationship Id="rId3" Type="http://schemas.openxmlformats.org/officeDocument/2006/relationships/hyperlink" Target="../../../glossar.html" TargetMode="External" /><Relationship Id="rId4" Type="http://schemas.openxmlformats.org/officeDocument/2006/relationships/hyperlink" Target="../../../quellen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Klausur – Grundlagen der Resilienz</a:t>
            </a:r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idx="1" type="subTitle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Cyber Security Management · Termin 11</a:t>
            </a:r>
            <a:br/>
            <a:br/>
            <a:r>
              <a:rPr/>
              <a:t>Prof. Dr. Dirk Loomans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Ablauf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Bearbeitungszeit: </a:t>
            </a:r>
            <a:r>
              <a:rPr b="1"/>
              <a:t>90 Minuten</a:t>
            </a:r>
          </a:p>
          <a:p>
            <a:pPr lvl="0"/>
            <a:r>
              <a:rPr/>
              <a:t>Hilfsmittel: </a:t>
            </a:r>
            <a:r>
              <a:rPr b="1"/>
              <a:t>keine</a:t>
            </a:r>
          </a:p>
          <a:p>
            <a:pPr lvl="0"/>
            <a:r>
              <a:rPr/>
              <a:t>Gesamtpunktzahl: </a:t>
            </a:r>
            <a:r>
              <a:rPr b="1"/>
              <a:t>20 Punkte</a:t>
            </a:r>
          </a:p>
          <a:p>
            <a:pPr lvl="0"/>
            <a:r>
              <a:rPr/>
              <a:t>Antworten kurz, präzise und strukturiert in Stichpunkten</a:t>
            </a:r>
          </a:p>
          <a:p>
            <a:pPr lvl="0"/>
            <a:r>
              <a:rPr/>
              <a:t>Pro Frage genügen 1–3 fachlich korrekte Aspekte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Aufgabenbereiche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hasCustomPrompt="1" idx="1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 Klausur folgt dem Aufbau der Probeklausur.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8300" y="1841500"/>
          <a:ext cx="11442700" cy="42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Termine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Resilienz-Grundlagen &amp; Begriffe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1–2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Safety vs. 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1, 9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Organisation &amp; Prozesse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5–6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Technische Resilienzmaßnahmen 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Technische Resilienzmaßnahmen II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OT-Resilienz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 &amp; moderne Risiken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9–10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Hinweise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Begriffe nicht nur definieren, sondern einordnen und begründen.</a:t>
            </a:r>
          </a:p>
          <a:p>
            <a:pPr lvl="0"/>
            <a:r>
              <a:rPr/>
              <a:t>Bei Abwägungen den Zielkonflikt benennen (Safety, Security, Verfügbarkeit, Wirtschaftlichkeit).</a:t>
            </a:r>
          </a:p>
          <a:p>
            <a:pPr lvl="0" indent="0" marL="0">
              <a:buNone/>
            </a:pPr>
            <a:r>
              <a:rPr/>
              <a:t>Viel Erfolg!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Material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Kapitel zum Termin</a:t>
            </a:r>
            <a:r>
              <a:rPr/>
              <a:t> · </a:t>
            </a:r>
            <a:r>
              <a:rPr>
                <a:hlinkClick r:id="rId3"/>
              </a:rPr>
              <a:t>Glossar</a:t>
            </a:r>
            <a:r>
              <a:rPr/>
              <a:t> · </a:t>
            </a:r>
            <a:r>
              <a:rPr>
                <a:hlinkClick r:id="rId4"/>
              </a:rPr>
              <a:t>Quellen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theme/theme1.xml><?xml version="1.0" encoding="utf-8"?>
<a:theme xmlns:a="http://schemas.openxmlformats.org/drawingml/2006/main" name="Hochschule Mainz">
  <a:themeElements>
    <a:clrScheme name="Benutzerdefiniert 288">
      <a:dk1>
        <a:sysClr val="windowText" lastClr="000000"/>
      </a:dk1>
      <a:lt1>
        <a:sysClr val="window" lastClr="FFFFFF"/>
      </a:lt1>
      <a:dk2>
        <a:srgbClr val="C8C8C8"/>
      </a:dk2>
      <a:lt2>
        <a:srgbClr val="E3E3E3"/>
      </a:lt2>
      <a:accent1>
        <a:srgbClr val="DC372D"/>
      </a:accent1>
      <a:accent2>
        <a:srgbClr val="E56962"/>
      </a:accent2>
      <a:accent3>
        <a:srgbClr val="EE9B96"/>
      </a:accent3>
      <a:accent4>
        <a:srgbClr val="F29400"/>
      </a:accent4>
      <a:accent5>
        <a:srgbClr val="F5AF40"/>
      </a:accent5>
      <a:accent6>
        <a:srgbClr val="F9CA80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112000"/>
          </a:lnSpc>
          <a:defRPr sz="1500"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12000"/>
          </a:lnSpc>
          <a:defRPr sz="1500" dirty="0" err="1" smtClean="0"/>
        </a:defPPr>
      </a:lstStyle>
    </a:txDef>
  </a:objectDefaults>
  <a:extraClrSchemeLst/>
  <a:custClrLst>
    <a:custClr>
      <a:srgbClr val="002D6E"/>
    </a:custClr>
    <a:custClr>
      <a:srgbClr val="19427D"/>
    </a:custClr>
    <a:custClr>
      <a:srgbClr val="4D6C9A"/>
    </a:custClr>
    <a:custClr>
      <a:srgbClr val="8096B7"/>
    </a:custClr>
    <a:custClr>
      <a:srgbClr val="0081C7"/>
    </a:custClr>
    <a:custClr>
      <a:srgbClr val="198ECD"/>
    </a:custClr>
    <a:custClr>
      <a:srgbClr val="4DA7D8"/>
    </a:custClr>
    <a:custClr>
      <a:srgbClr val="80C0E3"/>
    </a:custClr>
    <a:custClr>
      <a:srgbClr val="C8C8C8"/>
    </a:custClr>
    <a:custClr>
      <a:srgbClr val="E3E3E3"/>
    </a:custClr>
    <a:custClr>
      <a:srgbClr val="870064"/>
    </a:custClr>
    <a:custClr>
      <a:srgbClr val="E50063"/>
    </a:custClr>
    <a:custClr>
      <a:srgbClr val="00823C"/>
    </a:custClr>
    <a:custClr>
      <a:srgbClr val="97BF0D"/>
    </a:custClr>
    <a:custClr>
      <a:srgbClr val="DC372D"/>
    </a:custClr>
    <a:custClr>
      <a:srgbClr val="F29400"/>
    </a:custClr>
  </a:custClrLst>
  <a:extLst>
    <a:ext uri="{05A4C25C-085E-4340-85A3-A5531E510DB2}">
      <thm15:themeFamily xmlns:thm15="http://schemas.microsoft.com/office/thememl/2012/main" name="HSM_FB-Wirtschaft_PowerPoint.potx" id="{E1DAF04F-06FF-4E23-9DA5-D3828962D2D8}" vid="{711784A4-BC67-455E-B229-B710021B796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HSM_FB-Wirtschaft_PowerPoint_NEU</Template>
  <TotalTime>0</TotalTime>
  <Words>5807</Words>
  <Application>Microsoft Office PowerPoint</Application>
  <PresentationFormat>Breitbild</PresentationFormat>
  <Paragraphs>640</Paragraphs>
  <Slides>52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52</vt:i4>
      </vt:variant>
    </vt:vector>
  </HeadingPairs>
  <TitlesOfParts>
    <vt:vector size="57" baseType="lpstr">
      <vt:lpstr>Aptos</vt:lpstr>
      <vt:lpstr>Arial</vt:lpstr>
      <vt:lpstr>SimpleStd</vt:lpstr>
      <vt:lpstr>SimpleStd-Bold</vt:lpstr>
      <vt:lpstr>Hochschule Mainz</vt:lpstr>
      <vt:lpstr>Hier steht eine Headline zur Präsentation Hier steht eine Subheadline zur Präsentation </vt:lpstr>
      <vt:lpstr>Hier steht eine Headline zur Präsentation Hier steht eine Subheadline zur Präsentation</vt:lpstr>
      <vt:lpstr>Hier steht eine Headline zur Präsentation Hier steht eine Subheadline zur Präsentation</vt:lpstr>
      <vt:lpstr>Hier steht eine Headline zur Präsentation Hier steht eine Subheadline zur Präsentation</vt:lpstr>
      <vt:lpstr>Hier steht eine kurze Headline zur Präs Hier steht eine kurze Subheadline zur Präs</vt:lpstr>
      <vt:lpstr>Agenda</vt:lpstr>
      <vt:lpstr>Agenda</vt:lpstr>
      <vt:lpstr>Agenda</vt:lpstr>
      <vt:lpstr>Agenda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Kontakt</vt:lpstr>
      <vt:lpstr>Kontakt</vt:lpstr>
      <vt:lpstr>Kontakt</vt:lpstr>
      <vt:lpstr>Kontakt</vt:lpstr>
      <vt:lpstr>Kontakt</vt:lpstr>
      <vt:lpstr>Kontakt</vt:lpstr>
      <vt:lpstr>PowerPoint-Präsentation</vt:lpstr>
      <vt:lpstr>Vielen Dank für Ihre Aufmerksamkeit.</vt:lpstr>
      <vt:lpstr>Vielen Dank für Ihre Aufmerksamkeit.</vt:lpstr>
      <vt:lpstr>Vielen Dank für Ihre Aufmerksamkeit.</vt:lpstr>
      <vt:lpstr>Vielen Dank für Ihre Aufmerksamkeit.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Klausur – Grundlagen der Resilienz</dc:title>
  <dc:creator>Prof. Dr. Dirk Loomans</dc:creator>
  <cp:keywords/>
  <dcterms:created xsi:type="dcterms:W3CDTF">2026-10-04T13:26:59Z</dcterms:created>
  <dcterms:modified xsi:type="dcterms:W3CDTF">2026-10-04T13:26:59Z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institute">
    <vt:lpwstr>Hochschule Mainz · dirk.loomans@hs-mainz.de</vt:lpwstr>
  </property>
  <property fmtid="{D5CDD505-2E9C-101B-9397-08002B2CF9AE}" pid="11" name="institutes">
    <vt:lpwstr/>
  </property>
  <property fmtid="{D5CDD505-2E9C-101B-9397-08002B2CF9AE}" pid="12" name="labels">
    <vt:lpwstr/>
  </property>
  <property fmtid="{D5CDD505-2E9C-101B-9397-08002B2CF9AE}" pid="13" name="subtitle">
    <vt:lpwstr>Cyber Security Management · Termin 11</vt:lpwstr>
  </property>
  <property fmtid="{D5CDD505-2E9C-101B-9397-08002B2CF9AE}" pid="14" name="toc-title">
    <vt:lpwstr>Inhaltsverzeichnis</vt:lpwstr>
  </property>
</Properties>
</file>