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svg" ContentType="image/svg+xml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de-DE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17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6996"/>
    <p:restoredTop sz="94660"/>
  </p:normalViewPr>
  <p:slideViewPr>
    <p:cSldViewPr showGuides="1" snapToGrid="0">
      <p:cViewPr varScale="1">
        <p:scale>
          <a:sx d="100" n="159"/>
          <a:sy d="100" n="159"/>
        </p:scale>
        <p:origin x="222" y="150"/>
      </p:cViewPr>
      <p:guideLst>
        <p:guide pos="3817"/>
        <p:guide orient="horz" pos="2160"/>
      </p:guideLst>
    </p:cSldViewPr>
  </p:slideViewPr>
  <p:notesTextViewPr>
    <p:cViewPr>
      <p:scale>
        <a:sx d="2" n="3"/>
        <a:sy d="2" n="3"/>
      </p:scale>
      <p:origin x="0" y="0"/>
    </p:cViewPr>
  </p:notesTextViewPr>
  <p:sorterViewPr>
    <p:cViewPr>
      <p:scale>
        <a:sx d="100" n="100"/>
        <a:sy d="100" n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presProps" Target="presProps.xml" /><Relationship Id="rId41" Type="http://schemas.openxmlformats.org/officeDocument/2006/relationships/tableStyles" Target="tableStyles.xml" /><Relationship Id="rId39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4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black">
          <a:xfrm>
            <a:off x="1811337" y="4329826"/>
            <a:ext cx="10009187" cy="1300000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06" name="Grafik 5" descr="Text University of Applied Sciences">
            <a:extLst>
              <a:ext uri="{FF2B5EF4-FFF2-40B4-BE49-F238E27FC236}">
                <a16:creationId xmlns:a16="http://schemas.microsoft.com/office/drawing/2014/main" id="{5317B8EE-6150-FDB9-360A-E15DA34F2E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08" name="Grafik 7" descr="Signet Hochschule Mainz">
            <a:extLst>
              <a:ext uri="{FF2B5EF4-FFF2-40B4-BE49-F238E27FC236}">
                <a16:creationId xmlns:a16="http://schemas.microsoft.com/office/drawing/2014/main" id="{4A83CFFF-918D-561D-30E0-4F506CBD6FD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0" name="Grafik 9" descr="Schriftzug Hochschule Mainz">
            <a:extLst>
              <a:ext uri="{FF2B5EF4-FFF2-40B4-BE49-F238E27FC236}">
                <a16:creationId xmlns:a16="http://schemas.microsoft.com/office/drawing/2014/main" id="{BAA47032-D355-E4E2-EAA6-9AC975A5528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2DE7BC8A-CF21-2D60-1860-53F6E35846FE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6513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Verlauf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1" name="Grafik 20">
            <a:extLst>
              <a:ext uri="{FF2B5EF4-FFF2-40B4-BE49-F238E27FC236}">
                <a16:creationId xmlns:a16="http://schemas.microsoft.com/office/drawing/2014/main" id="{20070430-74FF-709D-E39F-885B496DB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18" name="Grafik 17" descr="Text University of Applied Sciences">
            <a:extLst>
              <a:ext uri="{FF2B5EF4-FFF2-40B4-BE49-F238E27FC236}">
                <a16:creationId xmlns:a16="http://schemas.microsoft.com/office/drawing/2014/main" id="{B33E1680-938B-74AD-D639-19259387F9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9" name="Grafik 18" descr="Signet Hochschule Mainz">
            <a:extLst>
              <a:ext uri="{FF2B5EF4-FFF2-40B4-BE49-F238E27FC236}">
                <a16:creationId xmlns:a16="http://schemas.microsoft.com/office/drawing/2014/main" id="{D195BD78-D302-3DAB-C0CF-D4364CB5B8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20" name="Grafik 19" descr="Schriftzug Hochschule Mainz">
            <a:extLst>
              <a:ext uri="{FF2B5EF4-FFF2-40B4-BE49-F238E27FC236}">
                <a16:creationId xmlns:a16="http://schemas.microsoft.com/office/drawing/2014/main" id="{F4BBCCBA-2112-1677-0687-134E8F99300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0FE9A54E-596B-E1F5-F3FE-14E03F3E7794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0097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Voll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68611D9B-CC85-7A84-A6AC-08BE9D88A5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6" name="Textplatzhalter 15">
            <a:extLst>
              <a:ext uri="{FF2B5EF4-FFF2-40B4-BE49-F238E27FC236}">
                <a16:creationId xmlns:a16="http://schemas.microsoft.com/office/drawing/2014/main" id="{C3E8BA4F-ACC0-627E-2B2C-4DBEBF86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99800" y="381233"/>
            <a:ext cx="720725" cy="663322"/>
          </a:xfrm>
          <a:custGeom>
            <a:avLst/>
            <a:gdLst>
              <a:gd name="connsiteX0" fmla="*/ 236069 w 721064"/>
              <a:gd name="connsiteY0" fmla="*/ 664 h 662921"/>
              <a:gd name="connsiteX1" fmla="*/ 252517 w 721064"/>
              <a:gd name="connsiteY1" fmla="*/ 1755 h 662921"/>
              <a:gd name="connsiteX2" fmla="*/ 708905 w 721064"/>
              <a:gd name="connsiteY2" fmla="*/ 173574 h 662921"/>
              <a:gd name="connsiteX3" fmla="*/ 721064 w 721064"/>
              <a:gd name="connsiteY3" fmla="*/ 191161 h 662921"/>
              <a:gd name="connsiteX4" fmla="*/ 721064 w 721064"/>
              <a:gd name="connsiteY4" fmla="*/ 533787 h 662921"/>
              <a:gd name="connsiteX5" fmla="*/ 709448 w 721064"/>
              <a:gd name="connsiteY5" fmla="*/ 552628 h 662921"/>
              <a:gd name="connsiteX6" fmla="*/ 492323 w 721064"/>
              <a:gd name="connsiteY6" fmla="*/ 661621 h 662921"/>
              <a:gd name="connsiteX7" fmla="*/ 480707 w 721064"/>
              <a:gd name="connsiteY7" fmla="*/ 654440 h 662921"/>
              <a:gd name="connsiteX8" fmla="*/ 480707 w 721064"/>
              <a:gd name="connsiteY8" fmla="*/ 469319 h 662921"/>
              <a:gd name="connsiteX9" fmla="*/ 469090 w 721064"/>
              <a:gd name="connsiteY9" fmla="*/ 462139 h 662921"/>
              <a:gd name="connsiteX10" fmla="*/ 251965 w 721064"/>
              <a:gd name="connsiteY10" fmla="*/ 571132 h 662921"/>
              <a:gd name="connsiteX11" fmla="*/ 240358 w 721064"/>
              <a:gd name="connsiteY11" fmla="*/ 563953 h 662921"/>
              <a:gd name="connsiteX12" fmla="*/ 240358 w 721064"/>
              <a:gd name="connsiteY12" fmla="*/ 378833 h 662921"/>
              <a:gd name="connsiteX13" fmla="*/ 228741 w 721064"/>
              <a:gd name="connsiteY13" fmla="*/ 371652 h 662921"/>
              <a:gd name="connsiteX14" fmla="*/ 11616 w 721064"/>
              <a:gd name="connsiteY14" fmla="*/ 480642 h 662921"/>
              <a:gd name="connsiteX15" fmla="*/ 0 w 721064"/>
              <a:gd name="connsiteY15" fmla="*/ 473463 h 662921"/>
              <a:gd name="connsiteX16" fmla="*/ 0 w 721064"/>
              <a:gd name="connsiteY16" fmla="*/ 130836 h 662921"/>
              <a:gd name="connsiteX17" fmla="*/ 11616 w 721064"/>
              <a:gd name="connsiteY17" fmla="*/ 111995 h 662921"/>
              <a:gd name="connsiteX18" fmla="*/ 228741 w 721064"/>
              <a:gd name="connsiteY18" fmla="*/ 3007 h 662921"/>
              <a:gd name="connsiteX19" fmla="*/ 236069 w 721064"/>
              <a:gd name="connsiteY19" fmla="*/ 664 h 66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21064" h="662921">
                <a:moveTo>
                  <a:pt x="236069" y="664"/>
                </a:moveTo>
                <a:cubicBezTo>
                  <a:pt x="240493" y="-221"/>
                  <a:pt x="246437" y="-534"/>
                  <a:pt x="252517" y="1755"/>
                </a:cubicBezTo>
                <a:lnTo>
                  <a:pt x="708905" y="173574"/>
                </a:lnTo>
                <a:cubicBezTo>
                  <a:pt x="708905" y="173574"/>
                  <a:pt x="721064" y="178152"/>
                  <a:pt x="721064" y="191161"/>
                </a:cubicBezTo>
                <a:lnTo>
                  <a:pt x="721064" y="533787"/>
                </a:lnTo>
                <a:cubicBezTo>
                  <a:pt x="721064" y="533787"/>
                  <a:pt x="721064" y="546799"/>
                  <a:pt x="709448" y="552628"/>
                </a:cubicBezTo>
                <a:lnTo>
                  <a:pt x="492323" y="661621"/>
                </a:lnTo>
                <a:cubicBezTo>
                  <a:pt x="492323" y="661621"/>
                  <a:pt x="480707" y="667447"/>
                  <a:pt x="480707" y="654440"/>
                </a:cubicBezTo>
                <a:lnTo>
                  <a:pt x="480707" y="469319"/>
                </a:lnTo>
                <a:cubicBezTo>
                  <a:pt x="480707" y="469319"/>
                  <a:pt x="480707" y="456310"/>
                  <a:pt x="469090" y="462139"/>
                </a:cubicBezTo>
                <a:lnTo>
                  <a:pt x="251965" y="571132"/>
                </a:lnTo>
                <a:cubicBezTo>
                  <a:pt x="251965" y="571132"/>
                  <a:pt x="240358" y="576959"/>
                  <a:pt x="240358" y="563953"/>
                </a:cubicBezTo>
                <a:lnTo>
                  <a:pt x="240358" y="378833"/>
                </a:lnTo>
                <a:cubicBezTo>
                  <a:pt x="240358" y="378833"/>
                  <a:pt x="240358" y="365820"/>
                  <a:pt x="228741" y="371652"/>
                </a:cubicBezTo>
                <a:lnTo>
                  <a:pt x="11616" y="480642"/>
                </a:lnTo>
                <a:cubicBezTo>
                  <a:pt x="11616" y="480642"/>
                  <a:pt x="0" y="486473"/>
                  <a:pt x="0" y="473463"/>
                </a:cubicBezTo>
                <a:lnTo>
                  <a:pt x="0" y="130836"/>
                </a:lnTo>
                <a:cubicBezTo>
                  <a:pt x="0" y="130836"/>
                  <a:pt x="0" y="117826"/>
                  <a:pt x="11616" y="111995"/>
                </a:cubicBezTo>
                <a:lnTo>
                  <a:pt x="228741" y="3007"/>
                </a:lnTo>
                <a:cubicBezTo>
                  <a:pt x="228741" y="3007"/>
                  <a:pt x="231645" y="1550"/>
                  <a:pt x="236069" y="664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7" name="Textplatzhalter 16">
            <a:extLst>
              <a:ext uri="{FF2B5EF4-FFF2-40B4-BE49-F238E27FC236}">
                <a16:creationId xmlns:a16="http://schemas.microsoft.com/office/drawing/2014/main" id="{A4D08608-EE45-E519-66A8-9D9952CFB7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188863"/>
            <a:ext cx="1200149" cy="317843"/>
          </a:xfrm>
          <a:custGeom>
            <a:avLst/>
            <a:gdLst>
              <a:gd name="connsiteX0" fmla="*/ 1096541 w 1200327"/>
              <a:gd name="connsiteY0" fmla="*/ 226738 h 317604"/>
              <a:gd name="connsiteX1" fmla="*/ 1086296 w 1200327"/>
              <a:gd name="connsiteY1" fmla="*/ 237131 h 317604"/>
              <a:gd name="connsiteX2" fmla="*/ 1086296 w 1200327"/>
              <a:gd name="connsiteY2" fmla="*/ 243131 h 317604"/>
              <a:gd name="connsiteX3" fmla="*/ 1110159 w 1200327"/>
              <a:gd name="connsiteY3" fmla="*/ 243131 h 317604"/>
              <a:gd name="connsiteX4" fmla="*/ 1110159 w 1200327"/>
              <a:gd name="connsiteY4" fmla="*/ 237131 h 317604"/>
              <a:gd name="connsiteX5" fmla="*/ 1099762 w 1200327"/>
              <a:gd name="connsiteY5" fmla="*/ 226738 h 317604"/>
              <a:gd name="connsiteX6" fmla="*/ 868078 w 1200327"/>
              <a:gd name="connsiteY6" fmla="*/ 226738 h 317604"/>
              <a:gd name="connsiteX7" fmla="*/ 857833 w 1200327"/>
              <a:gd name="connsiteY7" fmla="*/ 237131 h 317604"/>
              <a:gd name="connsiteX8" fmla="*/ 857833 w 1200327"/>
              <a:gd name="connsiteY8" fmla="*/ 243131 h 317604"/>
              <a:gd name="connsiteX9" fmla="*/ 881696 w 1200327"/>
              <a:gd name="connsiteY9" fmla="*/ 243131 h 317604"/>
              <a:gd name="connsiteX10" fmla="*/ 881696 w 1200327"/>
              <a:gd name="connsiteY10" fmla="*/ 237131 h 317604"/>
              <a:gd name="connsiteX11" fmla="*/ 871301 w 1200327"/>
              <a:gd name="connsiteY11" fmla="*/ 226738 h 317604"/>
              <a:gd name="connsiteX12" fmla="*/ 495250 w 1200327"/>
              <a:gd name="connsiteY12" fmla="*/ 226738 h 317604"/>
              <a:gd name="connsiteX13" fmla="*/ 484855 w 1200327"/>
              <a:gd name="connsiteY13" fmla="*/ 237131 h 317604"/>
              <a:gd name="connsiteX14" fmla="*/ 484855 w 1200327"/>
              <a:gd name="connsiteY14" fmla="*/ 264055 h 317604"/>
              <a:gd name="connsiteX15" fmla="*/ 495250 w 1200327"/>
              <a:gd name="connsiteY15" fmla="*/ 274446 h 317604"/>
              <a:gd name="connsiteX16" fmla="*/ 498177 w 1200327"/>
              <a:gd name="connsiteY16" fmla="*/ 274446 h 317604"/>
              <a:gd name="connsiteX17" fmla="*/ 508570 w 1200327"/>
              <a:gd name="connsiteY17" fmla="*/ 264055 h 317604"/>
              <a:gd name="connsiteX18" fmla="*/ 508570 w 1200327"/>
              <a:gd name="connsiteY18" fmla="*/ 237131 h 317604"/>
              <a:gd name="connsiteX19" fmla="*/ 498177 w 1200327"/>
              <a:gd name="connsiteY19" fmla="*/ 226738 h 317604"/>
              <a:gd name="connsiteX20" fmla="*/ 419497 w 1200327"/>
              <a:gd name="connsiteY20" fmla="*/ 226738 h 317604"/>
              <a:gd name="connsiteX21" fmla="*/ 409251 w 1200327"/>
              <a:gd name="connsiteY21" fmla="*/ 237131 h 317604"/>
              <a:gd name="connsiteX22" fmla="*/ 409251 w 1200327"/>
              <a:gd name="connsiteY22" fmla="*/ 243131 h 317604"/>
              <a:gd name="connsiteX23" fmla="*/ 433110 w 1200327"/>
              <a:gd name="connsiteY23" fmla="*/ 243131 h 317604"/>
              <a:gd name="connsiteX24" fmla="*/ 433110 w 1200327"/>
              <a:gd name="connsiteY24" fmla="*/ 237131 h 317604"/>
              <a:gd name="connsiteX25" fmla="*/ 422717 w 1200327"/>
              <a:gd name="connsiteY25" fmla="*/ 226738 h 317604"/>
              <a:gd name="connsiteX26" fmla="*/ 183722 w 1200327"/>
              <a:gd name="connsiteY26" fmla="*/ 226738 h 317604"/>
              <a:gd name="connsiteX27" fmla="*/ 173329 w 1200327"/>
              <a:gd name="connsiteY27" fmla="*/ 237131 h 317604"/>
              <a:gd name="connsiteX28" fmla="*/ 173329 w 1200327"/>
              <a:gd name="connsiteY28" fmla="*/ 264055 h 317604"/>
              <a:gd name="connsiteX29" fmla="*/ 183722 w 1200327"/>
              <a:gd name="connsiteY29" fmla="*/ 274446 h 317604"/>
              <a:gd name="connsiteX30" fmla="*/ 186649 w 1200327"/>
              <a:gd name="connsiteY30" fmla="*/ 274446 h 317604"/>
              <a:gd name="connsiteX31" fmla="*/ 197042 w 1200327"/>
              <a:gd name="connsiteY31" fmla="*/ 264055 h 317604"/>
              <a:gd name="connsiteX32" fmla="*/ 197042 w 1200327"/>
              <a:gd name="connsiteY32" fmla="*/ 237131 h 317604"/>
              <a:gd name="connsiteX33" fmla="*/ 186649 w 1200327"/>
              <a:gd name="connsiteY33" fmla="*/ 226738 h 317604"/>
              <a:gd name="connsiteX34" fmla="*/ 106902 w 1200327"/>
              <a:gd name="connsiteY34" fmla="*/ 226738 h 317604"/>
              <a:gd name="connsiteX35" fmla="*/ 96509 w 1200327"/>
              <a:gd name="connsiteY35" fmla="*/ 237131 h 317604"/>
              <a:gd name="connsiteX36" fmla="*/ 96509 w 1200327"/>
              <a:gd name="connsiteY36" fmla="*/ 264055 h 317604"/>
              <a:gd name="connsiteX37" fmla="*/ 106902 w 1200327"/>
              <a:gd name="connsiteY37" fmla="*/ 274446 h 317604"/>
              <a:gd name="connsiteX38" fmla="*/ 109829 w 1200327"/>
              <a:gd name="connsiteY38" fmla="*/ 274446 h 317604"/>
              <a:gd name="connsiteX39" fmla="*/ 120222 w 1200327"/>
              <a:gd name="connsiteY39" fmla="*/ 264055 h 317604"/>
              <a:gd name="connsiteX40" fmla="*/ 120222 w 1200327"/>
              <a:gd name="connsiteY40" fmla="*/ 237131 h 317604"/>
              <a:gd name="connsiteX41" fmla="*/ 109829 w 1200327"/>
              <a:gd name="connsiteY41" fmla="*/ 226738 h 317604"/>
              <a:gd name="connsiteX42" fmla="*/ 773079 w 1200327"/>
              <a:gd name="connsiteY42" fmla="*/ 213136 h 317604"/>
              <a:gd name="connsiteX43" fmla="*/ 800012 w 1200327"/>
              <a:gd name="connsiteY43" fmla="*/ 213136 h 317604"/>
              <a:gd name="connsiteX44" fmla="*/ 804404 w 1200327"/>
              <a:gd name="connsiteY44" fmla="*/ 217526 h 317604"/>
              <a:gd name="connsiteX45" fmla="*/ 804404 w 1200327"/>
              <a:gd name="connsiteY45" fmla="*/ 272834 h 317604"/>
              <a:gd name="connsiteX46" fmla="*/ 820798 w 1200327"/>
              <a:gd name="connsiteY46" fmla="*/ 272834 h 317604"/>
              <a:gd name="connsiteX47" fmla="*/ 825190 w 1200327"/>
              <a:gd name="connsiteY47" fmla="*/ 277366 h 317604"/>
              <a:gd name="connsiteX48" fmla="*/ 825190 w 1200327"/>
              <a:gd name="connsiteY48" fmla="*/ 283369 h 317604"/>
              <a:gd name="connsiteX49" fmla="*/ 820798 w 1200327"/>
              <a:gd name="connsiteY49" fmla="*/ 287757 h 317604"/>
              <a:gd name="connsiteX50" fmla="*/ 766931 w 1200327"/>
              <a:gd name="connsiteY50" fmla="*/ 287757 h 317604"/>
              <a:gd name="connsiteX51" fmla="*/ 762539 w 1200327"/>
              <a:gd name="connsiteY51" fmla="*/ 283369 h 317604"/>
              <a:gd name="connsiteX52" fmla="*/ 762539 w 1200327"/>
              <a:gd name="connsiteY52" fmla="*/ 277227 h 317604"/>
              <a:gd name="connsiteX53" fmla="*/ 766931 w 1200327"/>
              <a:gd name="connsiteY53" fmla="*/ 272834 h 317604"/>
              <a:gd name="connsiteX54" fmla="*/ 789473 w 1200327"/>
              <a:gd name="connsiteY54" fmla="*/ 272834 h 317604"/>
              <a:gd name="connsiteX55" fmla="*/ 789473 w 1200327"/>
              <a:gd name="connsiteY55" fmla="*/ 228059 h 317604"/>
              <a:gd name="connsiteX56" fmla="*/ 772932 w 1200327"/>
              <a:gd name="connsiteY56" fmla="*/ 228059 h 317604"/>
              <a:gd name="connsiteX57" fmla="*/ 768541 w 1200327"/>
              <a:gd name="connsiteY57" fmla="*/ 223668 h 317604"/>
              <a:gd name="connsiteX58" fmla="*/ 768541 w 1200327"/>
              <a:gd name="connsiteY58" fmla="*/ 217526 h 317604"/>
              <a:gd name="connsiteX59" fmla="*/ 773079 w 1200327"/>
              <a:gd name="connsiteY59" fmla="*/ 213136 h 317604"/>
              <a:gd name="connsiteX60" fmla="*/ 323545 w 1200327"/>
              <a:gd name="connsiteY60" fmla="*/ 213136 h 317604"/>
              <a:gd name="connsiteX61" fmla="*/ 350478 w 1200327"/>
              <a:gd name="connsiteY61" fmla="*/ 213136 h 317604"/>
              <a:gd name="connsiteX62" fmla="*/ 354870 w 1200327"/>
              <a:gd name="connsiteY62" fmla="*/ 217526 h 317604"/>
              <a:gd name="connsiteX63" fmla="*/ 354870 w 1200327"/>
              <a:gd name="connsiteY63" fmla="*/ 272834 h 317604"/>
              <a:gd name="connsiteX64" fmla="*/ 371266 w 1200327"/>
              <a:gd name="connsiteY64" fmla="*/ 272834 h 317604"/>
              <a:gd name="connsiteX65" fmla="*/ 375656 w 1200327"/>
              <a:gd name="connsiteY65" fmla="*/ 277366 h 317604"/>
              <a:gd name="connsiteX66" fmla="*/ 375656 w 1200327"/>
              <a:gd name="connsiteY66" fmla="*/ 283369 h 317604"/>
              <a:gd name="connsiteX67" fmla="*/ 371266 w 1200327"/>
              <a:gd name="connsiteY67" fmla="*/ 287757 h 317604"/>
              <a:gd name="connsiteX68" fmla="*/ 317397 w 1200327"/>
              <a:gd name="connsiteY68" fmla="*/ 287757 h 317604"/>
              <a:gd name="connsiteX69" fmla="*/ 313005 w 1200327"/>
              <a:gd name="connsiteY69" fmla="*/ 283369 h 317604"/>
              <a:gd name="connsiteX70" fmla="*/ 313005 w 1200327"/>
              <a:gd name="connsiteY70" fmla="*/ 277227 h 317604"/>
              <a:gd name="connsiteX71" fmla="*/ 317397 w 1200327"/>
              <a:gd name="connsiteY71" fmla="*/ 272834 h 317604"/>
              <a:gd name="connsiteX72" fmla="*/ 339939 w 1200327"/>
              <a:gd name="connsiteY72" fmla="*/ 272834 h 317604"/>
              <a:gd name="connsiteX73" fmla="*/ 339939 w 1200327"/>
              <a:gd name="connsiteY73" fmla="*/ 228059 h 317604"/>
              <a:gd name="connsiteX74" fmla="*/ 323398 w 1200327"/>
              <a:gd name="connsiteY74" fmla="*/ 228059 h 317604"/>
              <a:gd name="connsiteX75" fmla="*/ 319007 w 1200327"/>
              <a:gd name="connsiteY75" fmla="*/ 223668 h 317604"/>
              <a:gd name="connsiteX76" fmla="*/ 319007 w 1200327"/>
              <a:gd name="connsiteY76" fmla="*/ 217526 h 317604"/>
              <a:gd name="connsiteX77" fmla="*/ 323545 w 1200327"/>
              <a:gd name="connsiteY77" fmla="*/ 213136 h 317604"/>
              <a:gd name="connsiteX78" fmla="*/ 1171931 w 1200327"/>
              <a:gd name="connsiteY78" fmla="*/ 211817 h 317604"/>
              <a:gd name="connsiteX79" fmla="*/ 1173542 w 1200327"/>
              <a:gd name="connsiteY79" fmla="*/ 211817 h 317604"/>
              <a:gd name="connsiteX80" fmla="*/ 1198716 w 1200327"/>
              <a:gd name="connsiteY80" fmla="*/ 235811 h 317604"/>
              <a:gd name="connsiteX81" fmla="*/ 1194324 w 1200327"/>
              <a:gd name="connsiteY81" fmla="*/ 240201 h 317604"/>
              <a:gd name="connsiteX82" fmla="*/ 1188180 w 1200327"/>
              <a:gd name="connsiteY82" fmla="*/ 240201 h 317604"/>
              <a:gd name="connsiteX83" fmla="*/ 1183787 w 1200327"/>
              <a:gd name="connsiteY83" fmla="*/ 235811 h 317604"/>
              <a:gd name="connsiteX84" fmla="*/ 1173542 w 1200327"/>
              <a:gd name="connsiteY84" fmla="*/ 226738 h 317604"/>
              <a:gd name="connsiteX85" fmla="*/ 1171931 w 1200327"/>
              <a:gd name="connsiteY85" fmla="*/ 226738 h 317604"/>
              <a:gd name="connsiteX86" fmla="*/ 1161536 w 1200327"/>
              <a:gd name="connsiteY86" fmla="*/ 235079 h 317604"/>
              <a:gd name="connsiteX87" fmla="*/ 1200327 w 1200327"/>
              <a:gd name="connsiteY87" fmla="*/ 265374 h 317604"/>
              <a:gd name="connsiteX88" fmla="*/ 1174855 w 1200327"/>
              <a:gd name="connsiteY88" fmla="*/ 289369 h 317604"/>
              <a:gd name="connsiteX89" fmla="*/ 1170321 w 1200327"/>
              <a:gd name="connsiteY89" fmla="*/ 289369 h 317604"/>
              <a:gd name="connsiteX90" fmla="*/ 1145139 w 1200327"/>
              <a:gd name="connsiteY90" fmla="*/ 265374 h 317604"/>
              <a:gd name="connsiteX91" fmla="*/ 1145139 w 1200327"/>
              <a:gd name="connsiteY91" fmla="*/ 263764 h 317604"/>
              <a:gd name="connsiteX92" fmla="*/ 1149531 w 1200327"/>
              <a:gd name="connsiteY92" fmla="*/ 259373 h 317604"/>
              <a:gd name="connsiteX93" fmla="*/ 1155683 w 1200327"/>
              <a:gd name="connsiteY93" fmla="*/ 259373 h 317604"/>
              <a:gd name="connsiteX94" fmla="*/ 1160075 w 1200327"/>
              <a:gd name="connsiteY94" fmla="*/ 263764 h 317604"/>
              <a:gd name="connsiteX95" fmla="*/ 1160075 w 1200327"/>
              <a:gd name="connsiteY95" fmla="*/ 265374 h 317604"/>
              <a:gd name="connsiteX96" fmla="*/ 1170321 w 1200327"/>
              <a:gd name="connsiteY96" fmla="*/ 274446 h 317604"/>
              <a:gd name="connsiteX97" fmla="*/ 1174853 w 1200327"/>
              <a:gd name="connsiteY97" fmla="*/ 274446 h 317604"/>
              <a:gd name="connsiteX98" fmla="*/ 1185400 w 1200327"/>
              <a:gd name="connsiteY98" fmla="*/ 265374 h 317604"/>
              <a:gd name="connsiteX99" fmla="*/ 1146607 w 1200327"/>
              <a:gd name="connsiteY99" fmla="*/ 235079 h 317604"/>
              <a:gd name="connsiteX100" fmla="*/ 1171931 w 1200327"/>
              <a:gd name="connsiteY100" fmla="*/ 211817 h 317604"/>
              <a:gd name="connsiteX101" fmla="*/ 1096541 w 1200327"/>
              <a:gd name="connsiteY101" fmla="*/ 211817 h 317604"/>
              <a:gd name="connsiteX102" fmla="*/ 1099762 w 1200327"/>
              <a:gd name="connsiteY102" fmla="*/ 211817 h 317604"/>
              <a:gd name="connsiteX103" fmla="*/ 1124937 w 1200327"/>
              <a:gd name="connsiteY103" fmla="*/ 237131 h 317604"/>
              <a:gd name="connsiteX104" fmla="*/ 1124937 w 1200327"/>
              <a:gd name="connsiteY104" fmla="*/ 253662 h 317604"/>
              <a:gd name="connsiteX105" fmla="*/ 1120554 w 1200327"/>
              <a:gd name="connsiteY105" fmla="*/ 258055 h 317604"/>
              <a:gd name="connsiteX106" fmla="*/ 1086296 w 1200327"/>
              <a:gd name="connsiteY106" fmla="*/ 258055 h 317604"/>
              <a:gd name="connsiteX107" fmla="*/ 1086296 w 1200327"/>
              <a:gd name="connsiteY107" fmla="*/ 264055 h 317604"/>
              <a:gd name="connsiteX108" fmla="*/ 1096541 w 1200327"/>
              <a:gd name="connsiteY108" fmla="*/ 274446 h 317604"/>
              <a:gd name="connsiteX109" fmla="*/ 1099762 w 1200327"/>
              <a:gd name="connsiteY109" fmla="*/ 274446 h 317604"/>
              <a:gd name="connsiteX110" fmla="*/ 1109718 w 1200327"/>
              <a:gd name="connsiteY110" fmla="*/ 266685 h 317604"/>
              <a:gd name="connsiteX111" fmla="*/ 1115131 w 1200327"/>
              <a:gd name="connsiteY111" fmla="*/ 263615 h 317604"/>
              <a:gd name="connsiteX112" fmla="*/ 1120985 w 1200327"/>
              <a:gd name="connsiteY112" fmla="*/ 264933 h 317604"/>
              <a:gd name="connsiteX113" fmla="*/ 1124207 w 1200327"/>
              <a:gd name="connsiteY113" fmla="*/ 270495 h 317604"/>
              <a:gd name="connsiteX114" fmla="*/ 1099762 w 1200327"/>
              <a:gd name="connsiteY114" fmla="*/ 289369 h 317604"/>
              <a:gd name="connsiteX115" fmla="*/ 1096541 w 1200327"/>
              <a:gd name="connsiteY115" fmla="*/ 289369 h 317604"/>
              <a:gd name="connsiteX116" fmla="*/ 1071367 w 1200327"/>
              <a:gd name="connsiteY116" fmla="*/ 264055 h 317604"/>
              <a:gd name="connsiteX117" fmla="*/ 1071367 w 1200327"/>
              <a:gd name="connsiteY117" fmla="*/ 237131 h 317604"/>
              <a:gd name="connsiteX118" fmla="*/ 1096541 w 1200327"/>
              <a:gd name="connsiteY118" fmla="*/ 211817 h 317604"/>
              <a:gd name="connsiteX119" fmla="*/ 1022181 w 1200327"/>
              <a:gd name="connsiteY119" fmla="*/ 211817 h 317604"/>
              <a:gd name="connsiteX120" fmla="*/ 1025402 w 1200327"/>
              <a:gd name="connsiteY120" fmla="*/ 211817 h 317604"/>
              <a:gd name="connsiteX121" fmla="*/ 1050577 w 1200327"/>
              <a:gd name="connsiteY121" fmla="*/ 237131 h 317604"/>
              <a:gd name="connsiteX122" fmla="*/ 1046192 w 1200327"/>
              <a:gd name="connsiteY122" fmla="*/ 241522 h 317604"/>
              <a:gd name="connsiteX123" fmla="*/ 1040040 w 1200327"/>
              <a:gd name="connsiteY123" fmla="*/ 241522 h 317604"/>
              <a:gd name="connsiteX124" fmla="*/ 1035647 w 1200327"/>
              <a:gd name="connsiteY124" fmla="*/ 237131 h 317604"/>
              <a:gd name="connsiteX125" fmla="*/ 1025402 w 1200327"/>
              <a:gd name="connsiteY125" fmla="*/ 226738 h 317604"/>
              <a:gd name="connsiteX126" fmla="*/ 1022181 w 1200327"/>
              <a:gd name="connsiteY126" fmla="*/ 226738 h 317604"/>
              <a:gd name="connsiteX127" fmla="*/ 1011935 w 1200327"/>
              <a:gd name="connsiteY127" fmla="*/ 237131 h 317604"/>
              <a:gd name="connsiteX128" fmla="*/ 1011935 w 1200327"/>
              <a:gd name="connsiteY128" fmla="*/ 264055 h 317604"/>
              <a:gd name="connsiteX129" fmla="*/ 1022181 w 1200327"/>
              <a:gd name="connsiteY129" fmla="*/ 274446 h 317604"/>
              <a:gd name="connsiteX130" fmla="*/ 1025402 w 1200327"/>
              <a:gd name="connsiteY130" fmla="*/ 274446 h 317604"/>
              <a:gd name="connsiteX131" fmla="*/ 1035647 w 1200327"/>
              <a:gd name="connsiteY131" fmla="*/ 264055 h 317604"/>
              <a:gd name="connsiteX132" fmla="*/ 1040040 w 1200327"/>
              <a:gd name="connsiteY132" fmla="*/ 259515 h 317604"/>
              <a:gd name="connsiteX133" fmla="*/ 1046192 w 1200327"/>
              <a:gd name="connsiteY133" fmla="*/ 259515 h 317604"/>
              <a:gd name="connsiteX134" fmla="*/ 1050577 w 1200327"/>
              <a:gd name="connsiteY134" fmla="*/ 264055 h 317604"/>
              <a:gd name="connsiteX135" fmla="*/ 1025402 w 1200327"/>
              <a:gd name="connsiteY135" fmla="*/ 289369 h 317604"/>
              <a:gd name="connsiteX136" fmla="*/ 1022181 w 1200327"/>
              <a:gd name="connsiteY136" fmla="*/ 289369 h 317604"/>
              <a:gd name="connsiteX137" fmla="*/ 997006 w 1200327"/>
              <a:gd name="connsiteY137" fmla="*/ 264055 h 317604"/>
              <a:gd name="connsiteX138" fmla="*/ 997006 w 1200327"/>
              <a:gd name="connsiteY138" fmla="*/ 237131 h 317604"/>
              <a:gd name="connsiteX139" fmla="*/ 1022181 w 1200327"/>
              <a:gd name="connsiteY139" fmla="*/ 211817 h 317604"/>
              <a:gd name="connsiteX140" fmla="*/ 945186 w 1200327"/>
              <a:gd name="connsiteY140" fmla="*/ 211817 h 317604"/>
              <a:gd name="connsiteX141" fmla="*/ 948110 w 1200327"/>
              <a:gd name="connsiteY141" fmla="*/ 211817 h 317604"/>
              <a:gd name="connsiteX142" fmla="*/ 973434 w 1200327"/>
              <a:gd name="connsiteY142" fmla="*/ 237131 h 317604"/>
              <a:gd name="connsiteX143" fmla="*/ 973434 w 1200327"/>
              <a:gd name="connsiteY143" fmla="*/ 283369 h 317604"/>
              <a:gd name="connsiteX144" fmla="*/ 969049 w 1200327"/>
              <a:gd name="connsiteY144" fmla="*/ 287757 h 317604"/>
              <a:gd name="connsiteX145" fmla="*/ 962898 w 1200327"/>
              <a:gd name="connsiteY145" fmla="*/ 287757 h 317604"/>
              <a:gd name="connsiteX146" fmla="*/ 958505 w 1200327"/>
              <a:gd name="connsiteY146" fmla="*/ 283369 h 317604"/>
              <a:gd name="connsiteX147" fmla="*/ 958505 w 1200327"/>
              <a:gd name="connsiteY147" fmla="*/ 237131 h 317604"/>
              <a:gd name="connsiteX148" fmla="*/ 948110 w 1200327"/>
              <a:gd name="connsiteY148" fmla="*/ 226738 h 317604"/>
              <a:gd name="connsiteX149" fmla="*/ 945186 w 1200327"/>
              <a:gd name="connsiteY149" fmla="*/ 226738 h 317604"/>
              <a:gd name="connsiteX150" fmla="*/ 934642 w 1200327"/>
              <a:gd name="connsiteY150" fmla="*/ 237131 h 317604"/>
              <a:gd name="connsiteX151" fmla="*/ 934642 w 1200327"/>
              <a:gd name="connsiteY151" fmla="*/ 283369 h 317604"/>
              <a:gd name="connsiteX152" fmla="*/ 930259 w 1200327"/>
              <a:gd name="connsiteY152" fmla="*/ 287757 h 317604"/>
              <a:gd name="connsiteX153" fmla="*/ 924107 w 1200327"/>
              <a:gd name="connsiteY153" fmla="*/ 287757 h 317604"/>
              <a:gd name="connsiteX154" fmla="*/ 919715 w 1200327"/>
              <a:gd name="connsiteY154" fmla="*/ 283369 h 317604"/>
              <a:gd name="connsiteX155" fmla="*/ 919715 w 1200327"/>
              <a:gd name="connsiteY155" fmla="*/ 217526 h 317604"/>
              <a:gd name="connsiteX156" fmla="*/ 924257 w 1200327"/>
              <a:gd name="connsiteY156" fmla="*/ 213136 h 317604"/>
              <a:gd name="connsiteX157" fmla="*/ 930259 w 1200327"/>
              <a:gd name="connsiteY157" fmla="*/ 213136 h 317604"/>
              <a:gd name="connsiteX158" fmla="*/ 933472 w 1200327"/>
              <a:gd name="connsiteY158" fmla="*/ 214596 h 317604"/>
              <a:gd name="connsiteX159" fmla="*/ 945186 w 1200327"/>
              <a:gd name="connsiteY159" fmla="*/ 211817 h 317604"/>
              <a:gd name="connsiteX160" fmla="*/ 868078 w 1200327"/>
              <a:gd name="connsiteY160" fmla="*/ 211817 h 317604"/>
              <a:gd name="connsiteX161" fmla="*/ 871301 w 1200327"/>
              <a:gd name="connsiteY161" fmla="*/ 211817 h 317604"/>
              <a:gd name="connsiteX162" fmla="*/ 896474 w 1200327"/>
              <a:gd name="connsiteY162" fmla="*/ 237131 h 317604"/>
              <a:gd name="connsiteX163" fmla="*/ 896474 w 1200327"/>
              <a:gd name="connsiteY163" fmla="*/ 253662 h 317604"/>
              <a:gd name="connsiteX164" fmla="*/ 892091 w 1200327"/>
              <a:gd name="connsiteY164" fmla="*/ 258055 h 317604"/>
              <a:gd name="connsiteX165" fmla="*/ 857833 w 1200327"/>
              <a:gd name="connsiteY165" fmla="*/ 258055 h 317604"/>
              <a:gd name="connsiteX166" fmla="*/ 857833 w 1200327"/>
              <a:gd name="connsiteY166" fmla="*/ 264055 h 317604"/>
              <a:gd name="connsiteX167" fmla="*/ 868078 w 1200327"/>
              <a:gd name="connsiteY167" fmla="*/ 274446 h 317604"/>
              <a:gd name="connsiteX168" fmla="*/ 871301 w 1200327"/>
              <a:gd name="connsiteY168" fmla="*/ 274446 h 317604"/>
              <a:gd name="connsiteX169" fmla="*/ 881255 w 1200327"/>
              <a:gd name="connsiteY169" fmla="*/ 266685 h 317604"/>
              <a:gd name="connsiteX170" fmla="*/ 886668 w 1200327"/>
              <a:gd name="connsiteY170" fmla="*/ 263615 h 317604"/>
              <a:gd name="connsiteX171" fmla="*/ 892522 w 1200327"/>
              <a:gd name="connsiteY171" fmla="*/ 264933 h 317604"/>
              <a:gd name="connsiteX172" fmla="*/ 895744 w 1200327"/>
              <a:gd name="connsiteY172" fmla="*/ 270495 h 317604"/>
              <a:gd name="connsiteX173" fmla="*/ 871301 w 1200327"/>
              <a:gd name="connsiteY173" fmla="*/ 289369 h 317604"/>
              <a:gd name="connsiteX174" fmla="*/ 868078 w 1200327"/>
              <a:gd name="connsiteY174" fmla="*/ 289369 h 317604"/>
              <a:gd name="connsiteX175" fmla="*/ 842903 w 1200327"/>
              <a:gd name="connsiteY175" fmla="*/ 264055 h 317604"/>
              <a:gd name="connsiteX176" fmla="*/ 842903 w 1200327"/>
              <a:gd name="connsiteY176" fmla="*/ 237131 h 317604"/>
              <a:gd name="connsiteX177" fmla="*/ 868078 w 1200327"/>
              <a:gd name="connsiteY177" fmla="*/ 211817 h 317604"/>
              <a:gd name="connsiteX178" fmla="*/ 715699 w 1200327"/>
              <a:gd name="connsiteY178" fmla="*/ 211817 h 317604"/>
              <a:gd name="connsiteX179" fmla="*/ 718918 w 1200327"/>
              <a:gd name="connsiteY179" fmla="*/ 211817 h 317604"/>
              <a:gd name="connsiteX180" fmla="*/ 744096 w 1200327"/>
              <a:gd name="connsiteY180" fmla="*/ 237131 h 317604"/>
              <a:gd name="connsiteX181" fmla="*/ 739704 w 1200327"/>
              <a:gd name="connsiteY181" fmla="*/ 241522 h 317604"/>
              <a:gd name="connsiteX182" fmla="*/ 733556 w 1200327"/>
              <a:gd name="connsiteY182" fmla="*/ 241522 h 317604"/>
              <a:gd name="connsiteX183" fmla="*/ 729165 w 1200327"/>
              <a:gd name="connsiteY183" fmla="*/ 237131 h 317604"/>
              <a:gd name="connsiteX184" fmla="*/ 718918 w 1200327"/>
              <a:gd name="connsiteY184" fmla="*/ 226738 h 317604"/>
              <a:gd name="connsiteX185" fmla="*/ 715699 w 1200327"/>
              <a:gd name="connsiteY185" fmla="*/ 226738 h 317604"/>
              <a:gd name="connsiteX186" fmla="*/ 705451 w 1200327"/>
              <a:gd name="connsiteY186" fmla="*/ 237131 h 317604"/>
              <a:gd name="connsiteX187" fmla="*/ 705451 w 1200327"/>
              <a:gd name="connsiteY187" fmla="*/ 264055 h 317604"/>
              <a:gd name="connsiteX188" fmla="*/ 715699 w 1200327"/>
              <a:gd name="connsiteY188" fmla="*/ 274446 h 317604"/>
              <a:gd name="connsiteX189" fmla="*/ 718918 w 1200327"/>
              <a:gd name="connsiteY189" fmla="*/ 274446 h 317604"/>
              <a:gd name="connsiteX190" fmla="*/ 729165 w 1200327"/>
              <a:gd name="connsiteY190" fmla="*/ 264055 h 317604"/>
              <a:gd name="connsiteX191" fmla="*/ 733556 w 1200327"/>
              <a:gd name="connsiteY191" fmla="*/ 259515 h 317604"/>
              <a:gd name="connsiteX192" fmla="*/ 739704 w 1200327"/>
              <a:gd name="connsiteY192" fmla="*/ 259515 h 317604"/>
              <a:gd name="connsiteX193" fmla="*/ 744096 w 1200327"/>
              <a:gd name="connsiteY193" fmla="*/ 264055 h 317604"/>
              <a:gd name="connsiteX194" fmla="*/ 718918 w 1200327"/>
              <a:gd name="connsiteY194" fmla="*/ 289369 h 317604"/>
              <a:gd name="connsiteX195" fmla="*/ 715699 w 1200327"/>
              <a:gd name="connsiteY195" fmla="*/ 289369 h 317604"/>
              <a:gd name="connsiteX196" fmla="*/ 690520 w 1200327"/>
              <a:gd name="connsiteY196" fmla="*/ 264055 h 317604"/>
              <a:gd name="connsiteX197" fmla="*/ 690520 w 1200327"/>
              <a:gd name="connsiteY197" fmla="*/ 237131 h 317604"/>
              <a:gd name="connsiteX198" fmla="*/ 715699 w 1200327"/>
              <a:gd name="connsiteY198" fmla="*/ 211817 h 317604"/>
              <a:gd name="connsiteX199" fmla="*/ 419497 w 1200327"/>
              <a:gd name="connsiteY199" fmla="*/ 211817 h 317604"/>
              <a:gd name="connsiteX200" fmla="*/ 422717 w 1200327"/>
              <a:gd name="connsiteY200" fmla="*/ 211817 h 317604"/>
              <a:gd name="connsiteX201" fmla="*/ 447896 w 1200327"/>
              <a:gd name="connsiteY201" fmla="*/ 237131 h 317604"/>
              <a:gd name="connsiteX202" fmla="*/ 447896 w 1200327"/>
              <a:gd name="connsiteY202" fmla="*/ 253662 h 317604"/>
              <a:gd name="connsiteX203" fmla="*/ 443503 w 1200327"/>
              <a:gd name="connsiteY203" fmla="*/ 258055 h 317604"/>
              <a:gd name="connsiteX204" fmla="*/ 409251 w 1200327"/>
              <a:gd name="connsiteY204" fmla="*/ 258055 h 317604"/>
              <a:gd name="connsiteX205" fmla="*/ 409251 w 1200327"/>
              <a:gd name="connsiteY205" fmla="*/ 264055 h 317604"/>
              <a:gd name="connsiteX206" fmla="*/ 419497 w 1200327"/>
              <a:gd name="connsiteY206" fmla="*/ 274446 h 317604"/>
              <a:gd name="connsiteX207" fmla="*/ 422717 w 1200327"/>
              <a:gd name="connsiteY207" fmla="*/ 274446 h 317604"/>
              <a:gd name="connsiteX208" fmla="*/ 432670 w 1200327"/>
              <a:gd name="connsiteY208" fmla="*/ 266685 h 317604"/>
              <a:gd name="connsiteX209" fmla="*/ 438087 w 1200327"/>
              <a:gd name="connsiteY209" fmla="*/ 263615 h 317604"/>
              <a:gd name="connsiteX210" fmla="*/ 443942 w 1200327"/>
              <a:gd name="connsiteY210" fmla="*/ 264933 h 317604"/>
              <a:gd name="connsiteX211" fmla="*/ 447162 w 1200327"/>
              <a:gd name="connsiteY211" fmla="*/ 270495 h 317604"/>
              <a:gd name="connsiteX212" fmla="*/ 422717 w 1200327"/>
              <a:gd name="connsiteY212" fmla="*/ 289369 h 317604"/>
              <a:gd name="connsiteX213" fmla="*/ 419497 w 1200327"/>
              <a:gd name="connsiteY213" fmla="*/ 289369 h 317604"/>
              <a:gd name="connsiteX214" fmla="*/ 394320 w 1200327"/>
              <a:gd name="connsiteY214" fmla="*/ 264055 h 317604"/>
              <a:gd name="connsiteX215" fmla="*/ 394320 w 1200327"/>
              <a:gd name="connsiteY215" fmla="*/ 237131 h 317604"/>
              <a:gd name="connsiteX216" fmla="*/ 419497 w 1200327"/>
              <a:gd name="connsiteY216" fmla="*/ 211817 h 317604"/>
              <a:gd name="connsiteX217" fmla="*/ 183722 w 1200327"/>
              <a:gd name="connsiteY217" fmla="*/ 211817 h 317604"/>
              <a:gd name="connsiteX218" fmla="*/ 186649 w 1200327"/>
              <a:gd name="connsiteY218" fmla="*/ 211817 h 317604"/>
              <a:gd name="connsiteX219" fmla="*/ 211973 w 1200327"/>
              <a:gd name="connsiteY219" fmla="*/ 237131 h 317604"/>
              <a:gd name="connsiteX220" fmla="*/ 211973 w 1200327"/>
              <a:gd name="connsiteY220" fmla="*/ 264055 h 317604"/>
              <a:gd name="connsiteX221" fmla="*/ 186649 w 1200327"/>
              <a:gd name="connsiteY221" fmla="*/ 289369 h 317604"/>
              <a:gd name="connsiteX222" fmla="*/ 183722 w 1200327"/>
              <a:gd name="connsiteY222" fmla="*/ 289369 h 317604"/>
              <a:gd name="connsiteX223" fmla="*/ 173329 w 1200327"/>
              <a:gd name="connsiteY223" fmla="*/ 287028 h 317604"/>
              <a:gd name="connsiteX224" fmla="*/ 173329 w 1200327"/>
              <a:gd name="connsiteY224" fmla="*/ 313221 h 317604"/>
              <a:gd name="connsiteX225" fmla="*/ 168792 w 1200327"/>
              <a:gd name="connsiteY225" fmla="*/ 317604 h 317604"/>
              <a:gd name="connsiteX226" fmla="*/ 162789 w 1200327"/>
              <a:gd name="connsiteY226" fmla="*/ 317604 h 317604"/>
              <a:gd name="connsiteX227" fmla="*/ 158398 w 1200327"/>
              <a:gd name="connsiteY227" fmla="*/ 313221 h 317604"/>
              <a:gd name="connsiteX228" fmla="*/ 158398 w 1200327"/>
              <a:gd name="connsiteY228" fmla="*/ 217526 h 317604"/>
              <a:gd name="connsiteX229" fmla="*/ 162789 w 1200327"/>
              <a:gd name="connsiteY229" fmla="*/ 213136 h 317604"/>
              <a:gd name="connsiteX230" fmla="*/ 168792 w 1200327"/>
              <a:gd name="connsiteY230" fmla="*/ 213136 h 317604"/>
              <a:gd name="connsiteX231" fmla="*/ 172011 w 1200327"/>
              <a:gd name="connsiteY231" fmla="*/ 214596 h 317604"/>
              <a:gd name="connsiteX232" fmla="*/ 183722 w 1200327"/>
              <a:gd name="connsiteY232" fmla="*/ 211817 h 317604"/>
              <a:gd name="connsiteX233" fmla="*/ 106902 w 1200327"/>
              <a:gd name="connsiteY233" fmla="*/ 211817 h 317604"/>
              <a:gd name="connsiteX234" fmla="*/ 109829 w 1200327"/>
              <a:gd name="connsiteY234" fmla="*/ 211817 h 317604"/>
              <a:gd name="connsiteX235" fmla="*/ 135153 w 1200327"/>
              <a:gd name="connsiteY235" fmla="*/ 237131 h 317604"/>
              <a:gd name="connsiteX236" fmla="*/ 135153 w 1200327"/>
              <a:gd name="connsiteY236" fmla="*/ 264055 h 317604"/>
              <a:gd name="connsiteX237" fmla="*/ 109829 w 1200327"/>
              <a:gd name="connsiteY237" fmla="*/ 289369 h 317604"/>
              <a:gd name="connsiteX238" fmla="*/ 106902 w 1200327"/>
              <a:gd name="connsiteY238" fmla="*/ 289369 h 317604"/>
              <a:gd name="connsiteX239" fmla="*/ 96509 w 1200327"/>
              <a:gd name="connsiteY239" fmla="*/ 287028 h 317604"/>
              <a:gd name="connsiteX240" fmla="*/ 96509 w 1200327"/>
              <a:gd name="connsiteY240" fmla="*/ 313221 h 317604"/>
              <a:gd name="connsiteX241" fmla="*/ 91971 w 1200327"/>
              <a:gd name="connsiteY241" fmla="*/ 317604 h 317604"/>
              <a:gd name="connsiteX242" fmla="*/ 85969 w 1200327"/>
              <a:gd name="connsiteY242" fmla="*/ 317604 h 317604"/>
              <a:gd name="connsiteX243" fmla="*/ 81578 w 1200327"/>
              <a:gd name="connsiteY243" fmla="*/ 313221 h 317604"/>
              <a:gd name="connsiteX244" fmla="*/ 81578 w 1200327"/>
              <a:gd name="connsiteY244" fmla="*/ 217526 h 317604"/>
              <a:gd name="connsiteX245" fmla="*/ 85969 w 1200327"/>
              <a:gd name="connsiteY245" fmla="*/ 213136 h 317604"/>
              <a:gd name="connsiteX246" fmla="*/ 91971 w 1200327"/>
              <a:gd name="connsiteY246" fmla="*/ 213136 h 317604"/>
              <a:gd name="connsiteX247" fmla="*/ 95191 w 1200327"/>
              <a:gd name="connsiteY247" fmla="*/ 214596 h 317604"/>
              <a:gd name="connsiteX248" fmla="*/ 106902 w 1200327"/>
              <a:gd name="connsiteY248" fmla="*/ 211817 h 317604"/>
              <a:gd name="connsiteX249" fmla="*/ 28105 w 1200327"/>
              <a:gd name="connsiteY249" fmla="*/ 198504 h 317604"/>
              <a:gd name="connsiteX250" fmla="*/ 17273 w 1200327"/>
              <a:gd name="connsiteY250" fmla="*/ 240201 h 317604"/>
              <a:gd name="connsiteX251" fmla="*/ 42450 w 1200327"/>
              <a:gd name="connsiteY251" fmla="*/ 240201 h 317604"/>
              <a:gd name="connsiteX252" fmla="*/ 31618 w 1200327"/>
              <a:gd name="connsiteY252" fmla="*/ 198504 h 317604"/>
              <a:gd name="connsiteX253" fmla="*/ 789473 w 1200327"/>
              <a:gd name="connsiteY253" fmla="*/ 183573 h 317604"/>
              <a:gd name="connsiteX254" fmla="*/ 801331 w 1200327"/>
              <a:gd name="connsiteY254" fmla="*/ 183573 h 317604"/>
              <a:gd name="connsiteX255" fmla="*/ 805722 w 1200327"/>
              <a:gd name="connsiteY255" fmla="*/ 187963 h 317604"/>
              <a:gd name="connsiteX256" fmla="*/ 805722 w 1200327"/>
              <a:gd name="connsiteY256" fmla="*/ 199964 h 317604"/>
              <a:gd name="connsiteX257" fmla="*/ 801331 w 1200327"/>
              <a:gd name="connsiteY257" fmla="*/ 204355 h 317604"/>
              <a:gd name="connsiteX258" fmla="*/ 789473 w 1200327"/>
              <a:gd name="connsiteY258" fmla="*/ 204355 h 317604"/>
              <a:gd name="connsiteX259" fmla="*/ 784935 w 1200327"/>
              <a:gd name="connsiteY259" fmla="*/ 199964 h 317604"/>
              <a:gd name="connsiteX260" fmla="*/ 784935 w 1200327"/>
              <a:gd name="connsiteY260" fmla="*/ 187963 h 317604"/>
              <a:gd name="connsiteX261" fmla="*/ 789473 w 1200327"/>
              <a:gd name="connsiteY261" fmla="*/ 183573 h 317604"/>
              <a:gd name="connsiteX262" fmla="*/ 512961 w 1200327"/>
              <a:gd name="connsiteY262" fmla="*/ 183573 h 317604"/>
              <a:gd name="connsiteX263" fmla="*/ 519109 w 1200327"/>
              <a:gd name="connsiteY263" fmla="*/ 183573 h 317604"/>
              <a:gd name="connsiteX264" fmla="*/ 523501 w 1200327"/>
              <a:gd name="connsiteY264" fmla="*/ 187963 h 317604"/>
              <a:gd name="connsiteX265" fmla="*/ 523501 w 1200327"/>
              <a:gd name="connsiteY265" fmla="*/ 283369 h 317604"/>
              <a:gd name="connsiteX266" fmla="*/ 519109 w 1200327"/>
              <a:gd name="connsiteY266" fmla="*/ 287757 h 317604"/>
              <a:gd name="connsiteX267" fmla="*/ 513106 w 1200327"/>
              <a:gd name="connsiteY267" fmla="*/ 287757 h 317604"/>
              <a:gd name="connsiteX268" fmla="*/ 509888 w 1200327"/>
              <a:gd name="connsiteY268" fmla="*/ 286297 h 317604"/>
              <a:gd name="connsiteX269" fmla="*/ 498177 w 1200327"/>
              <a:gd name="connsiteY269" fmla="*/ 289369 h 317604"/>
              <a:gd name="connsiteX270" fmla="*/ 495250 w 1200327"/>
              <a:gd name="connsiteY270" fmla="*/ 289369 h 317604"/>
              <a:gd name="connsiteX271" fmla="*/ 469925 w 1200327"/>
              <a:gd name="connsiteY271" fmla="*/ 264055 h 317604"/>
              <a:gd name="connsiteX272" fmla="*/ 469925 w 1200327"/>
              <a:gd name="connsiteY272" fmla="*/ 237131 h 317604"/>
              <a:gd name="connsiteX273" fmla="*/ 495250 w 1200327"/>
              <a:gd name="connsiteY273" fmla="*/ 211817 h 317604"/>
              <a:gd name="connsiteX274" fmla="*/ 498177 w 1200327"/>
              <a:gd name="connsiteY274" fmla="*/ 211817 h 317604"/>
              <a:gd name="connsiteX275" fmla="*/ 508570 w 1200327"/>
              <a:gd name="connsiteY275" fmla="*/ 214009 h 317604"/>
              <a:gd name="connsiteX276" fmla="*/ 508570 w 1200327"/>
              <a:gd name="connsiteY276" fmla="*/ 187963 h 317604"/>
              <a:gd name="connsiteX277" fmla="*/ 512961 w 1200327"/>
              <a:gd name="connsiteY277" fmla="*/ 183573 h 317604"/>
              <a:gd name="connsiteX278" fmla="*/ 339939 w 1200327"/>
              <a:gd name="connsiteY278" fmla="*/ 183573 h 317604"/>
              <a:gd name="connsiteX279" fmla="*/ 351797 w 1200327"/>
              <a:gd name="connsiteY279" fmla="*/ 183573 h 317604"/>
              <a:gd name="connsiteX280" fmla="*/ 356187 w 1200327"/>
              <a:gd name="connsiteY280" fmla="*/ 187963 h 317604"/>
              <a:gd name="connsiteX281" fmla="*/ 356187 w 1200327"/>
              <a:gd name="connsiteY281" fmla="*/ 199964 h 317604"/>
              <a:gd name="connsiteX282" fmla="*/ 351797 w 1200327"/>
              <a:gd name="connsiteY282" fmla="*/ 204355 h 317604"/>
              <a:gd name="connsiteX283" fmla="*/ 339939 w 1200327"/>
              <a:gd name="connsiteY283" fmla="*/ 204355 h 317604"/>
              <a:gd name="connsiteX284" fmla="*/ 335401 w 1200327"/>
              <a:gd name="connsiteY284" fmla="*/ 199964 h 317604"/>
              <a:gd name="connsiteX285" fmla="*/ 335401 w 1200327"/>
              <a:gd name="connsiteY285" fmla="*/ 187963 h 317604"/>
              <a:gd name="connsiteX286" fmla="*/ 339939 w 1200327"/>
              <a:gd name="connsiteY286" fmla="*/ 183573 h 317604"/>
              <a:gd name="connsiteX287" fmla="*/ 241177 w 1200327"/>
              <a:gd name="connsiteY287" fmla="*/ 183573 h 317604"/>
              <a:gd name="connsiteX288" fmla="*/ 267964 w 1200327"/>
              <a:gd name="connsiteY288" fmla="*/ 183573 h 317604"/>
              <a:gd name="connsiteX289" fmla="*/ 272502 w 1200327"/>
              <a:gd name="connsiteY289" fmla="*/ 187963 h 317604"/>
              <a:gd name="connsiteX290" fmla="*/ 272502 w 1200327"/>
              <a:gd name="connsiteY290" fmla="*/ 272836 h 317604"/>
              <a:gd name="connsiteX291" fmla="*/ 290506 w 1200327"/>
              <a:gd name="connsiteY291" fmla="*/ 272836 h 317604"/>
              <a:gd name="connsiteX292" fmla="*/ 294898 w 1200327"/>
              <a:gd name="connsiteY292" fmla="*/ 277227 h 317604"/>
              <a:gd name="connsiteX293" fmla="*/ 294898 w 1200327"/>
              <a:gd name="connsiteY293" fmla="*/ 283369 h 317604"/>
              <a:gd name="connsiteX294" fmla="*/ 290506 w 1200327"/>
              <a:gd name="connsiteY294" fmla="*/ 287757 h 317604"/>
              <a:gd name="connsiteX295" fmla="*/ 235174 w 1200327"/>
              <a:gd name="connsiteY295" fmla="*/ 287757 h 317604"/>
              <a:gd name="connsiteX296" fmla="*/ 230784 w 1200327"/>
              <a:gd name="connsiteY296" fmla="*/ 283369 h 317604"/>
              <a:gd name="connsiteX297" fmla="*/ 230784 w 1200327"/>
              <a:gd name="connsiteY297" fmla="*/ 277227 h 317604"/>
              <a:gd name="connsiteX298" fmla="*/ 235174 w 1200327"/>
              <a:gd name="connsiteY298" fmla="*/ 272836 h 317604"/>
              <a:gd name="connsiteX299" fmla="*/ 257571 w 1200327"/>
              <a:gd name="connsiteY299" fmla="*/ 272836 h 317604"/>
              <a:gd name="connsiteX300" fmla="*/ 257571 w 1200327"/>
              <a:gd name="connsiteY300" fmla="*/ 198504 h 317604"/>
              <a:gd name="connsiteX301" fmla="*/ 241177 w 1200327"/>
              <a:gd name="connsiteY301" fmla="*/ 198504 h 317604"/>
              <a:gd name="connsiteX302" fmla="*/ 236785 w 1200327"/>
              <a:gd name="connsiteY302" fmla="*/ 194113 h 317604"/>
              <a:gd name="connsiteX303" fmla="*/ 236785 w 1200327"/>
              <a:gd name="connsiteY303" fmla="*/ 187963 h 317604"/>
              <a:gd name="connsiteX304" fmla="*/ 241177 w 1200327"/>
              <a:gd name="connsiteY304" fmla="*/ 183573 h 317604"/>
              <a:gd name="connsiteX305" fmla="*/ 20200 w 1200327"/>
              <a:gd name="connsiteY305" fmla="*/ 183573 h 317604"/>
              <a:gd name="connsiteX306" fmla="*/ 39523 w 1200327"/>
              <a:gd name="connsiteY306" fmla="*/ 183573 h 317604"/>
              <a:gd name="connsiteX307" fmla="*/ 43914 w 1200327"/>
              <a:gd name="connsiteY307" fmla="*/ 186793 h 317604"/>
              <a:gd name="connsiteX308" fmla="*/ 59577 w 1200327"/>
              <a:gd name="connsiteY308" fmla="*/ 246201 h 317604"/>
              <a:gd name="connsiteX309" fmla="*/ 59723 w 1200327"/>
              <a:gd name="connsiteY309" fmla="*/ 247082 h 317604"/>
              <a:gd name="connsiteX310" fmla="*/ 59723 w 1200327"/>
              <a:gd name="connsiteY310" fmla="*/ 283369 h 317604"/>
              <a:gd name="connsiteX311" fmla="*/ 55332 w 1200327"/>
              <a:gd name="connsiteY311" fmla="*/ 287757 h 317604"/>
              <a:gd name="connsiteX312" fmla="*/ 49184 w 1200327"/>
              <a:gd name="connsiteY312" fmla="*/ 287757 h 317604"/>
              <a:gd name="connsiteX313" fmla="*/ 44792 w 1200327"/>
              <a:gd name="connsiteY313" fmla="*/ 283369 h 317604"/>
              <a:gd name="connsiteX314" fmla="*/ 44792 w 1200327"/>
              <a:gd name="connsiteY314" fmla="*/ 255124 h 317604"/>
              <a:gd name="connsiteX315" fmla="*/ 14931 w 1200327"/>
              <a:gd name="connsiteY315" fmla="*/ 255124 h 317604"/>
              <a:gd name="connsiteX316" fmla="*/ 14931 w 1200327"/>
              <a:gd name="connsiteY316" fmla="*/ 283369 h 317604"/>
              <a:gd name="connsiteX317" fmla="*/ 10686 w 1200327"/>
              <a:gd name="connsiteY317" fmla="*/ 287757 h 317604"/>
              <a:gd name="connsiteX318" fmla="*/ 4391 w 1200327"/>
              <a:gd name="connsiteY318" fmla="*/ 287757 h 317604"/>
              <a:gd name="connsiteX319" fmla="*/ 0 w 1200327"/>
              <a:gd name="connsiteY319" fmla="*/ 283369 h 317604"/>
              <a:gd name="connsiteX320" fmla="*/ 0 w 1200327"/>
              <a:gd name="connsiteY320" fmla="*/ 247082 h 317604"/>
              <a:gd name="connsiteX321" fmla="*/ 146 w 1200327"/>
              <a:gd name="connsiteY321" fmla="*/ 246201 h 317604"/>
              <a:gd name="connsiteX322" fmla="*/ 15809 w 1200327"/>
              <a:gd name="connsiteY322" fmla="*/ 186793 h 317604"/>
              <a:gd name="connsiteX323" fmla="*/ 20200 w 1200327"/>
              <a:gd name="connsiteY323" fmla="*/ 183573 h 317604"/>
              <a:gd name="connsiteX324" fmla="*/ 640606 w 1200327"/>
              <a:gd name="connsiteY324" fmla="*/ 181967 h 317604"/>
              <a:gd name="connsiteX325" fmla="*/ 643824 w 1200327"/>
              <a:gd name="connsiteY325" fmla="*/ 181967 h 317604"/>
              <a:gd name="connsiteX326" fmla="*/ 669148 w 1200327"/>
              <a:gd name="connsiteY326" fmla="*/ 207277 h 317604"/>
              <a:gd name="connsiteX327" fmla="*/ 669148 w 1200327"/>
              <a:gd name="connsiteY327" fmla="*/ 210355 h 317604"/>
              <a:gd name="connsiteX328" fmla="*/ 664758 w 1200327"/>
              <a:gd name="connsiteY328" fmla="*/ 214745 h 317604"/>
              <a:gd name="connsiteX329" fmla="*/ 658610 w 1200327"/>
              <a:gd name="connsiteY329" fmla="*/ 214745 h 317604"/>
              <a:gd name="connsiteX330" fmla="*/ 654219 w 1200327"/>
              <a:gd name="connsiteY330" fmla="*/ 210355 h 317604"/>
              <a:gd name="connsiteX331" fmla="*/ 654219 w 1200327"/>
              <a:gd name="connsiteY331" fmla="*/ 207277 h 317604"/>
              <a:gd name="connsiteX332" fmla="*/ 643824 w 1200327"/>
              <a:gd name="connsiteY332" fmla="*/ 196894 h 317604"/>
              <a:gd name="connsiteX333" fmla="*/ 640606 w 1200327"/>
              <a:gd name="connsiteY333" fmla="*/ 196894 h 317604"/>
              <a:gd name="connsiteX334" fmla="*/ 630211 w 1200327"/>
              <a:gd name="connsiteY334" fmla="*/ 207277 h 317604"/>
              <a:gd name="connsiteX335" fmla="*/ 630211 w 1200327"/>
              <a:gd name="connsiteY335" fmla="*/ 211817 h 317604"/>
              <a:gd name="connsiteX336" fmla="*/ 670466 w 1200327"/>
              <a:gd name="connsiteY336" fmla="*/ 259373 h 317604"/>
              <a:gd name="connsiteX337" fmla="*/ 670466 w 1200327"/>
              <a:gd name="connsiteY337" fmla="*/ 264055 h 317604"/>
              <a:gd name="connsiteX338" fmla="*/ 645142 w 1200327"/>
              <a:gd name="connsiteY338" fmla="*/ 289369 h 317604"/>
              <a:gd name="connsiteX339" fmla="*/ 639286 w 1200327"/>
              <a:gd name="connsiteY339" fmla="*/ 289369 h 317604"/>
              <a:gd name="connsiteX340" fmla="*/ 613964 w 1200327"/>
              <a:gd name="connsiteY340" fmla="*/ 264055 h 317604"/>
              <a:gd name="connsiteX341" fmla="*/ 613964 w 1200327"/>
              <a:gd name="connsiteY341" fmla="*/ 260834 h 317604"/>
              <a:gd name="connsiteX342" fmla="*/ 618355 w 1200327"/>
              <a:gd name="connsiteY342" fmla="*/ 256443 h 317604"/>
              <a:gd name="connsiteX343" fmla="*/ 624503 w 1200327"/>
              <a:gd name="connsiteY343" fmla="*/ 256443 h 317604"/>
              <a:gd name="connsiteX344" fmla="*/ 628895 w 1200327"/>
              <a:gd name="connsiteY344" fmla="*/ 260834 h 317604"/>
              <a:gd name="connsiteX345" fmla="*/ 628895 w 1200327"/>
              <a:gd name="connsiteY345" fmla="*/ 264055 h 317604"/>
              <a:gd name="connsiteX346" fmla="*/ 639286 w 1200327"/>
              <a:gd name="connsiteY346" fmla="*/ 274446 h 317604"/>
              <a:gd name="connsiteX347" fmla="*/ 645142 w 1200327"/>
              <a:gd name="connsiteY347" fmla="*/ 274446 h 317604"/>
              <a:gd name="connsiteX348" fmla="*/ 655535 w 1200327"/>
              <a:gd name="connsiteY348" fmla="*/ 264055 h 317604"/>
              <a:gd name="connsiteX349" fmla="*/ 655535 w 1200327"/>
              <a:gd name="connsiteY349" fmla="*/ 259373 h 317604"/>
              <a:gd name="connsiteX350" fmla="*/ 615281 w 1200327"/>
              <a:gd name="connsiteY350" fmla="*/ 211817 h 317604"/>
              <a:gd name="connsiteX351" fmla="*/ 615281 w 1200327"/>
              <a:gd name="connsiteY351" fmla="*/ 207277 h 317604"/>
              <a:gd name="connsiteX352" fmla="*/ 640606 w 1200327"/>
              <a:gd name="connsiteY352" fmla="*/ 181967 h 317604"/>
              <a:gd name="connsiteX353" fmla="*/ 851539 w 1200327"/>
              <a:gd name="connsiteY353" fmla="*/ 44853 h 317604"/>
              <a:gd name="connsiteX354" fmla="*/ 841293 w 1200327"/>
              <a:gd name="connsiteY354" fmla="*/ 55241 h 317604"/>
              <a:gd name="connsiteX355" fmla="*/ 841293 w 1200327"/>
              <a:gd name="connsiteY355" fmla="*/ 82164 h 317604"/>
              <a:gd name="connsiteX356" fmla="*/ 851539 w 1200327"/>
              <a:gd name="connsiteY356" fmla="*/ 92553 h 317604"/>
              <a:gd name="connsiteX357" fmla="*/ 854759 w 1200327"/>
              <a:gd name="connsiteY357" fmla="*/ 92553 h 317604"/>
              <a:gd name="connsiteX358" fmla="*/ 865007 w 1200327"/>
              <a:gd name="connsiteY358" fmla="*/ 82164 h 317604"/>
              <a:gd name="connsiteX359" fmla="*/ 865007 w 1200327"/>
              <a:gd name="connsiteY359" fmla="*/ 55241 h 317604"/>
              <a:gd name="connsiteX360" fmla="*/ 854759 w 1200327"/>
              <a:gd name="connsiteY360" fmla="*/ 44853 h 317604"/>
              <a:gd name="connsiteX361" fmla="*/ 330236 w 1200327"/>
              <a:gd name="connsiteY361" fmla="*/ 44853 h 317604"/>
              <a:gd name="connsiteX362" fmla="*/ 319990 w 1200327"/>
              <a:gd name="connsiteY362" fmla="*/ 55241 h 317604"/>
              <a:gd name="connsiteX363" fmla="*/ 319990 w 1200327"/>
              <a:gd name="connsiteY363" fmla="*/ 61240 h 317604"/>
              <a:gd name="connsiteX364" fmla="*/ 343849 w 1200327"/>
              <a:gd name="connsiteY364" fmla="*/ 61240 h 317604"/>
              <a:gd name="connsiteX365" fmla="*/ 343849 w 1200327"/>
              <a:gd name="connsiteY365" fmla="*/ 55241 h 317604"/>
              <a:gd name="connsiteX366" fmla="*/ 333456 w 1200327"/>
              <a:gd name="connsiteY366" fmla="*/ 44853 h 317604"/>
              <a:gd name="connsiteX367" fmla="*/ 691692 w 1200327"/>
              <a:gd name="connsiteY367" fmla="*/ 31245 h 317604"/>
              <a:gd name="connsiteX368" fmla="*/ 697840 w 1200327"/>
              <a:gd name="connsiteY368" fmla="*/ 31245 h 317604"/>
              <a:gd name="connsiteX369" fmla="*/ 702233 w 1200327"/>
              <a:gd name="connsiteY369" fmla="*/ 34317 h 317604"/>
              <a:gd name="connsiteX370" fmla="*/ 713650 w 1200327"/>
              <a:gd name="connsiteY370" fmla="*/ 79531 h 317604"/>
              <a:gd name="connsiteX371" fmla="*/ 725506 w 1200327"/>
              <a:gd name="connsiteY371" fmla="*/ 34464 h 317604"/>
              <a:gd name="connsiteX372" fmla="*/ 729751 w 1200327"/>
              <a:gd name="connsiteY372" fmla="*/ 31245 h 317604"/>
              <a:gd name="connsiteX373" fmla="*/ 735754 w 1200327"/>
              <a:gd name="connsiteY373" fmla="*/ 31245 h 317604"/>
              <a:gd name="connsiteX374" fmla="*/ 739999 w 1200327"/>
              <a:gd name="connsiteY374" fmla="*/ 36951 h 317604"/>
              <a:gd name="connsiteX375" fmla="*/ 718774 w 1200327"/>
              <a:gd name="connsiteY375" fmla="*/ 112453 h 317604"/>
              <a:gd name="connsiteX376" fmla="*/ 690813 w 1200327"/>
              <a:gd name="connsiteY376" fmla="*/ 129720 h 317604"/>
              <a:gd name="connsiteX377" fmla="*/ 687740 w 1200327"/>
              <a:gd name="connsiteY377" fmla="*/ 129720 h 317604"/>
              <a:gd name="connsiteX378" fmla="*/ 683350 w 1200327"/>
              <a:gd name="connsiteY378" fmla="*/ 125330 h 317604"/>
              <a:gd name="connsiteX379" fmla="*/ 683350 w 1200327"/>
              <a:gd name="connsiteY379" fmla="*/ 119184 h 317604"/>
              <a:gd name="connsiteX380" fmla="*/ 687740 w 1200327"/>
              <a:gd name="connsiteY380" fmla="*/ 114795 h 317604"/>
              <a:gd name="connsiteX381" fmla="*/ 694329 w 1200327"/>
              <a:gd name="connsiteY381" fmla="*/ 114795 h 317604"/>
              <a:gd name="connsiteX382" fmla="*/ 704281 w 1200327"/>
              <a:gd name="connsiteY382" fmla="*/ 108796 h 317604"/>
              <a:gd name="connsiteX383" fmla="*/ 706771 w 1200327"/>
              <a:gd name="connsiteY383" fmla="*/ 100893 h 317604"/>
              <a:gd name="connsiteX384" fmla="*/ 687447 w 1200327"/>
              <a:gd name="connsiteY384" fmla="*/ 37098 h 317604"/>
              <a:gd name="connsiteX385" fmla="*/ 691692 w 1200327"/>
              <a:gd name="connsiteY385" fmla="*/ 31245 h 317604"/>
              <a:gd name="connsiteX386" fmla="*/ 544405 w 1200327"/>
              <a:gd name="connsiteY386" fmla="*/ 31245 h 317604"/>
              <a:gd name="connsiteX387" fmla="*/ 571339 w 1200327"/>
              <a:gd name="connsiteY387" fmla="*/ 31245 h 317604"/>
              <a:gd name="connsiteX388" fmla="*/ 575729 w 1200327"/>
              <a:gd name="connsiteY388" fmla="*/ 35634 h 317604"/>
              <a:gd name="connsiteX389" fmla="*/ 575729 w 1200327"/>
              <a:gd name="connsiteY389" fmla="*/ 90944 h 317604"/>
              <a:gd name="connsiteX390" fmla="*/ 592125 w 1200327"/>
              <a:gd name="connsiteY390" fmla="*/ 90944 h 317604"/>
              <a:gd name="connsiteX391" fmla="*/ 596516 w 1200327"/>
              <a:gd name="connsiteY391" fmla="*/ 95480 h 317604"/>
              <a:gd name="connsiteX392" fmla="*/ 596516 w 1200327"/>
              <a:gd name="connsiteY392" fmla="*/ 101480 h 317604"/>
              <a:gd name="connsiteX393" fmla="*/ 592125 w 1200327"/>
              <a:gd name="connsiteY393" fmla="*/ 105869 h 317604"/>
              <a:gd name="connsiteX394" fmla="*/ 538256 w 1200327"/>
              <a:gd name="connsiteY394" fmla="*/ 105869 h 317604"/>
              <a:gd name="connsiteX395" fmla="*/ 533866 w 1200327"/>
              <a:gd name="connsiteY395" fmla="*/ 101480 h 317604"/>
              <a:gd name="connsiteX396" fmla="*/ 533866 w 1200327"/>
              <a:gd name="connsiteY396" fmla="*/ 95333 h 317604"/>
              <a:gd name="connsiteX397" fmla="*/ 538256 w 1200327"/>
              <a:gd name="connsiteY397" fmla="*/ 90944 h 317604"/>
              <a:gd name="connsiteX398" fmla="*/ 560800 w 1200327"/>
              <a:gd name="connsiteY398" fmla="*/ 90944 h 317604"/>
              <a:gd name="connsiteX399" fmla="*/ 560800 w 1200327"/>
              <a:gd name="connsiteY399" fmla="*/ 46169 h 317604"/>
              <a:gd name="connsiteX400" fmla="*/ 544259 w 1200327"/>
              <a:gd name="connsiteY400" fmla="*/ 46169 h 317604"/>
              <a:gd name="connsiteX401" fmla="*/ 539867 w 1200327"/>
              <a:gd name="connsiteY401" fmla="*/ 41779 h 317604"/>
              <a:gd name="connsiteX402" fmla="*/ 539867 w 1200327"/>
              <a:gd name="connsiteY402" fmla="*/ 35634 h 317604"/>
              <a:gd name="connsiteX403" fmla="*/ 544405 w 1200327"/>
              <a:gd name="connsiteY403" fmla="*/ 31245 h 317604"/>
              <a:gd name="connsiteX404" fmla="*/ 226832 w 1200327"/>
              <a:gd name="connsiteY404" fmla="*/ 31245 h 317604"/>
              <a:gd name="connsiteX405" fmla="*/ 233273 w 1200327"/>
              <a:gd name="connsiteY405" fmla="*/ 31245 h 317604"/>
              <a:gd name="connsiteX406" fmla="*/ 237518 w 1200327"/>
              <a:gd name="connsiteY406" fmla="*/ 34171 h 317604"/>
              <a:gd name="connsiteX407" fmla="*/ 254793 w 1200327"/>
              <a:gd name="connsiteY407" fmla="*/ 86408 h 317604"/>
              <a:gd name="connsiteX408" fmla="*/ 272063 w 1200327"/>
              <a:gd name="connsiteY408" fmla="*/ 34171 h 317604"/>
              <a:gd name="connsiteX409" fmla="*/ 276310 w 1200327"/>
              <a:gd name="connsiteY409" fmla="*/ 31245 h 317604"/>
              <a:gd name="connsiteX410" fmla="*/ 282749 w 1200327"/>
              <a:gd name="connsiteY410" fmla="*/ 31245 h 317604"/>
              <a:gd name="connsiteX411" fmla="*/ 286994 w 1200327"/>
              <a:gd name="connsiteY411" fmla="*/ 37244 h 317604"/>
              <a:gd name="connsiteX412" fmla="*/ 264012 w 1200327"/>
              <a:gd name="connsiteY412" fmla="*/ 102943 h 317604"/>
              <a:gd name="connsiteX413" fmla="*/ 260060 w 1200327"/>
              <a:gd name="connsiteY413" fmla="*/ 105869 h 317604"/>
              <a:gd name="connsiteX414" fmla="*/ 249521 w 1200327"/>
              <a:gd name="connsiteY414" fmla="*/ 105869 h 317604"/>
              <a:gd name="connsiteX415" fmla="*/ 245569 w 1200327"/>
              <a:gd name="connsiteY415" fmla="*/ 102943 h 317604"/>
              <a:gd name="connsiteX416" fmla="*/ 222587 w 1200327"/>
              <a:gd name="connsiteY416" fmla="*/ 37244 h 317604"/>
              <a:gd name="connsiteX417" fmla="*/ 226832 w 1200327"/>
              <a:gd name="connsiteY417" fmla="*/ 31245 h 317604"/>
              <a:gd name="connsiteX418" fmla="*/ 163288 w 1200327"/>
              <a:gd name="connsiteY418" fmla="*/ 31245 h 317604"/>
              <a:gd name="connsiteX419" fmla="*/ 190223 w 1200327"/>
              <a:gd name="connsiteY419" fmla="*/ 31245 h 317604"/>
              <a:gd name="connsiteX420" fmla="*/ 194615 w 1200327"/>
              <a:gd name="connsiteY420" fmla="*/ 35634 h 317604"/>
              <a:gd name="connsiteX421" fmla="*/ 194615 w 1200327"/>
              <a:gd name="connsiteY421" fmla="*/ 90944 h 317604"/>
              <a:gd name="connsiteX422" fmla="*/ 211009 w 1200327"/>
              <a:gd name="connsiteY422" fmla="*/ 90944 h 317604"/>
              <a:gd name="connsiteX423" fmla="*/ 215399 w 1200327"/>
              <a:gd name="connsiteY423" fmla="*/ 95480 h 317604"/>
              <a:gd name="connsiteX424" fmla="*/ 215399 w 1200327"/>
              <a:gd name="connsiteY424" fmla="*/ 101480 h 317604"/>
              <a:gd name="connsiteX425" fmla="*/ 211009 w 1200327"/>
              <a:gd name="connsiteY425" fmla="*/ 105869 h 317604"/>
              <a:gd name="connsiteX426" fmla="*/ 157141 w 1200327"/>
              <a:gd name="connsiteY426" fmla="*/ 105869 h 317604"/>
              <a:gd name="connsiteX427" fmla="*/ 152749 w 1200327"/>
              <a:gd name="connsiteY427" fmla="*/ 101480 h 317604"/>
              <a:gd name="connsiteX428" fmla="*/ 152749 w 1200327"/>
              <a:gd name="connsiteY428" fmla="*/ 95333 h 317604"/>
              <a:gd name="connsiteX429" fmla="*/ 157141 w 1200327"/>
              <a:gd name="connsiteY429" fmla="*/ 90944 h 317604"/>
              <a:gd name="connsiteX430" fmla="*/ 179683 w 1200327"/>
              <a:gd name="connsiteY430" fmla="*/ 90944 h 317604"/>
              <a:gd name="connsiteX431" fmla="*/ 179683 w 1200327"/>
              <a:gd name="connsiteY431" fmla="*/ 46169 h 317604"/>
              <a:gd name="connsiteX432" fmla="*/ 163142 w 1200327"/>
              <a:gd name="connsiteY432" fmla="*/ 46169 h 317604"/>
              <a:gd name="connsiteX433" fmla="*/ 158751 w 1200327"/>
              <a:gd name="connsiteY433" fmla="*/ 41779 h 317604"/>
              <a:gd name="connsiteX434" fmla="*/ 158751 w 1200327"/>
              <a:gd name="connsiteY434" fmla="*/ 35634 h 317604"/>
              <a:gd name="connsiteX435" fmla="*/ 163288 w 1200327"/>
              <a:gd name="connsiteY435" fmla="*/ 31245 h 317604"/>
              <a:gd name="connsiteX436" fmla="*/ 851539 w 1200327"/>
              <a:gd name="connsiteY436" fmla="*/ 29928 h 317604"/>
              <a:gd name="connsiteX437" fmla="*/ 854759 w 1200327"/>
              <a:gd name="connsiteY437" fmla="*/ 29928 h 317604"/>
              <a:gd name="connsiteX438" fmla="*/ 879934 w 1200327"/>
              <a:gd name="connsiteY438" fmla="*/ 55241 h 317604"/>
              <a:gd name="connsiteX439" fmla="*/ 879934 w 1200327"/>
              <a:gd name="connsiteY439" fmla="*/ 82164 h 317604"/>
              <a:gd name="connsiteX440" fmla="*/ 854759 w 1200327"/>
              <a:gd name="connsiteY440" fmla="*/ 107478 h 317604"/>
              <a:gd name="connsiteX441" fmla="*/ 851539 w 1200327"/>
              <a:gd name="connsiteY441" fmla="*/ 107478 h 317604"/>
              <a:gd name="connsiteX442" fmla="*/ 826362 w 1200327"/>
              <a:gd name="connsiteY442" fmla="*/ 82164 h 317604"/>
              <a:gd name="connsiteX443" fmla="*/ 826362 w 1200327"/>
              <a:gd name="connsiteY443" fmla="*/ 55241 h 317604"/>
              <a:gd name="connsiteX444" fmla="*/ 851539 w 1200327"/>
              <a:gd name="connsiteY444" fmla="*/ 29928 h 317604"/>
              <a:gd name="connsiteX445" fmla="*/ 488635 w 1200327"/>
              <a:gd name="connsiteY445" fmla="*/ 29928 h 317604"/>
              <a:gd name="connsiteX446" fmla="*/ 490245 w 1200327"/>
              <a:gd name="connsiteY446" fmla="*/ 29928 h 317604"/>
              <a:gd name="connsiteX447" fmla="*/ 515421 w 1200327"/>
              <a:gd name="connsiteY447" fmla="*/ 53924 h 317604"/>
              <a:gd name="connsiteX448" fmla="*/ 511031 w 1200327"/>
              <a:gd name="connsiteY448" fmla="*/ 58314 h 317604"/>
              <a:gd name="connsiteX449" fmla="*/ 504883 w 1200327"/>
              <a:gd name="connsiteY449" fmla="*/ 58314 h 317604"/>
              <a:gd name="connsiteX450" fmla="*/ 500491 w 1200327"/>
              <a:gd name="connsiteY450" fmla="*/ 53924 h 317604"/>
              <a:gd name="connsiteX451" fmla="*/ 490245 w 1200327"/>
              <a:gd name="connsiteY451" fmla="*/ 44853 h 317604"/>
              <a:gd name="connsiteX452" fmla="*/ 488635 w 1200327"/>
              <a:gd name="connsiteY452" fmla="*/ 44853 h 317604"/>
              <a:gd name="connsiteX453" fmla="*/ 478240 w 1200327"/>
              <a:gd name="connsiteY453" fmla="*/ 53193 h 317604"/>
              <a:gd name="connsiteX454" fmla="*/ 517032 w 1200327"/>
              <a:gd name="connsiteY454" fmla="*/ 83482 h 317604"/>
              <a:gd name="connsiteX455" fmla="*/ 491562 w 1200327"/>
              <a:gd name="connsiteY455" fmla="*/ 107478 h 317604"/>
              <a:gd name="connsiteX456" fmla="*/ 487022 w 1200327"/>
              <a:gd name="connsiteY456" fmla="*/ 107478 h 317604"/>
              <a:gd name="connsiteX457" fmla="*/ 461846 w 1200327"/>
              <a:gd name="connsiteY457" fmla="*/ 83482 h 317604"/>
              <a:gd name="connsiteX458" fmla="*/ 461846 w 1200327"/>
              <a:gd name="connsiteY458" fmla="*/ 81872 h 317604"/>
              <a:gd name="connsiteX459" fmla="*/ 466238 w 1200327"/>
              <a:gd name="connsiteY459" fmla="*/ 77482 h 317604"/>
              <a:gd name="connsiteX460" fmla="*/ 472384 w 1200327"/>
              <a:gd name="connsiteY460" fmla="*/ 77482 h 317604"/>
              <a:gd name="connsiteX461" fmla="*/ 476777 w 1200327"/>
              <a:gd name="connsiteY461" fmla="*/ 81872 h 317604"/>
              <a:gd name="connsiteX462" fmla="*/ 476777 w 1200327"/>
              <a:gd name="connsiteY462" fmla="*/ 83482 h 317604"/>
              <a:gd name="connsiteX463" fmla="*/ 487022 w 1200327"/>
              <a:gd name="connsiteY463" fmla="*/ 92553 h 317604"/>
              <a:gd name="connsiteX464" fmla="*/ 491562 w 1200327"/>
              <a:gd name="connsiteY464" fmla="*/ 92553 h 317604"/>
              <a:gd name="connsiteX465" fmla="*/ 502101 w 1200327"/>
              <a:gd name="connsiteY465" fmla="*/ 83482 h 317604"/>
              <a:gd name="connsiteX466" fmla="*/ 463310 w 1200327"/>
              <a:gd name="connsiteY466" fmla="*/ 53193 h 317604"/>
              <a:gd name="connsiteX467" fmla="*/ 488635 w 1200327"/>
              <a:gd name="connsiteY467" fmla="*/ 29928 h 317604"/>
              <a:gd name="connsiteX468" fmla="*/ 413248 w 1200327"/>
              <a:gd name="connsiteY468" fmla="*/ 29928 h 317604"/>
              <a:gd name="connsiteX469" fmla="*/ 416176 w 1200327"/>
              <a:gd name="connsiteY469" fmla="*/ 29928 h 317604"/>
              <a:gd name="connsiteX470" fmla="*/ 441500 w 1200327"/>
              <a:gd name="connsiteY470" fmla="*/ 55241 h 317604"/>
              <a:gd name="connsiteX471" fmla="*/ 441500 w 1200327"/>
              <a:gd name="connsiteY471" fmla="*/ 65630 h 317604"/>
              <a:gd name="connsiteX472" fmla="*/ 437108 w 1200327"/>
              <a:gd name="connsiteY472" fmla="*/ 70020 h 317604"/>
              <a:gd name="connsiteX473" fmla="*/ 430959 w 1200327"/>
              <a:gd name="connsiteY473" fmla="*/ 70020 h 317604"/>
              <a:gd name="connsiteX474" fmla="*/ 426569 w 1200327"/>
              <a:gd name="connsiteY474" fmla="*/ 65630 h 317604"/>
              <a:gd name="connsiteX475" fmla="*/ 426569 w 1200327"/>
              <a:gd name="connsiteY475" fmla="*/ 55241 h 317604"/>
              <a:gd name="connsiteX476" fmla="*/ 416176 w 1200327"/>
              <a:gd name="connsiteY476" fmla="*/ 44853 h 317604"/>
              <a:gd name="connsiteX477" fmla="*/ 413248 w 1200327"/>
              <a:gd name="connsiteY477" fmla="*/ 44853 h 317604"/>
              <a:gd name="connsiteX478" fmla="*/ 402710 w 1200327"/>
              <a:gd name="connsiteY478" fmla="*/ 55241 h 317604"/>
              <a:gd name="connsiteX479" fmla="*/ 402710 w 1200327"/>
              <a:gd name="connsiteY479" fmla="*/ 90944 h 317604"/>
              <a:gd name="connsiteX480" fmla="*/ 425106 w 1200327"/>
              <a:gd name="connsiteY480" fmla="*/ 90944 h 317604"/>
              <a:gd name="connsiteX481" fmla="*/ 429496 w 1200327"/>
              <a:gd name="connsiteY481" fmla="*/ 95333 h 317604"/>
              <a:gd name="connsiteX482" fmla="*/ 429496 w 1200327"/>
              <a:gd name="connsiteY482" fmla="*/ 101480 h 317604"/>
              <a:gd name="connsiteX483" fmla="*/ 425106 w 1200327"/>
              <a:gd name="connsiteY483" fmla="*/ 105869 h 317604"/>
              <a:gd name="connsiteX484" fmla="*/ 380166 w 1200327"/>
              <a:gd name="connsiteY484" fmla="*/ 105869 h 317604"/>
              <a:gd name="connsiteX485" fmla="*/ 375773 w 1200327"/>
              <a:gd name="connsiteY485" fmla="*/ 101480 h 317604"/>
              <a:gd name="connsiteX486" fmla="*/ 375773 w 1200327"/>
              <a:gd name="connsiteY486" fmla="*/ 95333 h 317604"/>
              <a:gd name="connsiteX487" fmla="*/ 380166 w 1200327"/>
              <a:gd name="connsiteY487" fmla="*/ 90944 h 317604"/>
              <a:gd name="connsiteX488" fmla="*/ 387777 w 1200327"/>
              <a:gd name="connsiteY488" fmla="*/ 90944 h 317604"/>
              <a:gd name="connsiteX489" fmla="*/ 387777 w 1200327"/>
              <a:gd name="connsiteY489" fmla="*/ 55241 h 317604"/>
              <a:gd name="connsiteX490" fmla="*/ 413248 w 1200327"/>
              <a:gd name="connsiteY490" fmla="*/ 29928 h 317604"/>
              <a:gd name="connsiteX491" fmla="*/ 330236 w 1200327"/>
              <a:gd name="connsiteY491" fmla="*/ 29928 h 317604"/>
              <a:gd name="connsiteX492" fmla="*/ 333456 w 1200327"/>
              <a:gd name="connsiteY492" fmla="*/ 29928 h 317604"/>
              <a:gd name="connsiteX493" fmla="*/ 358633 w 1200327"/>
              <a:gd name="connsiteY493" fmla="*/ 55241 h 317604"/>
              <a:gd name="connsiteX494" fmla="*/ 358633 w 1200327"/>
              <a:gd name="connsiteY494" fmla="*/ 71776 h 317604"/>
              <a:gd name="connsiteX495" fmla="*/ 354242 w 1200327"/>
              <a:gd name="connsiteY495" fmla="*/ 76165 h 317604"/>
              <a:gd name="connsiteX496" fmla="*/ 319990 w 1200327"/>
              <a:gd name="connsiteY496" fmla="*/ 76165 h 317604"/>
              <a:gd name="connsiteX497" fmla="*/ 319990 w 1200327"/>
              <a:gd name="connsiteY497" fmla="*/ 82164 h 317604"/>
              <a:gd name="connsiteX498" fmla="*/ 330236 w 1200327"/>
              <a:gd name="connsiteY498" fmla="*/ 92553 h 317604"/>
              <a:gd name="connsiteX499" fmla="*/ 333456 w 1200327"/>
              <a:gd name="connsiteY499" fmla="*/ 92553 h 317604"/>
              <a:gd name="connsiteX500" fmla="*/ 343411 w 1200327"/>
              <a:gd name="connsiteY500" fmla="*/ 84798 h 317604"/>
              <a:gd name="connsiteX501" fmla="*/ 348826 w 1200327"/>
              <a:gd name="connsiteY501" fmla="*/ 81726 h 317604"/>
              <a:gd name="connsiteX502" fmla="*/ 354681 w 1200327"/>
              <a:gd name="connsiteY502" fmla="*/ 83043 h 317604"/>
              <a:gd name="connsiteX503" fmla="*/ 357901 w 1200327"/>
              <a:gd name="connsiteY503" fmla="*/ 88602 h 317604"/>
              <a:gd name="connsiteX504" fmla="*/ 333456 w 1200327"/>
              <a:gd name="connsiteY504" fmla="*/ 107478 h 317604"/>
              <a:gd name="connsiteX505" fmla="*/ 330236 w 1200327"/>
              <a:gd name="connsiteY505" fmla="*/ 107478 h 317604"/>
              <a:gd name="connsiteX506" fmla="*/ 305059 w 1200327"/>
              <a:gd name="connsiteY506" fmla="*/ 82164 h 317604"/>
              <a:gd name="connsiteX507" fmla="*/ 305059 w 1200327"/>
              <a:gd name="connsiteY507" fmla="*/ 55241 h 317604"/>
              <a:gd name="connsiteX508" fmla="*/ 330236 w 1200327"/>
              <a:gd name="connsiteY508" fmla="*/ 29928 h 317604"/>
              <a:gd name="connsiteX509" fmla="*/ 105908 w 1200327"/>
              <a:gd name="connsiteY509" fmla="*/ 29928 h 317604"/>
              <a:gd name="connsiteX510" fmla="*/ 108835 w 1200327"/>
              <a:gd name="connsiteY510" fmla="*/ 29928 h 317604"/>
              <a:gd name="connsiteX511" fmla="*/ 134159 w 1200327"/>
              <a:gd name="connsiteY511" fmla="*/ 55241 h 317604"/>
              <a:gd name="connsiteX512" fmla="*/ 134159 w 1200327"/>
              <a:gd name="connsiteY512" fmla="*/ 101480 h 317604"/>
              <a:gd name="connsiteX513" fmla="*/ 129768 w 1200327"/>
              <a:gd name="connsiteY513" fmla="*/ 105869 h 317604"/>
              <a:gd name="connsiteX514" fmla="*/ 123620 w 1200327"/>
              <a:gd name="connsiteY514" fmla="*/ 105869 h 317604"/>
              <a:gd name="connsiteX515" fmla="*/ 119228 w 1200327"/>
              <a:gd name="connsiteY515" fmla="*/ 101480 h 317604"/>
              <a:gd name="connsiteX516" fmla="*/ 119228 w 1200327"/>
              <a:gd name="connsiteY516" fmla="*/ 55241 h 317604"/>
              <a:gd name="connsiteX517" fmla="*/ 108835 w 1200327"/>
              <a:gd name="connsiteY517" fmla="*/ 44853 h 317604"/>
              <a:gd name="connsiteX518" fmla="*/ 105908 w 1200327"/>
              <a:gd name="connsiteY518" fmla="*/ 44853 h 317604"/>
              <a:gd name="connsiteX519" fmla="*/ 95368 w 1200327"/>
              <a:gd name="connsiteY519" fmla="*/ 55241 h 317604"/>
              <a:gd name="connsiteX520" fmla="*/ 95368 w 1200327"/>
              <a:gd name="connsiteY520" fmla="*/ 101480 h 317604"/>
              <a:gd name="connsiteX521" fmla="*/ 90977 w 1200327"/>
              <a:gd name="connsiteY521" fmla="*/ 105869 h 317604"/>
              <a:gd name="connsiteX522" fmla="*/ 84829 w 1200327"/>
              <a:gd name="connsiteY522" fmla="*/ 105869 h 317604"/>
              <a:gd name="connsiteX523" fmla="*/ 80437 w 1200327"/>
              <a:gd name="connsiteY523" fmla="*/ 101480 h 317604"/>
              <a:gd name="connsiteX524" fmla="*/ 80437 w 1200327"/>
              <a:gd name="connsiteY524" fmla="*/ 35634 h 317604"/>
              <a:gd name="connsiteX525" fmla="*/ 84975 w 1200327"/>
              <a:gd name="connsiteY525" fmla="*/ 31245 h 317604"/>
              <a:gd name="connsiteX526" fmla="*/ 90977 w 1200327"/>
              <a:gd name="connsiteY526" fmla="*/ 31245 h 317604"/>
              <a:gd name="connsiteX527" fmla="*/ 94197 w 1200327"/>
              <a:gd name="connsiteY527" fmla="*/ 32708 h 317604"/>
              <a:gd name="connsiteX528" fmla="*/ 105908 w 1200327"/>
              <a:gd name="connsiteY528" fmla="*/ 29928 h 317604"/>
              <a:gd name="connsiteX529" fmla="*/ 622411 w 1200327"/>
              <a:gd name="connsiteY529" fmla="*/ 1687 h 317604"/>
              <a:gd name="connsiteX530" fmla="*/ 628704 w 1200327"/>
              <a:gd name="connsiteY530" fmla="*/ 1687 h 317604"/>
              <a:gd name="connsiteX531" fmla="*/ 633097 w 1200327"/>
              <a:gd name="connsiteY531" fmla="*/ 6077 h 317604"/>
              <a:gd name="connsiteX532" fmla="*/ 633097 w 1200327"/>
              <a:gd name="connsiteY532" fmla="*/ 34317 h 317604"/>
              <a:gd name="connsiteX533" fmla="*/ 658275 w 1200327"/>
              <a:gd name="connsiteY533" fmla="*/ 34317 h 317604"/>
              <a:gd name="connsiteX534" fmla="*/ 662811 w 1200327"/>
              <a:gd name="connsiteY534" fmla="*/ 38707 h 317604"/>
              <a:gd name="connsiteX535" fmla="*/ 662811 w 1200327"/>
              <a:gd name="connsiteY535" fmla="*/ 44853 h 317604"/>
              <a:gd name="connsiteX536" fmla="*/ 658275 w 1200327"/>
              <a:gd name="connsiteY536" fmla="*/ 49242 h 317604"/>
              <a:gd name="connsiteX537" fmla="*/ 633097 w 1200327"/>
              <a:gd name="connsiteY537" fmla="*/ 49242 h 317604"/>
              <a:gd name="connsiteX538" fmla="*/ 633097 w 1200327"/>
              <a:gd name="connsiteY538" fmla="*/ 82165 h 317604"/>
              <a:gd name="connsiteX539" fmla="*/ 643490 w 1200327"/>
              <a:gd name="connsiteY539" fmla="*/ 92553 h 317604"/>
              <a:gd name="connsiteX540" fmla="*/ 653883 w 1200327"/>
              <a:gd name="connsiteY540" fmla="*/ 82165 h 317604"/>
              <a:gd name="connsiteX541" fmla="*/ 653883 w 1200327"/>
              <a:gd name="connsiteY541" fmla="*/ 78945 h 317604"/>
              <a:gd name="connsiteX542" fmla="*/ 658275 w 1200327"/>
              <a:gd name="connsiteY542" fmla="*/ 74555 h 317604"/>
              <a:gd name="connsiteX543" fmla="*/ 664421 w 1200327"/>
              <a:gd name="connsiteY543" fmla="*/ 74555 h 317604"/>
              <a:gd name="connsiteX544" fmla="*/ 668814 w 1200327"/>
              <a:gd name="connsiteY544" fmla="*/ 78945 h 317604"/>
              <a:gd name="connsiteX545" fmla="*/ 668814 w 1200327"/>
              <a:gd name="connsiteY545" fmla="*/ 82164 h 317604"/>
              <a:gd name="connsiteX546" fmla="*/ 643490 w 1200327"/>
              <a:gd name="connsiteY546" fmla="*/ 107478 h 317604"/>
              <a:gd name="connsiteX547" fmla="*/ 618166 w 1200327"/>
              <a:gd name="connsiteY547" fmla="*/ 82164 h 317604"/>
              <a:gd name="connsiteX548" fmla="*/ 618166 w 1200327"/>
              <a:gd name="connsiteY548" fmla="*/ 49242 h 317604"/>
              <a:gd name="connsiteX549" fmla="*/ 610555 w 1200327"/>
              <a:gd name="connsiteY549" fmla="*/ 49242 h 317604"/>
              <a:gd name="connsiteX550" fmla="*/ 606162 w 1200327"/>
              <a:gd name="connsiteY550" fmla="*/ 44706 h 317604"/>
              <a:gd name="connsiteX551" fmla="*/ 606162 w 1200327"/>
              <a:gd name="connsiteY551" fmla="*/ 38853 h 317604"/>
              <a:gd name="connsiteX552" fmla="*/ 610555 w 1200327"/>
              <a:gd name="connsiteY552" fmla="*/ 34317 h 317604"/>
              <a:gd name="connsiteX553" fmla="*/ 618166 w 1200327"/>
              <a:gd name="connsiteY553" fmla="*/ 34317 h 317604"/>
              <a:gd name="connsiteX554" fmla="*/ 618166 w 1200327"/>
              <a:gd name="connsiteY554" fmla="*/ 6077 h 317604"/>
              <a:gd name="connsiteX555" fmla="*/ 622411 w 1200327"/>
              <a:gd name="connsiteY555" fmla="*/ 1687 h 317604"/>
              <a:gd name="connsiteX556" fmla="*/ 560800 w 1200327"/>
              <a:gd name="connsiteY556" fmla="*/ 1687 h 317604"/>
              <a:gd name="connsiteX557" fmla="*/ 572656 w 1200327"/>
              <a:gd name="connsiteY557" fmla="*/ 1687 h 317604"/>
              <a:gd name="connsiteX558" fmla="*/ 577047 w 1200327"/>
              <a:gd name="connsiteY558" fmla="*/ 6077 h 317604"/>
              <a:gd name="connsiteX559" fmla="*/ 577047 w 1200327"/>
              <a:gd name="connsiteY559" fmla="*/ 18076 h 317604"/>
              <a:gd name="connsiteX560" fmla="*/ 572656 w 1200327"/>
              <a:gd name="connsiteY560" fmla="*/ 22465 h 317604"/>
              <a:gd name="connsiteX561" fmla="*/ 560800 w 1200327"/>
              <a:gd name="connsiteY561" fmla="*/ 22465 h 317604"/>
              <a:gd name="connsiteX562" fmla="*/ 556261 w 1200327"/>
              <a:gd name="connsiteY562" fmla="*/ 18076 h 317604"/>
              <a:gd name="connsiteX563" fmla="*/ 556261 w 1200327"/>
              <a:gd name="connsiteY563" fmla="*/ 6077 h 317604"/>
              <a:gd name="connsiteX564" fmla="*/ 560800 w 1200327"/>
              <a:gd name="connsiteY564" fmla="*/ 1687 h 317604"/>
              <a:gd name="connsiteX565" fmla="*/ 179683 w 1200327"/>
              <a:gd name="connsiteY565" fmla="*/ 1687 h 317604"/>
              <a:gd name="connsiteX566" fmla="*/ 191540 w 1200327"/>
              <a:gd name="connsiteY566" fmla="*/ 1687 h 317604"/>
              <a:gd name="connsiteX567" fmla="*/ 195930 w 1200327"/>
              <a:gd name="connsiteY567" fmla="*/ 6077 h 317604"/>
              <a:gd name="connsiteX568" fmla="*/ 195930 w 1200327"/>
              <a:gd name="connsiteY568" fmla="*/ 18076 h 317604"/>
              <a:gd name="connsiteX569" fmla="*/ 191540 w 1200327"/>
              <a:gd name="connsiteY569" fmla="*/ 22465 h 317604"/>
              <a:gd name="connsiteX570" fmla="*/ 179683 w 1200327"/>
              <a:gd name="connsiteY570" fmla="*/ 22465 h 317604"/>
              <a:gd name="connsiteX571" fmla="*/ 175146 w 1200327"/>
              <a:gd name="connsiteY571" fmla="*/ 18076 h 317604"/>
              <a:gd name="connsiteX572" fmla="*/ 175146 w 1200327"/>
              <a:gd name="connsiteY572" fmla="*/ 6077 h 317604"/>
              <a:gd name="connsiteX573" fmla="*/ 179683 w 1200327"/>
              <a:gd name="connsiteY573" fmla="*/ 1687 h 317604"/>
              <a:gd name="connsiteX574" fmla="*/ 7540 w 1200327"/>
              <a:gd name="connsiteY574" fmla="*/ 1687 h 317604"/>
              <a:gd name="connsiteX575" fmla="*/ 13542 w 1200327"/>
              <a:gd name="connsiteY575" fmla="*/ 1687 h 317604"/>
              <a:gd name="connsiteX576" fmla="*/ 17933 w 1200327"/>
              <a:gd name="connsiteY576" fmla="*/ 6077 h 317604"/>
              <a:gd name="connsiteX577" fmla="*/ 17933 w 1200327"/>
              <a:gd name="connsiteY577" fmla="*/ 82164 h 317604"/>
              <a:gd name="connsiteX578" fmla="*/ 28326 w 1200327"/>
              <a:gd name="connsiteY578" fmla="*/ 92553 h 317604"/>
              <a:gd name="connsiteX579" fmla="*/ 31546 w 1200327"/>
              <a:gd name="connsiteY579" fmla="*/ 92553 h 317604"/>
              <a:gd name="connsiteX580" fmla="*/ 41939 w 1200327"/>
              <a:gd name="connsiteY580" fmla="*/ 82164 h 317604"/>
              <a:gd name="connsiteX581" fmla="*/ 41939 w 1200327"/>
              <a:gd name="connsiteY581" fmla="*/ 6077 h 317604"/>
              <a:gd name="connsiteX582" fmla="*/ 46331 w 1200327"/>
              <a:gd name="connsiteY582" fmla="*/ 1687 h 317604"/>
              <a:gd name="connsiteX583" fmla="*/ 52332 w 1200327"/>
              <a:gd name="connsiteY583" fmla="*/ 1687 h 317604"/>
              <a:gd name="connsiteX584" fmla="*/ 56724 w 1200327"/>
              <a:gd name="connsiteY584" fmla="*/ 6077 h 317604"/>
              <a:gd name="connsiteX585" fmla="*/ 56724 w 1200327"/>
              <a:gd name="connsiteY585" fmla="*/ 82164 h 317604"/>
              <a:gd name="connsiteX586" fmla="*/ 31546 w 1200327"/>
              <a:gd name="connsiteY586" fmla="*/ 107478 h 317604"/>
              <a:gd name="connsiteX587" fmla="*/ 28326 w 1200327"/>
              <a:gd name="connsiteY587" fmla="*/ 107478 h 317604"/>
              <a:gd name="connsiteX588" fmla="*/ 3149 w 1200327"/>
              <a:gd name="connsiteY588" fmla="*/ 82164 h 317604"/>
              <a:gd name="connsiteX589" fmla="*/ 3149 w 1200327"/>
              <a:gd name="connsiteY589" fmla="*/ 6077 h 317604"/>
              <a:gd name="connsiteX590" fmla="*/ 7540 w 1200327"/>
              <a:gd name="connsiteY590" fmla="*/ 1687 h 317604"/>
              <a:gd name="connsiteX591" fmla="*/ 937375 w 1200327"/>
              <a:gd name="connsiteY591" fmla="*/ 0 h 317604"/>
              <a:gd name="connsiteX592" fmla="*/ 943236 w 1200327"/>
              <a:gd name="connsiteY592" fmla="*/ 0 h 317604"/>
              <a:gd name="connsiteX593" fmla="*/ 967090 w 1200327"/>
              <a:gd name="connsiteY593" fmla="*/ 25313 h 317604"/>
              <a:gd name="connsiteX594" fmla="*/ 967090 w 1200327"/>
              <a:gd name="connsiteY594" fmla="*/ 34385 h 317604"/>
              <a:gd name="connsiteX595" fmla="*/ 962699 w 1200327"/>
              <a:gd name="connsiteY595" fmla="*/ 38775 h 317604"/>
              <a:gd name="connsiteX596" fmla="*/ 956555 w 1200327"/>
              <a:gd name="connsiteY596" fmla="*/ 38775 h 317604"/>
              <a:gd name="connsiteX597" fmla="*/ 952162 w 1200327"/>
              <a:gd name="connsiteY597" fmla="*/ 34385 h 317604"/>
              <a:gd name="connsiteX598" fmla="*/ 952162 w 1200327"/>
              <a:gd name="connsiteY598" fmla="*/ 25313 h 317604"/>
              <a:gd name="connsiteX599" fmla="*/ 943087 w 1200327"/>
              <a:gd name="connsiteY599" fmla="*/ 14924 h 317604"/>
              <a:gd name="connsiteX600" fmla="*/ 937524 w 1200327"/>
              <a:gd name="connsiteY600" fmla="*/ 14924 h 317604"/>
              <a:gd name="connsiteX601" fmla="*/ 928449 w 1200327"/>
              <a:gd name="connsiteY601" fmla="*/ 25313 h 317604"/>
              <a:gd name="connsiteX602" fmla="*/ 928449 w 1200327"/>
              <a:gd name="connsiteY602" fmla="*/ 37390 h 317604"/>
              <a:gd name="connsiteX603" fmla="*/ 941917 w 1200327"/>
              <a:gd name="connsiteY603" fmla="*/ 37390 h 317604"/>
              <a:gd name="connsiteX604" fmla="*/ 946309 w 1200327"/>
              <a:gd name="connsiteY604" fmla="*/ 41779 h 317604"/>
              <a:gd name="connsiteX605" fmla="*/ 946309 w 1200327"/>
              <a:gd name="connsiteY605" fmla="*/ 47925 h 317604"/>
              <a:gd name="connsiteX606" fmla="*/ 941917 w 1200327"/>
              <a:gd name="connsiteY606" fmla="*/ 52315 h 317604"/>
              <a:gd name="connsiteX607" fmla="*/ 928449 w 1200327"/>
              <a:gd name="connsiteY607" fmla="*/ 52315 h 317604"/>
              <a:gd name="connsiteX608" fmla="*/ 928449 w 1200327"/>
              <a:gd name="connsiteY608" fmla="*/ 90944 h 317604"/>
              <a:gd name="connsiteX609" fmla="*/ 950841 w 1200327"/>
              <a:gd name="connsiteY609" fmla="*/ 90944 h 317604"/>
              <a:gd name="connsiteX610" fmla="*/ 955234 w 1200327"/>
              <a:gd name="connsiteY610" fmla="*/ 95333 h 317604"/>
              <a:gd name="connsiteX611" fmla="*/ 955234 w 1200327"/>
              <a:gd name="connsiteY611" fmla="*/ 101480 h 317604"/>
              <a:gd name="connsiteX612" fmla="*/ 950841 w 1200327"/>
              <a:gd name="connsiteY612" fmla="*/ 105869 h 317604"/>
              <a:gd name="connsiteX613" fmla="*/ 904296 w 1200327"/>
              <a:gd name="connsiteY613" fmla="*/ 105869 h 317604"/>
              <a:gd name="connsiteX614" fmla="*/ 900053 w 1200327"/>
              <a:gd name="connsiteY614" fmla="*/ 101480 h 317604"/>
              <a:gd name="connsiteX615" fmla="*/ 900053 w 1200327"/>
              <a:gd name="connsiteY615" fmla="*/ 95333 h 317604"/>
              <a:gd name="connsiteX616" fmla="*/ 904296 w 1200327"/>
              <a:gd name="connsiteY616" fmla="*/ 90944 h 317604"/>
              <a:gd name="connsiteX617" fmla="*/ 913519 w 1200327"/>
              <a:gd name="connsiteY617" fmla="*/ 90944 h 317604"/>
              <a:gd name="connsiteX618" fmla="*/ 913519 w 1200327"/>
              <a:gd name="connsiteY618" fmla="*/ 52315 h 317604"/>
              <a:gd name="connsiteX619" fmla="*/ 905907 w 1200327"/>
              <a:gd name="connsiteY619" fmla="*/ 52315 h 317604"/>
              <a:gd name="connsiteX620" fmla="*/ 901514 w 1200327"/>
              <a:gd name="connsiteY620" fmla="*/ 47925 h 317604"/>
              <a:gd name="connsiteX621" fmla="*/ 901514 w 1200327"/>
              <a:gd name="connsiteY621" fmla="*/ 41779 h 317604"/>
              <a:gd name="connsiteX622" fmla="*/ 905907 w 1200327"/>
              <a:gd name="connsiteY622" fmla="*/ 37390 h 317604"/>
              <a:gd name="connsiteX623" fmla="*/ 913519 w 1200327"/>
              <a:gd name="connsiteY623" fmla="*/ 37390 h 317604"/>
              <a:gd name="connsiteX624" fmla="*/ 913519 w 1200327"/>
              <a:gd name="connsiteY624" fmla="*/ 25313 h 317604"/>
              <a:gd name="connsiteX625" fmla="*/ 937375 w 1200327"/>
              <a:gd name="connsiteY625" fmla="*/ 0 h 31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</a:cxnLst>
            <a:rect l="l" t="t" r="r" b="b"/>
            <a:pathLst>
              <a:path w="1200327" h="317604">
                <a:moveTo>
                  <a:pt x="1096541" y="226738"/>
                </a:moveTo>
                <a:cubicBezTo>
                  <a:pt x="1090837" y="226738"/>
                  <a:pt x="1086296" y="231420"/>
                  <a:pt x="1086296" y="237131"/>
                </a:cubicBezTo>
                <a:lnTo>
                  <a:pt x="1086296" y="243131"/>
                </a:lnTo>
                <a:lnTo>
                  <a:pt x="1110159" y="243131"/>
                </a:lnTo>
                <a:lnTo>
                  <a:pt x="1110159" y="237131"/>
                </a:lnTo>
                <a:cubicBezTo>
                  <a:pt x="1110159" y="231420"/>
                  <a:pt x="1105475" y="226738"/>
                  <a:pt x="1099762" y="226738"/>
                </a:cubicBezTo>
                <a:close/>
                <a:moveTo>
                  <a:pt x="868078" y="226738"/>
                </a:moveTo>
                <a:cubicBezTo>
                  <a:pt x="862374" y="226738"/>
                  <a:pt x="857833" y="231420"/>
                  <a:pt x="857833" y="237131"/>
                </a:cubicBezTo>
                <a:lnTo>
                  <a:pt x="857833" y="243131"/>
                </a:lnTo>
                <a:lnTo>
                  <a:pt x="881696" y="243131"/>
                </a:lnTo>
                <a:lnTo>
                  <a:pt x="881696" y="237131"/>
                </a:lnTo>
                <a:cubicBezTo>
                  <a:pt x="881696" y="231420"/>
                  <a:pt x="877012" y="226738"/>
                  <a:pt x="871301" y="226738"/>
                </a:cubicBezTo>
                <a:close/>
                <a:moveTo>
                  <a:pt x="495250" y="226738"/>
                </a:moveTo>
                <a:cubicBezTo>
                  <a:pt x="489394" y="226738"/>
                  <a:pt x="484855" y="231420"/>
                  <a:pt x="484855" y="237131"/>
                </a:cubicBezTo>
                <a:lnTo>
                  <a:pt x="484855" y="264055"/>
                </a:lnTo>
                <a:cubicBezTo>
                  <a:pt x="484855" y="269757"/>
                  <a:pt x="489394" y="274446"/>
                  <a:pt x="495250" y="274446"/>
                </a:cubicBezTo>
                <a:lnTo>
                  <a:pt x="498177" y="274446"/>
                </a:lnTo>
                <a:cubicBezTo>
                  <a:pt x="503885" y="274446"/>
                  <a:pt x="508570" y="269757"/>
                  <a:pt x="508570" y="264055"/>
                </a:cubicBezTo>
                <a:lnTo>
                  <a:pt x="508570" y="237131"/>
                </a:lnTo>
                <a:cubicBezTo>
                  <a:pt x="508570" y="231420"/>
                  <a:pt x="503885" y="226738"/>
                  <a:pt x="498177" y="226738"/>
                </a:cubicBezTo>
                <a:close/>
                <a:moveTo>
                  <a:pt x="419497" y="226738"/>
                </a:moveTo>
                <a:cubicBezTo>
                  <a:pt x="413789" y="226738"/>
                  <a:pt x="409251" y="231420"/>
                  <a:pt x="409251" y="237131"/>
                </a:cubicBezTo>
                <a:lnTo>
                  <a:pt x="409251" y="243131"/>
                </a:lnTo>
                <a:lnTo>
                  <a:pt x="433110" y="243131"/>
                </a:lnTo>
                <a:lnTo>
                  <a:pt x="433110" y="237131"/>
                </a:lnTo>
                <a:cubicBezTo>
                  <a:pt x="433110" y="231420"/>
                  <a:pt x="428427" y="226738"/>
                  <a:pt x="422717" y="226738"/>
                </a:cubicBezTo>
                <a:close/>
                <a:moveTo>
                  <a:pt x="183722" y="226738"/>
                </a:moveTo>
                <a:cubicBezTo>
                  <a:pt x="178013" y="226738"/>
                  <a:pt x="173329" y="231420"/>
                  <a:pt x="173329" y="237131"/>
                </a:cubicBezTo>
                <a:lnTo>
                  <a:pt x="173329" y="264055"/>
                </a:lnTo>
                <a:cubicBezTo>
                  <a:pt x="173329" y="269757"/>
                  <a:pt x="178013" y="274446"/>
                  <a:pt x="183722" y="274446"/>
                </a:cubicBezTo>
                <a:lnTo>
                  <a:pt x="186649" y="274446"/>
                </a:lnTo>
                <a:cubicBezTo>
                  <a:pt x="192504" y="274446"/>
                  <a:pt x="197042" y="269757"/>
                  <a:pt x="197042" y="264055"/>
                </a:cubicBezTo>
                <a:lnTo>
                  <a:pt x="197042" y="237131"/>
                </a:lnTo>
                <a:cubicBezTo>
                  <a:pt x="197042" y="231420"/>
                  <a:pt x="192504" y="226738"/>
                  <a:pt x="186649" y="226738"/>
                </a:cubicBezTo>
                <a:close/>
                <a:moveTo>
                  <a:pt x="106902" y="226738"/>
                </a:moveTo>
                <a:cubicBezTo>
                  <a:pt x="101192" y="226738"/>
                  <a:pt x="96509" y="231420"/>
                  <a:pt x="96509" y="237131"/>
                </a:cubicBezTo>
                <a:lnTo>
                  <a:pt x="96509" y="264055"/>
                </a:lnTo>
                <a:cubicBezTo>
                  <a:pt x="96509" y="269757"/>
                  <a:pt x="101192" y="274446"/>
                  <a:pt x="106902" y="274446"/>
                </a:cubicBezTo>
                <a:lnTo>
                  <a:pt x="109829" y="274446"/>
                </a:lnTo>
                <a:cubicBezTo>
                  <a:pt x="115684" y="274446"/>
                  <a:pt x="120222" y="269757"/>
                  <a:pt x="120222" y="264055"/>
                </a:cubicBezTo>
                <a:lnTo>
                  <a:pt x="120222" y="237131"/>
                </a:lnTo>
                <a:cubicBezTo>
                  <a:pt x="120222" y="231420"/>
                  <a:pt x="115684" y="226738"/>
                  <a:pt x="109829" y="226738"/>
                </a:cubicBezTo>
                <a:close/>
                <a:moveTo>
                  <a:pt x="773079" y="213136"/>
                </a:moveTo>
                <a:lnTo>
                  <a:pt x="800012" y="213136"/>
                </a:lnTo>
                <a:cubicBezTo>
                  <a:pt x="802501" y="213136"/>
                  <a:pt x="804404" y="215036"/>
                  <a:pt x="804404" y="217526"/>
                </a:cubicBezTo>
                <a:lnTo>
                  <a:pt x="804404" y="272834"/>
                </a:lnTo>
                <a:lnTo>
                  <a:pt x="820798" y="272834"/>
                </a:lnTo>
                <a:cubicBezTo>
                  <a:pt x="823142" y="272834"/>
                  <a:pt x="825190" y="274886"/>
                  <a:pt x="825190" y="277366"/>
                </a:cubicBezTo>
                <a:lnTo>
                  <a:pt x="825190" y="283369"/>
                </a:lnTo>
                <a:cubicBezTo>
                  <a:pt x="825190" y="285857"/>
                  <a:pt x="823287" y="287757"/>
                  <a:pt x="820798" y="287757"/>
                </a:cubicBezTo>
                <a:lnTo>
                  <a:pt x="766931" y="287757"/>
                </a:lnTo>
                <a:cubicBezTo>
                  <a:pt x="764442" y="287757"/>
                  <a:pt x="762539" y="285857"/>
                  <a:pt x="762539" y="283369"/>
                </a:cubicBezTo>
                <a:lnTo>
                  <a:pt x="762539" y="277227"/>
                </a:lnTo>
                <a:cubicBezTo>
                  <a:pt x="762539" y="274737"/>
                  <a:pt x="764442" y="272834"/>
                  <a:pt x="766931" y="272834"/>
                </a:cubicBezTo>
                <a:lnTo>
                  <a:pt x="789473" y="272834"/>
                </a:lnTo>
                <a:lnTo>
                  <a:pt x="789473" y="228059"/>
                </a:lnTo>
                <a:lnTo>
                  <a:pt x="772932" y="228059"/>
                </a:lnTo>
                <a:cubicBezTo>
                  <a:pt x="770445" y="228059"/>
                  <a:pt x="768541" y="226158"/>
                  <a:pt x="768541" y="223668"/>
                </a:cubicBezTo>
                <a:lnTo>
                  <a:pt x="768541" y="217526"/>
                </a:lnTo>
                <a:cubicBezTo>
                  <a:pt x="768541" y="215036"/>
                  <a:pt x="770590" y="213136"/>
                  <a:pt x="773079" y="213136"/>
                </a:cubicBezTo>
                <a:close/>
                <a:moveTo>
                  <a:pt x="323545" y="213136"/>
                </a:moveTo>
                <a:lnTo>
                  <a:pt x="350478" y="213136"/>
                </a:lnTo>
                <a:cubicBezTo>
                  <a:pt x="352967" y="213136"/>
                  <a:pt x="354870" y="215036"/>
                  <a:pt x="354870" y="217526"/>
                </a:cubicBezTo>
                <a:lnTo>
                  <a:pt x="354870" y="272834"/>
                </a:lnTo>
                <a:lnTo>
                  <a:pt x="371266" y="272834"/>
                </a:lnTo>
                <a:cubicBezTo>
                  <a:pt x="373607" y="272834"/>
                  <a:pt x="375656" y="274886"/>
                  <a:pt x="375656" y="277366"/>
                </a:cubicBezTo>
                <a:lnTo>
                  <a:pt x="375656" y="283369"/>
                </a:lnTo>
                <a:cubicBezTo>
                  <a:pt x="375656" y="285857"/>
                  <a:pt x="373753" y="287757"/>
                  <a:pt x="371266" y="287757"/>
                </a:cubicBezTo>
                <a:lnTo>
                  <a:pt x="317397" y="287757"/>
                </a:lnTo>
                <a:cubicBezTo>
                  <a:pt x="314908" y="287757"/>
                  <a:pt x="313005" y="285857"/>
                  <a:pt x="313005" y="283369"/>
                </a:cubicBezTo>
                <a:lnTo>
                  <a:pt x="313005" y="277227"/>
                </a:lnTo>
                <a:cubicBezTo>
                  <a:pt x="313005" y="274737"/>
                  <a:pt x="314908" y="272834"/>
                  <a:pt x="317397" y="272834"/>
                </a:cubicBezTo>
                <a:lnTo>
                  <a:pt x="339939" y="272834"/>
                </a:lnTo>
                <a:lnTo>
                  <a:pt x="339939" y="228059"/>
                </a:lnTo>
                <a:lnTo>
                  <a:pt x="323398" y="228059"/>
                </a:lnTo>
                <a:cubicBezTo>
                  <a:pt x="320909" y="228059"/>
                  <a:pt x="319007" y="226158"/>
                  <a:pt x="319007" y="223668"/>
                </a:cubicBezTo>
                <a:lnTo>
                  <a:pt x="319007" y="217526"/>
                </a:lnTo>
                <a:cubicBezTo>
                  <a:pt x="319007" y="215036"/>
                  <a:pt x="321056" y="213136"/>
                  <a:pt x="323545" y="213136"/>
                </a:cubicBezTo>
                <a:close/>
                <a:moveTo>
                  <a:pt x="1171931" y="211817"/>
                </a:moveTo>
                <a:lnTo>
                  <a:pt x="1173542" y="211817"/>
                </a:lnTo>
                <a:cubicBezTo>
                  <a:pt x="1186569" y="211817"/>
                  <a:pt x="1198716" y="220738"/>
                  <a:pt x="1198716" y="235811"/>
                </a:cubicBezTo>
                <a:cubicBezTo>
                  <a:pt x="1198716" y="238301"/>
                  <a:pt x="1196815" y="240201"/>
                  <a:pt x="1194324" y="240201"/>
                </a:cubicBezTo>
                <a:lnTo>
                  <a:pt x="1188180" y="240201"/>
                </a:lnTo>
                <a:cubicBezTo>
                  <a:pt x="1185689" y="240201"/>
                  <a:pt x="1183787" y="238301"/>
                  <a:pt x="1183787" y="235811"/>
                </a:cubicBezTo>
                <a:cubicBezTo>
                  <a:pt x="1183787" y="230549"/>
                  <a:pt x="1180126" y="226738"/>
                  <a:pt x="1173542" y="226738"/>
                </a:cubicBezTo>
                <a:lnTo>
                  <a:pt x="1171931" y="226738"/>
                </a:lnTo>
                <a:cubicBezTo>
                  <a:pt x="1165048" y="226738"/>
                  <a:pt x="1161536" y="230250"/>
                  <a:pt x="1161536" y="235079"/>
                </a:cubicBezTo>
                <a:cubicBezTo>
                  <a:pt x="1161536" y="245621"/>
                  <a:pt x="1200327" y="239910"/>
                  <a:pt x="1200327" y="265374"/>
                </a:cubicBezTo>
                <a:cubicBezTo>
                  <a:pt x="1200327" y="280297"/>
                  <a:pt x="1187881" y="289369"/>
                  <a:pt x="1174855" y="289369"/>
                </a:cubicBezTo>
                <a:lnTo>
                  <a:pt x="1170321" y="289369"/>
                </a:lnTo>
                <a:cubicBezTo>
                  <a:pt x="1157293" y="289369"/>
                  <a:pt x="1145139" y="280297"/>
                  <a:pt x="1145139" y="265374"/>
                </a:cubicBezTo>
                <a:lnTo>
                  <a:pt x="1145139" y="263764"/>
                </a:lnTo>
                <a:cubicBezTo>
                  <a:pt x="1145139" y="261274"/>
                  <a:pt x="1147048" y="259373"/>
                  <a:pt x="1149531" y="259373"/>
                </a:cubicBezTo>
                <a:lnTo>
                  <a:pt x="1155683" y="259373"/>
                </a:lnTo>
                <a:cubicBezTo>
                  <a:pt x="1158165" y="259373"/>
                  <a:pt x="1160075" y="261274"/>
                  <a:pt x="1160075" y="263764"/>
                </a:cubicBezTo>
                <a:lnTo>
                  <a:pt x="1160075" y="265374"/>
                </a:lnTo>
                <a:cubicBezTo>
                  <a:pt x="1160075" y="270346"/>
                  <a:pt x="1163729" y="274446"/>
                  <a:pt x="1170321" y="274446"/>
                </a:cubicBezTo>
                <a:lnTo>
                  <a:pt x="1174853" y="274446"/>
                </a:lnTo>
                <a:cubicBezTo>
                  <a:pt x="1181448" y="274446"/>
                  <a:pt x="1185400" y="270346"/>
                  <a:pt x="1185400" y="265374"/>
                </a:cubicBezTo>
                <a:cubicBezTo>
                  <a:pt x="1185400" y="254692"/>
                  <a:pt x="1146607" y="260684"/>
                  <a:pt x="1146607" y="235079"/>
                </a:cubicBezTo>
                <a:cubicBezTo>
                  <a:pt x="1146607" y="220009"/>
                  <a:pt x="1159045" y="211817"/>
                  <a:pt x="1171931" y="211817"/>
                </a:cubicBezTo>
                <a:close/>
                <a:moveTo>
                  <a:pt x="1096541" y="211817"/>
                </a:moveTo>
                <a:lnTo>
                  <a:pt x="1099762" y="211817"/>
                </a:lnTo>
                <a:cubicBezTo>
                  <a:pt x="1113670" y="211817"/>
                  <a:pt x="1124937" y="223228"/>
                  <a:pt x="1124937" y="237131"/>
                </a:cubicBezTo>
                <a:lnTo>
                  <a:pt x="1124937" y="253662"/>
                </a:lnTo>
                <a:cubicBezTo>
                  <a:pt x="1124937" y="256152"/>
                  <a:pt x="1123035" y="258055"/>
                  <a:pt x="1120554" y="258055"/>
                </a:cubicBezTo>
                <a:lnTo>
                  <a:pt x="1086296" y="258055"/>
                </a:lnTo>
                <a:lnTo>
                  <a:pt x="1086296" y="264055"/>
                </a:lnTo>
                <a:cubicBezTo>
                  <a:pt x="1086296" y="269757"/>
                  <a:pt x="1090837" y="274446"/>
                  <a:pt x="1096541" y="274446"/>
                </a:cubicBezTo>
                <a:lnTo>
                  <a:pt x="1099762" y="274446"/>
                </a:lnTo>
                <a:cubicBezTo>
                  <a:pt x="1107086" y="274446"/>
                  <a:pt x="1109569" y="267565"/>
                  <a:pt x="1109718" y="266685"/>
                </a:cubicBezTo>
                <a:cubicBezTo>
                  <a:pt x="1110299" y="264344"/>
                  <a:pt x="1112790" y="263025"/>
                  <a:pt x="1115131" y="263615"/>
                </a:cubicBezTo>
                <a:lnTo>
                  <a:pt x="1120985" y="264933"/>
                </a:lnTo>
                <a:cubicBezTo>
                  <a:pt x="1123334" y="265515"/>
                  <a:pt x="1124797" y="268296"/>
                  <a:pt x="1124207" y="270495"/>
                </a:cubicBezTo>
                <a:cubicBezTo>
                  <a:pt x="1121134" y="281466"/>
                  <a:pt x="1111329" y="289369"/>
                  <a:pt x="1099762" y="289369"/>
                </a:cubicBezTo>
                <a:lnTo>
                  <a:pt x="1096541" y="289369"/>
                </a:lnTo>
                <a:cubicBezTo>
                  <a:pt x="1082635" y="289369"/>
                  <a:pt x="1071367" y="277956"/>
                  <a:pt x="1071367" y="264055"/>
                </a:cubicBezTo>
                <a:lnTo>
                  <a:pt x="1071367" y="237131"/>
                </a:lnTo>
                <a:cubicBezTo>
                  <a:pt x="1071367" y="223228"/>
                  <a:pt x="1082635" y="211817"/>
                  <a:pt x="1096541" y="211817"/>
                </a:cubicBezTo>
                <a:close/>
                <a:moveTo>
                  <a:pt x="1022181" y="211817"/>
                </a:moveTo>
                <a:lnTo>
                  <a:pt x="1025402" y="211817"/>
                </a:lnTo>
                <a:cubicBezTo>
                  <a:pt x="1039310" y="211817"/>
                  <a:pt x="1050577" y="223088"/>
                  <a:pt x="1050577" y="237131"/>
                </a:cubicBezTo>
                <a:cubicBezTo>
                  <a:pt x="1050577" y="239761"/>
                  <a:pt x="1048533" y="241522"/>
                  <a:pt x="1046192" y="241522"/>
                </a:cubicBezTo>
                <a:lnTo>
                  <a:pt x="1040040" y="241522"/>
                </a:lnTo>
                <a:cubicBezTo>
                  <a:pt x="1037549" y="241522"/>
                  <a:pt x="1035647" y="239761"/>
                  <a:pt x="1035647" y="237131"/>
                </a:cubicBezTo>
                <a:cubicBezTo>
                  <a:pt x="1035647" y="231420"/>
                  <a:pt x="1031113" y="226738"/>
                  <a:pt x="1025402" y="226738"/>
                </a:cubicBezTo>
                <a:lnTo>
                  <a:pt x="1022181" y="226738"/>
                </a:lnTo>
                <a:cubicBezTo>
                  <a:pt x="1016475" y="226738"/>
                  <a:pt x="1011935" y="231420"/>
                  <a:pt x="1011935" y="237131"/>
                </a:cubicBezTo>
                <a:lnTo>
                  <a:pt x="1011935" y="264055"/>
                </a:lnTo>
                <a:cubicBezTo>
                  <a:pt x="1011935" y="269757"/>
                  <a:pt x="1016475" y="274446"/>
                  <a:pt x="1022181" y="274446"/>
                </a:cubicBezTo>
                <a:lnTo>
                  <a:pt x="1025402" y="274446"/>
                </a:lnTo>
                <a:cubicBezTo>
                  <a:pt x="1031113" y="274446"/>
                  <a:pt x="1035647" y="269757"/>
                  <a:pt x="1035647" y="264055"/>
                </a:cubicBezTo>
                <a:cubicBezTo>
                  <a:pt x="1035647" y="261565"/>
                  <a:pt x="1037549" y="259515"/>
                  <a:pt x="1040040" y="259515"/>
                </a:cubicBezTo>
                <a:lnTo>
                  <a:pt x="1046192" y="259515"/>
                </a:lnTo>
                <a:cubicBezTo>
                  <a:pt x="1048533" y="259515"/>
                  <a:pt x="1050577" y="261565"/>
                  <a:pt x="1050577" y="264055"/>
                </a:cubicBezTo>
                <a:cubicBezTo>
                  <a:pt x="1050577" y="277956"/>
                  <a:pt x="1039310" y="289369"/>
                  <a:pt x="1025402" y="289369"/>
                </a:cubicBezTo>
                <a:lnTo>
                  <a:pt x="1022181" y="289369"/>
                </a:lnTo>
                <a:cubicBezTo>
                  <a:pt x="1008273" y="289369"/>
                  <a:pt x="997006" y="277956"/>
                  <a:pt x="997006" y="264055"/>
                </a:cubicBezTo>
                <a:lnTo>
                  <a:pt x="997006" y="237131"/>
                </a:lnTo>
                <a:cubicBezTo>
                  <a:pt x="997006" y="223088"/>
                  <a:pt x="1008273" y="211817"/>
                  <a:pt x="1022181" y="211817"/>
                </a:cubicBezTo>
                <a:close/>
                <a:moveTo>
                  <a:pt x="945186" y="211817"/>
                </a:moveTo>
                <a:lnTo>
                  <a:pt x="948110" y="211817"/>
                </a:lnTo>
                <a:cubicBezTo>
                  <a:pt x="962017" y="211817"/>
                  <a:pt x="973434" y="223228"/>
                  <a:pt x="973434" y="237131"/>
                </a:cubicBezTo>
                <a:lnTo>
                  <a:pt x="973434" y="283369"/>
                </a:lnTo>
                <a:cubicBezTo>
                  <a:pt x="973434" y="285857"/>
                  <a:pt x="971682" y="287757"/>
                  <a:pt x="969049" y="287757"/>
                </a:cubicBezTo>
                <a:lnTo>
                  <a:pt x="962898" y="287757"/>
                </a:lnTo>
                <a:cubicBezTo>
                  <a:pt x="960407" y="287757"/>
                  <a:pt x="958505" y="285857"/>
                  <a:pt x="958505" y="283369"/>
                </a:cubicBezTo>
                <a:lnTo>
                  <a:pt x="958505" y="237131"/>
                </a:lnTo>
                <a:cubicBezTo>
                  <a:pt x="958505" y="231420"/>
                  <a:pt x="953971" y="226738"/>
                  <a:pt x="948110" y="226738"/>
                </a:cubicBezTo>
                <a:lnTo>
                  <a:pt x="945186" y="226738"/>
                </a:lnTo>
                <a:cubicBezTo>
                  <a:pt x="939475" y="226738"/>
                  <a:pt x="934642" y="231420"/>
                  <a:pt x="934642" y="237131"/>
                </a:cubicBezTo>
                <a:lnTo>
                  <a:pt x="934642" y="283369"/>
                </a:lnTo>
                <a:cubicBezTo>
                  <a:pt x="934642" y="285857"/>
                  <a:pt x="932741" y="287757"/>
                  <a:pt x="930259" y="287757"/>
                </a:cubicBezTo>
                <a:lnTo>
                  <a:pt x="924107" y="287757"/>
                </a:lnTo>
                <a:cubicBezTo>
                  <a:pt x="921616" y="287757"/>
                  <a:pt x="919715" y="285857"/>
                  <a:pt x="919715" y="283369"/>
                </a:cubicBezTo>
                <a:lnTo>
                  <a:pt x="919715" y="217526"/>
                </a:lnTo>
                <a:cubicBezTo>
                  <a:pt x="919715" y="215036"/>
                  <a:pt x="921766" y="213136"/>
                  <a:pt x="924257" y="213136"/>
                </a:cubicBezTo>
                <a:lnTo>
                  <a:pt x="930259" y="213136"/>
                </a:lnTo>
                <a:cubicBezTo>
                  <a:pt x="931429" y="213136"/>
                  <a:pt x="932741" y="213718"/>
                  <a:pt x="933472" y="214596"/>
                </a:cubicBezTo>
                <a:cubicBezTo>
                  <a:pt x="936993" y="212696"/>
                  <a:pt x="940945" y="211817"/>
                  <a:pt x="945186" y="211817"/>
                </a:cubicBezTo>
                <a:close/>
                <a:moveTo>
                  <a:pt x="868078" y="211817"/>
                </a:moveTo>
                <a:lnTo>
                  <a:pt x="871301" y="211817"/>
                </a:lnTo>
                <a:cubicBezTo>
                  <a:pt x="885207" y="211817"/>
                  <a:pt x="896474" y="223228"/>
                  <a:pt x="896474" y="237131"/>
                </a:cubicBezTo>
                <a:lnTo>
                  <a:pt x="896474" y="253662"/>
                </a:lnTo>
                <a:cubicBezTo>
                  <a:pt x="896474" y="256152"/>
                  <a:pt x="894572" y="258055"/>
                  <a:pt x="892091" y="258055"/>
                </a:cubicBezTo>
                <a:lnTo>
                  <a:pt x="857833" y="258055"/>
                </a:lnTo>
                <a:lnTo>
                  <a:pt x="857833" y="264055"/>
                </a:lnTo>
                <a:cubicBezTo>
                  <a:pt x="857833" y="269757"/>
                  <a:pt x="862374" y="274446"/>
                  <a:pt x="868078" y="274446"/>
                </a:cubicBezTo>
                <a:lnTo>
                  <a:pt x="871301" y="274446"/>
                </a:lnTo>
                <a:cubicBezTo>
                  <a:pt x="878623" y="274446"/>
                  <a:pt x="881106" y="267565"/>
                  <a:pt x="881255" y="266685"/>
                </a:cubicBezTo>
                <a:cubicBezTo>
                  <a:pt x="881835" y="264344"/>
                  <a:pt x="884327" y="263025"/>
                  <a:pt x="886668" y="263615"/>
                </a:cubicBezTo>
                <a:lnTo>
                  <a:pt x="892522" y="264933"/>
                </a:lnTo>
                <a:cubicBezTo>
                  <a:pt x="894863" y="265515"/>
                  <a:pt x="896334" y="268296"/>
                  <a:pt x="895744" y="270495"/>
                </a:cubicBezTo>
                <a:cubicBezTo>
                  <a:pt x="892671" y="281466"/>
                  <a:pt x="882866" y="289369"/>
                  <a:pt x="871301" y="289369"/>
                </a:cubicBezTo>
                <a:lnTo>
                  <a:pt x="868078" y="289369"/>
                </a:lnTo>
                <a:cubicBezTo>
                  <a:pt x="854172" y="289369"/>
                  <a:pt x="842903" y="277956"/>
                  <a:pt x="842903" y="264055"/>
                </a:cubicBezTo>
                <a:lnTo>
                  <a:pt x="842903" y="237131"/>
                </a:lnTo>
                <a:cubicBezTo>
                  <a:pt x="842903" y="223228"/>
                  <a:pt x="854172" y="211817"/>
                  <a:pt x="868078" y="211817"/>
                </a:cubicBezTo>
                <a:close/>
                <a:moveTo>
                  <a:pt x="715699" y="211817"/>
                </a:moveTo>
                <a:lnTo>
                  <a:pt x="718918" y="211817"/>
                </a:lnTo>
                <a:cubicBezTo>
                  <a:pt x="732824" y="211817"/>
                  <a:pt x="744096" y="223088"/>
                  <a:pt x="744096" y="237131"/>
                </a:cubicBezTo>
                <a:cubicBezTo>
                  <a:pt x="744096" y="239761"/>
                  <a:pt x="742047" y="241522"/>
                  <a:pt x="739704" y="241522"/>
                </a:cubicBezTo>
                <a:lnTo>
                  <a:pt x="733556" y="241522"/>
                </a:lnTo>
                <a:cubicBezTo>
                  <a:pt x="731068" y="241522"/>
                  <a:pt x="729165" y="239761"/>
                  <a:pt x="729165" y="237131"/>
                </a:cubicBezTo>
                <a:cubicBezTo>
                  <a:pt x="729165" y="231420"/>
                  <a:pt x="724627" y="226738"/>
                  <a:pt x="718918" y="226738"/>
                </a:cubicBezTo>
                <a:lnTo>
                  <a:pt x="715699" y="226738"/>
                </a:lnTo>
                <a:cubicBezTo>
                  <a:pt x="709989" y="226738"/>
                  <a:pt x="705451" y="231420"/>
                  <a:pt x="705451" y="237131"/>
                </a:cubicBezTo>
                <a:lnTo>
                  <a:pt x="705451" y="264055"/>
                </a:lnTo>
                <a:cubicBezTo>
                  <a:pt x="705451" y="269757"/>
                  <a:pt x="709989" y="274446"/>
                  <a:pt x="715699" y="274446"/>
                </a:cubicBezTo>
                <a:lnTo>
                  <a:pt x="718918" y="274446"/>
                </a:lnTo>
                <a:cubicBezTo>
                  <a:pt x="724627" y="274446"/>
                  <a:pt x="729165" y="269757"/>
                  <a:pt x="729165" y="264055"/>
                </a:cubicBezTo>
                <a:cubicBezTo>
                  <a:pt x="729165" y="261565"/>
                  <a:pt x="731068" y="259515"/>
                  <a:pt x="733556" y="259515"/>
                </a:cubicBezTo>
                <a:lnTo>
                  <a:pt x="739704" y="259515"/>
                </a:lnTo>
                <a:cubicBezTo>
                  <a:pt x="742047" y="259515"/>
                  <a:pt x="744096" y="261565"/>
                  <a:pt x="744096" y="264055"/>
                </a:cubicBezTo>
                <a:cubicBezTo>
                  <a:pt x="744096" y="277956"/>
                  <a:pt x="732824" y="289369"/>
                  <a:pt x="718918" y="289369"/>
                </a:cubicBezTo>
                <a:lnTo>
                  <a:pt x="715699" y="289369"/>
                </a:lnTo>
                <a:cubicBezTo>
                  <a:pt x="701792" y="289369"/>
                  <a:pt x="690520" y="277956"/>
                  <a:pt x="690520" y="264055"/>
                </a:cubicBezTo>
                <a:lnTo>
                  <a:pt x="690520" y="237131"/>
                </a:lnTo>
                <a:cubicBezTo>
                  <a:pt x="690520" y="223088"/>
                  <a:pt x="701792" y="211817"/>
                  <a:pt x="715699" y="211817"/>
                </a:cubicBezTo>
                <a:close/>
                <a:moveTo>
                  <a:pt x="419497" y="211817"/>
                </a:moveTo>
                <a:lnTo>
                  <a:pt x="422717" y="211817"/>
                </a:lnTo>
                <a:cubicBezTo>
                  <a:pt x="436624" y="211817"/>
                  <a:pt x="447896" y="223228"/>
                  <a:pt x="447896" y="237131"/>
                </a:cubicBezTo>
                <a:lnTo>
                  <a:pt x="447896" y="253662"/>
                </a:lnTo>
                <a:cubicBezTo>
                  <a:pt x="447896" y="256152"/>
                  <a:pt x="445992" y="258055"/>
                  <a:pt x="443503" y="258055"/>
                </a:cubicBezTo>
                <a:lnTo>
                  <a:pt x="409251" y="258055"/>
                </a:lnTo>
                <a:lnTo>
                  <a:pt x="409251" y="264055"/>
                </a:lnTo>
                <a:cubicBezTo>
                  <a:pt x="409251" y="269757"/>
                  <a:pt x="413789" y="274446"/>
                  <a:pt x="419497" y="274446"/>
                </a:cubicBezTo>
                <a:lnTo>
                  <a:pt x="422717" y="274446"/>
                </a:lnTo>
                <a:cubicBezTo>
                  <a:pt x="430037" y="274446"/>
                  <a:pt x="432524" y="267565"/>
                  <a:pt x="432670" y="266685"/>
                </a:cubicBezTo>
                <a:cubicBezTo>
                  <a:pt x="433258" y="264344"/>
                  <a:pt x="435745" y="263025"/>
                  <a:pt x="438087" y="263615"/>
                </a:cubicBezTo>
                <a:lnTo>
                  <a:pt x="443942" y="264933"/>
                </a:lnTo>
                <a:cubicBezTo>
                  <a:pt x="446283" y="265515"/>
                  <a:pt x="447748" y="268296"/>
                  <a:pt x="447162" y="270495"/>
                </a:cubicBezTo>
                <a:cubicBezTo>
                  <a:pt x="444089" y="281466"/>
                  <a:pt x="434282" y="289369"/>
                  <a:pt x="422717" y="289369"/>
                </a:cubicBezTo>
                <a:lnTo>
                  <a:pt x="419497" y="289369"/>
                </a:lnTo>
                <a:cubicBezTo>
                  <a:pt x="405590" y="289369"/>
                  <a:pt x="394320" y="277956"/>
                  <a:pt x="394320" y="264055"/>
                </a:cubicBezTo>
                <a:lnTo>
                  <a:pt x="394320" y="237131"/>
                </a:lnTo>
                <a:cubicBezTo>
                  <a:pt x="394320" y="223228"/>
                  <a:pt x="405590" y="211817"/>
                  <a:pt x="419497" y="211817"/>
                </a:cubicBezTo>
                <a:close/>
                <a:moveTo>
                  <a:pt x="183722" y="211817"/>
                </a:moveTo>
                <a:lnTo>
                  <a:pt x="186649" y="211817"/>
                </a:lnTo>
                <a:cubicBezTo>
                  <a:pt x="200703" y="211817"/>
                  <a:pt x="211973" y="223228"/>
                  <a:pt x="211973" y="237131"/>
                </a:cubicBezTo>
                <a:lnTo>
                  <a:pt x="211973" y="264055"/>
                </a:lnTo>
                <a:cubicBezTo>
                  <a:pt x="211973" y="278098"/>
                  <a:pt x="200703" y="289369"/>
                  <a:pt x="186649" y="289369"/>
                </a:cubicBezTo>
                <a:lnTo>
                  <a:pt x="183722" y="289369"/>
                </a:lnTo>
                <a:cubicBezTo>
                  <a:pt x="179916" y="289369"/>
                  <a:pt x="176403" y="288488"/>
                  <a:pt x="173329" y="287028"/>
                </a:cubicBezTo>
                <a:lnTo>
                  <a:pt x="173329" y="313221"/>
                </a:lnTo>
                <a:cubicBezTo>
                  <a:pt x="173329" y="315852"/>
                  <a:pt x="171280" y="317604"/>
                  <a:pt x="168792" y="317604"/>
                </a:cubicBezTo>
                <a:lnTo>
                  <a:pt x="162789" y="317604"/>
                </a:lnTo>
                <a:cubicBezTo>
                  <a:pt x="160301" y="317604"/>
                  <a:pt x="158398" y="315852"/>
                  <a:pt x="158398" y="313221"/>
                </a:cubicBezTo>
                <a:lnTo>
                  <a:pt x="158398" y="217526"/>
                </a:lnTo>
                <a:cubicBezTo>
                  <a:pt x="158398" y="215036"/>
                  <a:pt x="160301" y="213136"/>
                  <a:pt x="162789" y="213136"/>
                </a:cubicBezTo>
                <a:lnTo>
                  <a:pt x="168792" y="213136"/>
                </a:lnTo>
                <a:cubicBezTo>
                  <a:pt x="170108" y="213136"/>
                  <a:pt x="171280" y="213718"/>
                  <a:pt x="172011" y="214596"/>
                </a:cubicBezTo>
                <a:cubicBezTo>
                  <a:pt x="175524" y="212696"/>
                  <a:pt x="179477" y="211817"/>
                  <a:pt x="183722" y="211817"/>
                </a:cubicBezTo>
                <a:close/>
                <a:moveTo>
                  <a:pt x="106902" y="211817"/>
                </a:moveTo>
                <a:lnTo>
                  <a:pt x="109829" y="211817"/>
                </a:lnTo>
                <a:cubicBezTo>
                  <a:pt x="123882" y="211817"/>
                  <a:pt x="135153" y="223228"/>
                  <a:pt x="135153" y="237131"/>
                </a:cubicBezTo>
                <a:lnTo>
                  <a:pt x="135153" y="264055"/>
                </a:lnTo>
                <a:cubicBezTo>
                  <a:pt x="135153" y="278098"/>
                  <a:pt x="123882" y="289369"/>
                  <a:pt x="109829" y="289369"/>
                </a:cubicBezTo>
                <a:lnTo>
                  <a:pt x="106902" y="289369"/>
                </a:lnTo>
                <a:cubicBezTo>
                  <a:pt x="103096" y="289369"/>
                  <a:pt x="99583" y="288488"/>
                  <a:pt x="96509" y="287028"/>
                </a:cubicBezTo>
                <a:lnTo>
                  <a:pt x="96509" y="313221"/>
                </a:lnTo>
                <a:cubicBezTo>
                  <a:pt x="96509" y="315852"/>
                  <a:pt x="94459" y="317604"/>
                  <a:pt x="91971" y="317604"/>
                </a:cubicBezTo>
                <a:lnTo>
                  <a:pt x="85969" y="317604"/>
                </a:lnTo>
                <a:cubicBezTo>
                  <a:pt x="83481" y="317604"/>
                  <a:pt x="81578" y="315852"/>
                  <a:pt x="81578" y="313221"/>
                </a:cubicBezTo>
                <a:lnTo>
                  <a:pt x="81578" y="217526"/>
                </a:lnTo>
                <a:cubicBezTo>
                  <a:pt x="81578" y="215036"/>
                  <a:pt x="83481" y="213136"/>
                  <a:pt x="85969" y="213136"/>
                </a:cubicBezTo>
                <a:lnTo>
                  <a:pt x="91971" y="213136"/>
                </a:lnTo>
                <a:cubicBezTo>
                  <a:pt x="93288" y="213136"/>
                  <a:pt x="94459" y="213718"/>
                  <a:pt x="95191" y="214596"/>
                </a:cubicBezTo>
                <a:cubicBezTo>
                  <a:pt x="98704" y="212696"/>
                  <a:pt x="102656" y="211817"/>
                  <a:pt x="106902" y="211817"/>
                </a:cubicBezTo>
                <a:close/>
                <a:moveTo>
                  <a:pt x="28105" y="198504"/>
                </a:moveTo>
                <a:lnTo>
                  <a:pt x="17273" y="240201"/>
                </a:lnTo>
                <a:lnTo>
                  <a:pt x="42450" y="240201"/>
                </a:lnTo>
                <a:lnTo>
                  <a:pt x="31618" y="198504"/>
                </a:lnTo>
                <a:close/>
                <a:moveTo>
                  <a:pt x="789473" y="183573"/>
                </a:moveTo>
                <a:lnTo>
                  <a:pt x="801331" y="183573"/>
                </a:lnTo>
                <a:cubicBezTo>
                  <a:pt x="803818" y="183573"/>
                  <a:pt x="805722" y="185482"/>
                  <a:pt x="805722" y="187963"/>
                </a:cubicBezTo>
                <a:lnTo>
                  <a:pt x="805722" y="199964"/>
                </a:lnTo>
                <a:cubicBezTo>
                  <a:pt x="805722" y="202454"/>
                  <a:pt x="803818" y="204355"/>
                  <a:pt x="801331" y="204355"/>
                </a:cubicBezTo>
                <a:lnTo>
                  <a:pt x="789473" y="204355"/>
                </a:lnTo>
                <a:cubicBezTo>
                  <a:pt x="786986" y="204355"/>
                  <a:pt x="784935" y="202454"/>
                  <a:pt x="784935" y="199964"/>
                </a:cubicBezTo>
                <a:lnTo>
                  <a:pt x="784935" y="187963"/>
                </a:lnTo>
                <a:cubicBezTo>
                  <a:pt x="784935" y="185482"/>
                  <a:pt x="786986" y="183573"/>
                  <a:pt x="789473" y="183573"/>
                </a:cubicBezTo>
                <a:close/>
                <a:moveTo>
                  <a:pt x="512961" y="183573"/>
                </a:moveTo>
                <a:lnTo>
                  <a:pt x="519109" y="183573"/>
                </a:lnTo>
                <a:cubicBezTo>
                  <a:pt x="521598" y="183573"/>
                  <a:pt x="523501" y="185482"/>
                  <a:pt x="523501" y="187963"/>
                </a:cubicBezTo>
                <a:lnTo>
                  <a:pt x="523501" y="283369"/>
                </a:lnTo>
                <a:cubicBezTo>
                  <a:pt x="523501" y="285857"/>
                  <a:pt x="521598" y="287757"/>
                  <a:pt x="519109" y="287757"/>
                </a:cubicBezTo>
                <a:lnTo>
                  <a:pt x="513106" y="287757"/>
                </a:lnTo>
                <a:cubicBezTo>
                  <a:pt x="511791" y="287757"/>
                  <a:pt x="510619" y="287168"/>
                  <a:pt x="509888" y="286297"/>
                </a:cubicBezTo>
                <a:cubicBezTo>
                  <a:pt x="506374" y="288198"/>
                  <a:pt x="502420" y="289369"/>
                  <a:pt x="498177" y="289369"/>
                </a:cubicBezTo>
                <a:lnTo>
                  <a:pt x="495250" y="289369"/>
                </a:lnTo>
                <a:cubicBezTo>
                  <a:pt x="481196" y="289369"/>
                  <a:pt x="469925" y="277807"/>
                  <a:pt x="469925" y="264055"/>
                </a:cubicBezTo>
                <a:lnTo>
                  <a:pt x="469925" y="237131"/>
                </a:lnTo>
                <a:cubicBezTo>
                  <a:pt x="469925" y="223088"/>
                  <a:pt x="481196" y="211817"/>
                  <a:pt x="495250" y="211817"/>
                </a:cubicBezTo>
                <a:lnTo>
                  <a:pt x="498177" y="211817"/>
                </a:lnTo>
                <a:cubicBezTo>
                  <a:pt x="501982" y="211817"/>
                  <a:pt x="505495" y="212546"/>
                  <a:pt x="508570" y="214009"/>
                </a:cubicBezTo>
                <a:lnTo>
                  <a:pt x="508570" y="187963"/>
                </a:lnTo>
                <a:cubicBezTo>
                  <a:pt x="508570" y="185482"/>
                  <a:pt x="510472" y="183573"/>
                  <a:pt x="512961" y="183573"/>
                </a:cubicBezTo>
                <a:close/>
                <a:moveTo>
                  <a:pt x="339939" y="183573"/>
                </a:moveTo>
                <a:lnTo>
                  <a:pt x="351797" y="183573"/>
                </a:lnTo>
                <a:cubicBezTo>
                  <a:pt x="354284" y="183573"/>
                  <a:pt x="356187" y="185482"/>
                  <a:pt x="356187" y="187963"/>
                </a:cubicBezTo>
                <a:lnTo>
                  <a:pt x="356187" y="199964"/>
                </a:lnTo>
                <a:cubicBezTo>
                  <a:pt x="356187" y="202454"/>
                  <a:pt x="354284" y="204355"/>
                  <a:pt x="351797" y="204355"/>
                </a:cubicBezTo>
                <a:lnTo>
                  <a:pt x="339939" y="204355"/>
                </a:lnTo>
                <a:cubicBezTo>
                  <a:pt x="337450" y="204355"/>
                  <a:pt x="335401" y="202454"/>
                  <a:pt x="335401" y="199964"/>
                </a:cubicBezTo>
                <a:lnTo>
                  <a:pt x="335401" y="187963"/>
                </a:lnTo>
                <a:cubicBezTo>
                  <a:pt x="335401" y="185482"/>
                  <a:pt x="337450" y="183573"/>
                  <a:pt x="339939" y="183573"/>
                </a:cubicBezTo>
                <a:close/>
                <a:moveTo>
                  <a:pt x="241177" y="183573"/>
                </a:moveTo>
                <a:lnTo>
                  <a:pt x="267964" y="183573"/>
                </a:lnTo>
                <a:cubicBezTo>
                  <a:pt x="270599" y="183573"/>
                  <a:pt x="272502" y="185482"/>
                  <a:pt x="272502" y="187963"/>
                </a:cubicBezTo>
                <a:lnTo>
                  <a:pt x="272502" y="272836"/>
                </a:lnTo>
                <a:lnTo>
                  <a:pt x="290506" y="272836"/>
                </a:lnTo>
                <a:cubicBezTo>
                  <a:pt x="292995" y="272836"/>
                  <a:pt x="294898" y="274737"/>
                  <a:pt x="294898" y="277227"/>
                </a:cubicBezTo>
                <a:lnTo>
                  <a:pt x="294898" y="283369"/>
                </a:lnTo>
                <a:cubicBezTo>
                  <a:pt x="294898" y="285857"/>
                  <a:pt x="292995" y="287757"/>
                  <a:pt x="290506" y="287757"/>
                </a:cubicBezTo>
                <a:lnTo>
                  <a:pt x="235174" y="287757"/>
                </a:lnTo>
                <a:cubicBezTo>
                  <a:pt x="232685" y="287757"/>
                  <a:pt x="230784" y="285857"/>
                  <a:pt x="230784" y="283369"/>
                </a:cubicBezTo>
                <a:lnTo>
                  <a:pt x="230784" y="277227"/>
                </a:lnTo>
                <a:cubicBezTo>
                  <a:pt x="230784" y="274737"/>
                  <a:pt x="232685" y="272836"/>
                  <a:pt x="235174" y="272836"/>
                </a:cubicBezTo>
                <a:lnTo>
                  <a:pt x="257571" y="272836"/>
                </a:lnTo>
                <a:lnTo>
                  <a:pt x="257571" y="198504"/>
                </a:lnTo>
                <a:lnTo>
                  <a:pt x="241177" y="198504"/>
                </a:lnTo>
                <a:cubicBezTo>
                  <a:pt x="238688" y="198504"/>
                  <a:pt x="236785" y="196595"/>
                  <a:pt x="236785" y="194113"/>
                </a:cubicBezTo>
                <a:lnTo>
                  <a:pt x="236785" y="187963"/>
                </a:lnTo>
                <a:cubicBezTo>
                  <a:pt x="236785" y="185482"/>
                  <a:pt x="238688" y="183573"/>
                  <a:pt x="241177" y="183573"/>
                </a:cubicBezTo>
                <a:close/>
                <a:moveTo>
                  <a:pt x="20200" y="183573"/>
                </a:moveTo>
                <a:lnTo>
                  <a:pt x="39523" y="183573"/>
                </a:lnTo>
                <a:cubicBezTo>
                  <a:pt x="41572" y="183573"/>
                  <a:pt x="43329" y="184602"/>
                  <a:pt x="43914" y="186793"/>
                </a:cubicBezTo>
                <a:lnTo>
                  <a:pt x="59577" y="246201"/>
                </a:lnTo>
                <a:cubicBezTo>
                  <a:pt x="59723" y="246642"/>
                  <a:pt x="59723" y="246933"/>
                  <a:pt x="59723" y="247082"/>
                </a:cubicBezTo>
                <a:lnTo>
                  <a:pt x="59723" y="283369"/>
                </a:lnTo>
                <a:cubicBezTo>
                  <a:pt x="59723" y="285857"/>
                  <a:pt x="57820" y="287757"/>
                  <a:pt x="55332" y="287757"/>
                </a:cubicBezTo>
                <a:lnTo>
                  <a:pt x="49184" y="287757"/>
                </a:lnTo>
                <a:cubicBezTo>
                  <a:pt x="46695" y="287757"/>
                  <a:pt x="44792" y="285857"/>
                  <a:pt x="44792" y="283369"/>
                </a:cubicBezTo>
                <a:lnTo>
                  <a:pt x="44792" y="255124"/>
                </a:lnTo>
                <a:lnTo>
                  <a:pt x="14931" y="255124"/>
                </a:lnTo>
                <a:lnTo>
                  <a:pt x="14931" y="283369"/>
                </a:lnTo>
                <a:cubicBezTo>
                  <a:pt x="14931" y="285857"/>
                  <a:pt x="13174" y="287757"/>
                  <a:pt x="10686" y="287757"/>
                </a:cubicBezTo>
                <a:lnTo>
                  <a:pt x="4391" y="287757"/>
                </a:lnTo>
                <a:cubicBezTo>
                  <a:pt x="1903" y="287757"/>
                  <a:pt x="0" y="285857"/>
                  <a:pt x="0" y="283369"/>
                </a:cubicBezTo>
                <a:lnTo>
                  <a:pt x="0" y="247082"/>
                </a:lnTo>
                <a:cubicBezTo>
                  <a:pt x="0" y="246933"/>
                  <a:pt x="0" y="246642"/>
                  <a:pt x="146" y="246201"/>
                </a:cubicBezTo>
                <a:lnTo>
                  <a:pt x="15809" y="186793"/>
                </a:lnTo>
                <a:cubicBezTo>
                  <a:pt x="16395" y="184602"/>
                  <a:pt x="18151" y="183573"/>
                  <a:pt x="20200" y="183573"/>
                </a:cubicBezTo>
                <a:close/>
                <a:moveTo>
                  <a:pt x="640606" y="181967"/>
                </a:moveTo>
                <a:lnTo>
                  <a:pt x="643824" y="181967"/>
                </a:lnTo>
                <a:cubicBezTo>
                  <a:pt x="657731" y="181967"/>
                  <a:pt x="669148" y="193384"/>
                  <a:pt x="669148" y="207277"/>
                </a:cubicBezTo>
                <a:lnTo>
                  <a:pt x="669148" y="210355"/>
                </a:lnTo>
                <a:cubicBezTo>
                  <a:pt x="669148" y="212837"/>
                  <a:pt x="667245" y="214745"/>
                  <a:pt x="664758" y="214745"/>
                </a:cubicBezTo>
                <a:lnTo>
                  <a:pt x="658610" y="214745"/>
                </a:lnTo>
                <a:cubicBezTo>
                  <a:pt x="656121" y="214745"/>
                  <a:pt x="654219" y="212837"/>
                  <a:pt x="654219" y="210355"/>
                </a:cubicBezTo>
                <a:lnTo>
                  <a:pt x="654219" y="207277"/>
                </a:lnTo>
                <a:cubicBezTo>
                  <a:pt x="654219" y="201575"/>
                  <a:pt x="649534" y="196894"/>
                  <a:pt x="643824" y="196894"/>
                </a:cubicBezTo>
                <a:lnTo>
                  <a:pt x="640606" y="196894"/>
                </a:lnTo>
                <a:cubicBezTo>
                  <a:pt x="634896" y="196894"/>
                  <a:pt x="630211" y="201575"/>
                  <a:pt x="630211" y="207277"/>
                </a:cubicBezTo>
                <a:lnTo>
                  <a:pt x="630211" y="211817"/>
                </a:lnTo>
                <a:cubicBezTo>
                  <a:pt x="630211" y="230549"/>
                  <a:pt x="670466" y="227768"/>
                  <a:pt x="670466" y="259373"/>
                </a:cubicBezTo>
                <a:lnTo>
                  <a:pt x="670466" y="264055"/>
                </a:lnTo>
                <a:cubicBezTo>
                  <a:pt x="670466" y="277956"/>
                  <a:pt x="659196" y="289369"/>
                  <a:pt x="645142" y="289369"/>
                </a:cubicBezTo>
                <a:lnTo>
                  <a:pt x="639286" y="289369"/>
                </a:lnTo>
                <a:cubicBezTo>
                  <a:pt x="625234" y="289369"/>
                  <a:pt x="613964" y="277956"/>
                  <a:pt x="613964" y="264055"/>
                </a:cubicBezTo>
                <a:lnTo>
                  <a:pt x="613964" y="260834"/>
                </a:lnTo>
                <a:cubicBezTo>
                  <a:pt x="613964" y="258344"/>
                  <a:pt x="615866" y="256443"/>
                  <a:pt x="618355" y="256443"/>
                </a:cubicBezTo>
                <a:lnTo>
                  <a:pt x="624503" y="256443"/>
                </a:lnTo>
                <a:cubicBezTo>
                  <a:pt x="626992" y="256443"/>
                  <a:pt x="628895" y="258344"/>
                  <a:pt x="628895" y="260834"/>
                </a:cubicBezTo>
                <a:lnTo>
                  <a:pt x="628895" y="264055"/>
                </a:lnTo>
                <a:cubicBezTo>
                  <a:pt x="628895" y="269757"/>
                  <a:pt x="633431" y="274446"/>
                  <a:pt x="639286" y="274446"/>
                </a:cubicBezTo>
                <a:lnTo>
                  <a:pt x="645142" y="274446"/>
                </a:lnTo>
                <a:cubicBezTo>
                  <a:pt x="650997" y="274446"/>
                  <a:pt x="655535" y="269757"/>
                  <a:pt x="655535" y="264055"/>
                </a:cubicBezTo>
                <a:lnTo>
                  <a:pt x="655535" y="259373"/>
                </a:lnTo>
                <a:cubicBezTo>
                  <a:pt x="655535" y="239032"/>
                  <a:pt x="615281" y="242542"/>
                  <a:pt x="615281" y="211817"/>
                </a:cubicBezTo>
                <a:lnTo>
                  <a:pt x="615281" y="207277"/>
                </a:lnTo>
                <a:cubicBezTo>
                  <a:pt x="615281" y="193384"/>
                  <a:pt x="626699" y="181967"/>
                  <a:pt x="640606" y="181967"/>
                </a:cubicBezTo>
                <a:close/>
                <a:moveTo>
                  <a:pt x="851539" y="44853"/>
                </a:moveTo>
                <a:cubicBezTo>
                  <a:pt x="845835" y="44853"/>
                  <a:pt x="841293" y="49535"/>
                  <a:pt x="841293" y="55241"/>
                </a:cubicBezTo>
                <a:lnTo>
                  <a:pt x="841293" y="82164"/>
                </a:lnTo>
                <a:cubicBezTo>
                  <a:pt x="841293" y="87871"/>
                  <a:pt x="845835" y="92553"/>
                  <a:pt x="851539" y="92553"/>
                </a:cubicBezTo>
                <a:lnTo>
                  <a:pt x="854759" y="92553"/>
                </a:lnTo>
                <a:cubicBezTo>
                  <a:pt x="860473" y="92553"/>
                  <a:pt x="865007" y="87871"/>
                  <a:pt x="865007" y="82164"/>
                </a:cubicBezTo>
                <a:lnTo>
                  <a:pt x="865007" y="55241"/>
                </a:lnTo>
                <a:cubicBezTo>
                  <a:pt x="865007" y="49535"/>
                  <a:pt x="860473" y="44853"/>
                  <a:pt x="854759" y="44853"/>
                </a:cubicBezTo>
                <a:close/>
                <a:moveTo>
                  <a:pt x="330236" y="44853"/>
                </a:moveTo>
                <a:cubicBezTo>
                  <a:pt x="324526" y="44853"/>
                  <a:pt x="319990" y="49535"/>
                  <a:pt x="319990" y="55241"/>
                </a:cubicBezTo>
                <a:lnTo>
                  <a:pt x="319990" y="61240"/>
                </a:lnTo>
                <a:lnTo>
                  <a:pt x="343849" y="61240"/>
                </a:lnTo>
                <a:lnTo>
                  <a:pt x="343849" y="55241"/>
                </a:lnTo>
                <a:cubicBezTo>
                  <a:pt x="343849" y="49535"/>
                  <a:pt x="339164" y="44853"/>
                  <a:pt x="333456" y="44853"/>
                </a:cubicBezTo>
                <a:close/>
                <a:moveTo>
                  <a:pt x="691692" y="31245"/>
                </a:moveTo>
                <a:lnTo>
                  <a:pt x="697840" y="31245"/>
                </a:lnTo>
                <a:cubicBezTo>
                  <a:pt x="699889" y="31245"/>
                  <a:pt x="701792" y="32561"/>
                  <a:pt x="702233" y="34317"/>
                </a:cubicBezTo>
                <a:lnTo>
                  <a:pt x="713650" y="79531"/>
                </a:lnTo>
                <a:lnTo>
                  <a:pt x="725506" y="34464"/>
                </a:lnTo>
                <a:cubicBezTo>
                  <a:pt x="725945" y="32561"/>
                  <a:pt x="727702" y="31245"/>
                  <a:pt x="729751" y="31245"/>
                </a:cubicBezTo>
                <a:lnTo>
                  <a:pt x="735754" y="31245"/>
                </a:lnTo>
                <a:cubicBezTo>
                  <a:pt x="738827" y="31245"/>
                  <a:pt x="740730" y="33878"/>
                  <a:pt x="739999" y="36951"/>
                </a:cubicBezTo>
                <a:cubicBezTo>
                  <a:pt x="739999" y="36951"/>
                  <a:pt x="722871" y="98406"/>
                  <a:pt x="718774" y="112453"/>
                </a:cubicBezTo>
                <a:cubicBezTo>
                  <a:pt x="713943" y="128695"/>
                  <a:pt x="702233" y="129720"/>
                  <a:pt x="690813" y="129720"/>
                </a:cubicBezTo>
                <a:lnTo>
                  <a:pt x="687740" y="129720"/>
                </a:lnTo>
                <a:cubicBezTo>
                  <a:pt x="685253" y="129720"/>
                  <a:pt x="683350" y="127818"/>
                  <a:pt x="683350" y="125330"/>
                </a:cubicBezTo>
                <a:lnTo>
                  <a:pt x="683350" y="119184"/>
                </a:lnTo>
                <a:cubicBezTo>
                  <a:pt x="683350" y="116697"/>
                  <a:pt x="685253" y="114795"/>
                  <a:pt x="687740" y="114795"/>
                </a:cubicBezTo>
                <a:lnTo>
                  <a:pt x="694329" y="114795"/>
                </a:lnTo>
                <a:cubicBezTo>
                  <a:pt x="699305" y="114795"/>
                  <a:pt x="702233" y="114356"/>
                  <a:pt x="704281" y="108796"/>
                </a:cubicBezTo>
                <a:cubicBezTo>
                  <a:pt x="705013" y="106893"/>
                  <a:pt x="705746" y="104113"/>
                  <a:pt x="706771" y="100893"/>
                </a:cubicBezTo>
                <a:lnTo>
                  <a:pt x="687447" y="37098"/>
                </a:lnTo>
                <a:cubicBezTo>
                  <a:pt x="686570" y="33878"/>
                  <a:pt x="688619" y="31245"/>
                  <a:pt x="691692" y="31245"/>
                </a:cubicBezTo>
                <a:close/>
                <a:moveTo>
                  <a:pt x="544405" y="31245"/>
                </a:moveTo>
                <a:lnTo>
                  <a:pt x="571339" y="31245"/>
                </a:lnTo>
                <a:cubicBezTo>
                  <a:pt x="573826" y="31245"/>
                  <a:pt x="575729" y="33147"/>
                  <a:pt x="575729" y="35634"/>
                </a:cubicBezTo>
                <a:lnTo>
                  <a:pt x="575729" y="90944"/>
                </a:lnTo>
                <a:lnTo>
                  <a:pt x="592125" y="90944"/>
                </a:lnTo>
                <a:cubicBezTo>
                  <a:pt x="594467" y="90944"/>
                  <a:pt x="596516" y="92992"/>
                  <a:pt x="596516" y="95480"/>
                </a:cubicBezTo>
                <a:lnTo>
                  <a:pt x="596516" y="101480"/>
                </a:lnTo>
                <a:cubicBezTo>
                  <a:pt x="596516" y="103967"/>
                  <a:pt x="594612" y="105869"/>
                  <a:pt x="592125" y="105869"/>
                </a:cubicBezTo>
                <a:lnTo>
                  <a:pt x="538256" y="105869"/>
                </a:lnTo>
                <a:cubicBezTo>
                  <a:pt x="535767" y="105869"/>
                  <a:pt x="533866" y="103967"/>
                  <a:pt x="533866" y="101480"/>
                </a:cubicBezTo>
                <a:lnTo>
                  <a:pt x="533866" y="95333"/>
                </a:lnTo>
                <a:cubicBezTo>
                  <a:pt x="533866" y="92846"/>
                  <a:pt x="535767" y="90944"/>
                  <a:pt x="538256" y="90944"/>
                </a:cubicBezTo>
                <a:lnTo>
                  <a:pt x="560800" y="90944"/>
                </a:lnTo>
                <a:lnTo>
                  <a:pt x="560800" y="46169"/>
                </a:lnTo>
                <a:lnTo>
                  <a:pt x="544259" y="46169"/>
                </a:lnTo>
                <a:cubicBezTo>
                  <a:pt x="541770" y="46169"/>
                  <a:pt x="539867" y="44267"/>
                  <a:pt x="539867" y="41779"/>
                </a:cubicBezTo>
                <a:lnTo>
                  <a:pt x="539867" y="35634"/>
                </a:lnTo>
                <a:cubicBezTo>
                  <a:pt x="539867" y="33147"/>
                  <a:pt x="541916" y="31245"/>
                  <a:pt x="544405" y="31245"/>
                </a:cubicBezTo>
                <a:close/>
                <a:moveTo>
                  <a:pt x="226832" y="31245"/>
                </a:moveTo>
                <a:lnTo>
                  <a:pt x="233273" y="31245"/>
                </a:lnTo>
                <a:cubicBezTo>
                  <a:pt x="234883" y="31245"/>
                  <a:pt x="236932" y="32269"/>
                  <a:pt x="237518" y="34171"/>
                </a:cubicBezTo>
                <a:lnTo>
                  <a:pt x="254793" y="86408"/>
                </a:lnTo>
                <a:lnTo>
                  <a:pt x="272063" y="34171"/>
                </a:lnTo>
                <a:cubicBezTo>
                  <a:pt x="272649" y="32269"/>
                  <a:pt x="274698" y="31245"/>
                  <a:pt x="276310" y="31245"/>
                </a:cubicBezTo>
                <a:lnTo>
                  <a:pt x="282749" y="31245"/>
                </a:lnTo>
                <a:cubicBezTo>
                  <a:pt x="285970" y="31245"/>
                  <a:pt x="288166" y="34024"/>
                  <a:pt x="286994" y="37244"/>
                </a:cubicBezTo>
                <a:lnTo>
                  <a:pt x="264012" y="102943"/>
                </a:lnTo>
                <a:cubicBezTo>
                  <a:pt x="263428" y="104698"/>
                  <a:pt x="261963" y="105869"/>
                  <a:pt x="260060" y="105869"/>
                </a:cubicBezTo>
                <a:lnTo>
                  <a:pt x="249521" y="105869"/>
                </a:lnTo>
                <a:cubicBezTo>
                  <a:pt x="247618" y="105869"/>
                  <a:pt x="246155" y="104698"/>
                  <a:pt x="245569" y="102943"/>
                </a:cubicBezTo>
                <a:lnTo>
                  <a:pt x="222587" y="37244"/>
                </a:lnTo>
                <a:cubicBezTo>
                  <a:pt x="221417" y="34024"/>
                  <a:pt x="223613" y="31245"/>
                  <a:pt x="226832" y="31245"/>
                </a:cubicBezTo>
                <a:close/>
                <a:moveTo>
                  <a:pt x="163288" y="31245"/>
                </a:moveTo>
                <a:lnTo>
                  <a:pt x="190223" y="31245"/>
                </a:lnTo>
                <a:cubicBezTo>
                  <a:pt x="192712" y="31245"/>
                  <a:pt x="194615" y="33147"/>
                  <a:pt x="194615" y="35634"/>
                </a:cubicBezTo>
                <a:lnTo>
                  <a:pt x="194615" y="90944"/>
                </a:lnTo>
                <a:lnTo>
                  <a:pt x="211009" y="90944"/>
                </a:lnTo>
                <a:cubicBezTo>
                  <a:pt x="213351" y="90944"/>
                  <a:pt x="215399" y="92992"/>
                  <a:pt x="215399" y="95480"/>
                </a:cubicBezTo>
                <a:lnTo>
                  <a:pt x="215399" y="101480"/>
                </a:lnTo>
                <a:cubicBezTo>
                  <a:pt x="215399" y="103967"/>
                  <a:pt x="213496" y="105869"/>
                  <a:pt x="211009" y="105869"/>
                </a:cubicBezTo>
                <a:lnTo>
                  <a:pt x="157141" y="105869"/>
                </a:lnTo>
                <a:cubicBezTo>
                  <a:pt x="154653" y="105869"/>
                  <a:pt x="152749" y="103967"/>
                  <a:pt x="152749" y="101480"/>
                </a:cubicBezTo>
                <a:lnTo>
                  <a:pt x="152749" y="95333"/>
                </a:lnTo>
                <a:cubicBezTo>
                  <a:pt x="152749" y="92846"/>
                  <a:pt x="154653" y="90944"/>
                  <a:pt x="157141" y="90944"/>
                </a:cubicBezTo>
                <a:lnTo>
                  <a:pt x="179683" y="90944"/>
                </a:lnTo>
                <a:lnTo>
                  <a:pt x="179683" y="46169"/>
                </a:lnTo>
                <a:lnTo>
                  <a:pt x="163142" y="46169"/>
                </a:lnTo>
                <a:cubicBezTo>
                  <a:pt x="160654" y="46169"/>
                  <a:pt x="158751" y="44267"/>
                  <a:pt x="158751" y="41779"/>
                </a:cubicBezTo>
                <a:lnTo>
                  <a:pt x="158751" y="35634"/>
                </a:lnTo>
                <a:cubicBezTo>
                  <a:pt x="158751" y="33147"/>
                  <a:pt x="160800" y="31245"/>
                  <a:pt x="163288" y="31245"/>
                </a:cubicBezTo>
                <a:close/>
                <a:moveTo>
                  <a:pt x="851539" y="29928"/>
                </a:moveTo>
                <a:lnTo>
                  <a:pt x="854759" y="29928"/>
                </a:lnTo>
                <a:cubicBezTo>
                  <a:pt x="868668" y="29928"/>
                  <a:pt x="879934" y="41340"/>
                  <a:pt x="879934" y="55241"/>
                </a:cubicBezTo>
                <a:lnTo>
                  <a:pt x="879934" y="82164"/>
                </a:lnTo>
                <a:cubicBezTo>
                  <a:pt x="879934" y="96066"/>
                  <a:pt x="868668" y="107478"/>
                  <a:pt x="854759" y="107478"/>
                </a:cubicBezTo>
                <a:lnTo>
                  <a:pt x="851539" y="107478"/>
                </a:lnTo>
                <a:cubicBezTo>
                  <a:pt x="837632" y="107478"/>
                  <a:pt x="826362" y="96066"/>
                  <a:pt x="826362" y="82164"/>
                </a:cubicBezTo>
                <a:lnTo>
                  <a:pt x="826362" y="55241"/>
                </a:lnTo>
                <a:cubicBezTo>
                  <a:pt x="826362" y="41340"/>
                  <a:pt x="837632" y="29928"/>
                  <a:pt x="851539" y="29928"/>
                </a:cubicBezTo>
                <a:close/>
                <a:moveTo>
                  <a:pt x="488635" y="29928"/>
                </a:moveTo>
                <a:lnTo>
                  <a:pt x="490245" y="29928"/>
                </a:lnTo>
                <a:cubicBezTo>
                  <a:pt x="503273" y="29928"/>
                  <a:pt x="515421" y="38853"/>
                  <a:pt x="515421" y="53924"/>
                </a:cubicBezTo>
                <a:cubicBezTo>
                  <a:pt x="515421" y="56412"/>
                  <a:pt x="513518" y="58314"/>
                  <a:pt x="511031" y="58314"/>
                </a:cubicBezTo>
                <a:lnTo>
                  <a:pt x="504883" y="58314"/>
                </a:lnTo>
                <a:cubicBezTo>
                  <a:pt x="502394" y="58314"/>
                  <a:pt x="500491" y="56412"/>
                  <a:pt x="500491" y="53924"/>
                </a:cubicBezTo>
                <a:cubicBezTo>
                  <a:pt x="500491" y="48657"/>
                  <a:pt x="496831" y="44853"/>
                  <a:pt x="490245" y="44853"/>
                </a:cubicBezTo>
                <a:lnTo>
                  <a:pt x="488635" y="44853"/>
                </a:lnTo>
                <a:cubicBezTo>
                  <a:pt x="481755" y="44853"/>
                  <a:pt x="478240" y="48364"/>
                  <a:pt x="478240" y="53193"/>
                </a:cubicBezTo>
                <a:cubicBezTo>
                  <a:pt x="478240" y="63728"/>
                  <a:pt x="517032" y="58022"/>
                  <a:pt x="517032" y="83482"/>
                </a:cubicBezTo>
                <a:cubicBezTo>
                  <a:pt x="517032" y="98406"/>
                  <a:pt x="504588" y="107478"/>
                  <a:pt x="491562" y="107478"/>
                </a:cubicBezTo>
                <a:lnTo>
                  <a:pt x="487022" y="107478"/>
                </a:lnTo>
                <a:cubicBezTo>
                  <a:pt x="473997" y="107478"/>
                  <a:pt x="461846" y="98406"/>
                  <a:pt x="461846" y="83482"/>
                </a:cubicBezTo>
                <a:lnTo>
                  <a:pt x="461846" y="81872"/>
                </a:lnTo>
                <a:cubicBezTo>
                  <a:pt x="461846" y="79384"/>
                  <a:pt x="463749" y="77482"/>
                  <a:pt x="466238" y="77482"/>
                </a:cubicBezTo>
                <a:lnTo>
                  <a:pt x="472384" y="77482"/>
                </a:lnTo>
                <a:cubicBezTo>
                  <a:pt x="474875" y="77482"/>
                  <a:pt x="476777" y="79384"/>
                  <a:pt x="476777" y="81872"/>
                </a:cubicBezTo>
                <a:lnTo>
                  <a:pt x="476777" y="83482"/>
                </a:lnTo>
                <a:cubicBezTo>
                  <a:pt x="476777" y="88456"/>
                  <a:pt x="480436" y="92553"/>
                  <a:pt x="487022" y="92553"/>
                </a:cubicBezTo>
                <a:lnTo>
                  <a:pt x="491562" y="92553"/>
                </a:lnTo>
                <a:cubicBezTo>
                  <a:pt x="498149" y="92553"/>
                  <a:pt x="502101" y="88456"/>
                  <a:pt x="502101" y="83482"/>
                </a:cubicBezTo>
                <a:cubicBezTo>
                  <a:pt x="502101" y="72800"/>
                  <a:pt x="463310" y="78799"/>
                  <a:pt x="463310" y="53193"/>
                </a:cubicBezTo>
                <a:cubicBezTo>
                  <a:pt x="463310" y="38122"/>
                  <a:pt x="475752" y="29928"/>
                  <a:pt x="488635" y="29928"/>
                </a:cubicBezTo>
                <a:close/>
                <a:moveTo>
                  <a:pt x="413248" y="29928"/>
                </a:moveTo>
                <a:lnTo>
                  <a:pt x="416176" y="29928"/>
                </a:lnTo>
                <a:cubicBezTo>
                  <a:pt x="430814" y="29928"/>
                  <a:pt x="441500" y="41926"/>
                  <a:pt x="441500" y="55241"/>
                </a:cubicBezTo>
                <a:lnTo>
                  <a:pt x="441500" y="65630"/>
                </a:lnTo>
                <a:cubicBezTo>
                  <a:pt x="441500" y="68118"/>
                  <a:pt x="439597" y="70020"/>
                  <a:pt x="437108" y="70020"/>
                </a:cubicBezTo>
                <a:lnTo>
                  <a:pt x="430959" y="70020"/>
                </a:lnTo>
                <a:cubicBezTo>
                  <a:pt x="428470" y="70020"/>
                  <a:pt x="426569" y="68118"/>
                  <a:pt x="426569" y="65630"/>
                </a:cubicBezTo>
                <a:lnTo>
                  <a:pt x="426569" y="55241"/>
                </a:lnTo>
                <a:cubicBezTo>
                  <a:pt x="426569" y="49242"/>
                  <a:pt x="421445" y="44853"/>
                  <a:pt x="416176" y="44853"/>
                </a:cubicBezTo>
                <a:lnTo>
                  <a:pt x="413248" y="44853"/>
                </a:lnTo>
                <a:cubicBezTo>
                  <a:pt x="407686" y="44853"/>
                  <a:pt x="402710" y="49242"/>
                  <a:pt x="402710" y="55241"/>
                </a:cubicBezTo>
                <a:lnTo>
                  <a:pt x="402710" y="90944"/>
                </a:lnTo>
                <a:lnTo>
                  <a:pt x="425106" y="90944"/>
                </a:lnTo>
                <a:cubicBezTo>
                  <a:pt x="427593" y="90944"/>
                  <a:pt x="429496" y="92846"/>
                  <a:pt x="429496" y="95333"/>
                </a:cubicBezTo>
                <a:lnTo>
                  <a:pt x="429496" y="101480"/>
                </a:lnTo>
                <a:cubicBezTo>
                  <a:pt x="429496" y="103967"/>
                  <a:pt x="427593" y="105869"/>
                  <a:pt x="425106" y="105869"/>
                </a:cubicBezTo>
                <a:lnTo>
                  <a:pt x="380166" y="105869"/>
                </a:lnTo>
                <a:cubicBezTo>
                  <a:pt x="377824" y="105869"/>
                  <a:pt x="375773" y="103967"/>
                  <a:pt x="375773" y="101480"/>
                </a:cubicBezTo>
                <a:lnTo>
                  <a:pt x="375773" y="95333"/>
                </a:lnTo>
                <a:cubicBezTo>
                  <a:pt x="375773" y="92846"/>
                  <a:pt x="377824" y="90944"/>
                  <a:pt x="380166" y="90944"/>
                </a:cubicBezTo>
                <a:lnTo>
                  <a:pt x="387777" y="90944"/>
                </a:lnTo>
                <a:lnTo>
                  <a:pt x="387777" y="55241"/>
                </a:lnTo>
                <a:cubicBezTo>
                  <a:pt x="387777" y="41926"/>
                  <a:pt x="398610" y="29928"/>
                  <a:pt x="413248" y="29928"/>
                </a:cubicBezTo>
                <a:close/>
                <a:moveTo>
                  <a:pt x="330236" y="29928"/>
                </a:moveTo>
                <a:lnTo>
                  <a:pt x="333456" y="29928"/>
                </a:lnTo>
                <a:cubicBezTo>
                  <a:pt x="347363" y="29928"/>
                  <a:pt x="358633" y="41340"/>
                  <a:pt x="358633" y="55241"/>
                </a:cubicBezTo>
                <a:lnTo>
                  <a:pt x="358633" y="71776"/>
                </a:lnTo>
                <a:cubicBezTo>
                  <a:pt x="358633" y="74263"/>
                  <a:pt x="356732" y="76165"/>
                  <a:pt x="354242" y="76165"/>
                </a:cubicBezTo>
                <a:lnTo>
                  <a:pt x="319990" y="76165"/>
                </a:lnTo>
                <a:lnTo>
                  <a:pt x="319990" y="82164"/>
                </a:lnTo>
                <a:cubicBezTo>
                  <a:pt x="319990" y="87871"/>
                  <a:pt x="324526" y="92553"/>
                  <a:pt x="330236" y="92553"/>
                </a:cubicBezTo>
                <a:lnTo>
                  <a:pt x="333456" y="92553"/>
                </a:lnTo>
                <a:cubicBezTo>
                  <a:pt x="340774" y="92553"/>
                  <a:pt x="343263" y="85676"/>
                  <a:pt x="343411" y="84798"/>
                </a:cubicBezTo>
                <a:cubicBezTo>
                  <a:pt x="343995" y="82458"/>
                  <a:pt x="346484" y="81140"/>
                  <a:pt x="348826" y="81726"/>
                </a:cubicBezTo>
                <a:lnTo>
                  <a:pt x="354681" y="83043"/>
                </a:lnTo>
                <a:cubicBezTo>
                  <a:pt x="357023" y="83628"/>
                  <a:pt x="358487" y="86408"/>
                  <a:pt x="357901" y="88602"/>
                </a:cubicBezTo>
                <a:cubicBezTo>
                  <a:pt x="354828" y="99577"/>
                  <a:pt x="345019" y="107478"/>
                  <a:pt x="333456" y="107478"/>
                </a:cubicBezTo>
                <a:lnTo>
                  <a:pt x="330236" y="107478"/>
                </a:lnTo>
                <a:cubicBezTo>
                  <a:pt x="316329" y="107478"/>
                  <a:pt x="305059" y="96066"/>
                  <a:pt x="305059" y="82164"/>
                </a:cubicBezTo>
                <a:lnTo>
                  <a:pt x="305059" y="55241"/>
                </a:lnTo>
                <a:cubicBezTo>
                  <a:pt x="305059" y="41340"/>
                  <a:pt x="316329" y="29928"/>
                  <a:pt x="330236" y="29928"/>
                </a:cubicBezTo>
                <a:close/>
                <a:moveTo>
                  <a:pt x="105908" y="29928"/>
                </a:moveTo>
                <a:lnTo>
                  <a:pt x="108835" y="29928"/>
                </a:lnTo>
                <a:cubicBezTo>
                  <a:pt x="122741" y="29928"/>
                  <a:pt x="134159" y="41340"/>
                  <a:pt x="134159" y="55241"/>
                </a:cubicBezTo>
                <a:lnTo>
                  <a:pt x="134159" y="101480"/>
                </a:lnTo>
                <a:cubicBezTo>
                  <a:pt x="134159" y="103967"/>
                  <a:pt x="132402" y="105869"/>
                  <a:pt x="129768" y="105869"/>
                </a:cubicBezTo>
                <a:lnTo>
                  <a:pt x="123620" y="105869"/>
                </a:lnTo>
                <a:cubicBezTo>
                  <a:pt x="121131" y="105869"/>
                  <a:pt x="119228" y="103967"/>
                  <a:pt x="119228" y="101480"/>
                </a:cubicBezTo>
                <a:lnTo>
                  <a:pt x="119228" y="55241"/>
                </a:lnTo>
                <a:cubicBezTo>
                  <a:pt x="119228" y="49535"/>
                  <a:pt x="114691" y="44853"/>
                  <a:pt x="108835" y="44853"/>
                </a:cubicBezTo>
                <a:lnTo>
                  <a:pt x="105908" y="44853"/>
                </a:lnTo>
                <a:cubicBezTo>
                  <a:pt x="100199" y="44853"/>
                  <a:pt x="95368" y="49535"/>
                  <a:pt x="95368" y="55241"/>
                </a:cubicBezTo>
                <a:lnTo>
                  <a:pt x="95368" y="101480"/>
                </a:lnTo>
                <a:cubicBezTo>
                  <a:pt x="95368" y="103967"/>
                  <a:pt x="93465" y="105869"/>
                  <a:pt x="90977" y="105869"/>
                </a:cubicBezTo>
                <a:lnTo>
                  <a:pt x="84829" y="105869"/>
                </a:lnTo>
                <a:cubicBezTo>
                  <a:pt x="82340" y="105869"/>
                  <a:pt x="80437" y="103967"/>
                  <a:pt x="80437" y="101480"/>
                </a:cubicBezTo>
                <a:lnTo>
                  <a:pt x="80437" y="35634"/>
                </a:lnTo>
                <a:cubicBezTo>
                  <a:pt x="80437" y="33147"/>
                  <a:pt x="82487" y="31245"/>
                  <a:pt x="84975" y="31245"/>
                </a:cubicBezTo>
                <a:lnTo>
                  <a:pt x="90977" y="31245"/>
                </a:lnTo>
                <a:cubicBezTo>
                  <a:pt x="92148" y="31245"/>
                  <a:pt x="93465" y="31830"/>
                  <a:pt x="94197" y="32708"/>
                </a:cubicBezTo>
                <a:cubicBezTo>
                  <a:pt x="97710" y="30806"/>
                  <a:pt x="101662" y="29928"/>
                  <a:pt x="105908" y="29928"/>
                </a:cubicBezTo>
                <a:close/>
                <a:moveTo>
                  <a:pt x="622411" y="1687"/>
                </a:moveTo>
                <a:lnTo>
                  <a:pt x="628704" y="1687"/>
                </a:lnTo>
                <a:cubicBezTo>
                  <a:pt x="631193" y="1687"/>
                  <a:pt x="633097" y="3590"/>
                  <a:pt x="633097" y="6077"/>
                </a:cubicBezTo>
                <a:lnTo>
                  <a:pt x="633097" y="34317"/>
                </a:lnTo>
                <a:lnTo>
                  <a:pt x="658275" y="34317"/>
                </a:lnTo>
                <a:cubicBezTo>
                  <a:pt x="660762" y="34317"/>
                  <a:pt x="662811" y="36220"/>
                  <a:pt x="662811" y="38707"/>
                </a:cubicBezTo>
                <a:lnTo>
                  <a:pt x="662811" y="44853"/>
                </a:lnTo>
                <a:cubicBezTo>
                  <a:pt x="662811" y="47340"/>
                  <a:pt x="660762" y="49242"/>
                  <a:pt x="658275" y="49242"/>
                </a:cubicBezTo>
                <a:lnTo>
                  <a:pt x="633097" y="49242"/>
                </a:lnTo>
                <a:lnTo>
                  <a:pt x="633097" y="82165"/>
                </a:lnTo>
                <a:cubicBezTo>
                  <a:pt x="633097" y="87871"/>
                  <a:pt x="637634" y="92553"/>
                  <a:pt x="643490" y="92553"/>
                </a:cubicBezTo>
                <a:cubicBezTo>
                  <a:pt x="649197" y="92553"/>
                  <a:pt x="653883" y="87871"/>
                  <a:pt x="653883" y="82165"/>
                </a:cubicBezTo>
                <a:lnTo>
                  <a:pt x="653883" y="78945"/>
                </a:lnTo>
                <a:cubicBezTo>
                  <a:pt x="653883" y="76458"/>
                  <a:pt x="655786" y="74555"/>
                  <a:pt x="658275" y="74555"/>
                </a:cubicBezTo>
                <a:lnTo>
                  <a:pt x="664421" y="74555"/>
                </a:lnTo>
                <a:cubicBezTo>
                  <a:pt x="666911" y="74555"/>
                  <a:pt x="668814" y="76458"/>
                  <a:pt x="668814" y="78945"/>
                </a:cubicBezTo>
                <a:lnTo>
                  <a:pt x="668814" y="82164"/>
                </a:lnTo>
                <a:cubicBezTo>
                  <a:pt x="668814" y="96212"/>
                  <a:pt x="657396" y="107478"/>
                  <a:pt x="643490" y="107478"/>
                </a:cubicBezTo>
                <a:cubicBezTo>
                  <a:pt x="629438" y="107478"/>
                  <a:pt x="618166" y="96212"/>
                  <a:pt x="618166" y="82164"/>
                </a:cubicBezTo>
                <a:lnTo>
                  <a:pt x="618166" y="49242"/>
                </a:lnTo>
                <a:lnTo>
                  <a:pt x="610555" y="49242"/>
                </a:lnTo>
                <a:cubicBezTo>
                  <a:pt x="608065" y="49242"/>
                  <a:pt x="606162" y="47193"/>
                  <a:pt x="606162" y="44706"/>
                </a:cubicBezTo>
                <a:lnTo>
                  <a:pt x="606162" y="38853"/>
                </a:lnTo>
                <a:cubicBezTo>
                  <a:pt x="606162" y="36366"/>
                  <a:pt x="608065" y="34317"/>
                  <a:pt x="610555" y="34317"/>
                </a:cubicBezTo>
                <a:lnTo>
                  <a:pt x="618166" y="34317"/>
                </a:lnTo>
                <a:lnTo>
                  <a:pt x="618166" y="6077"/>
                </a:lnTo>
                <a:cubicBezTo>
                  <a:pt x="618166" y="3590"/>
                  <a:pt x="619776" y="1687"/>
                  <a:pt x="622411" y="1687"/>
                </a:cubicBezTo>
                <a:close/>
                <a:moveTo>
                  <a:pt x="560800" y="1687"/>
                </a:moveTo>
                <a:lnTo>
                  <a:pt x="572656" y="1687"/>
                </a:lnTo>
                <a:cubicBezTo>
                  <a:pt x="575145" y="1687"/>
                  <a:pt x="577047" y="3590"/>
                  <a:pt x="577047" y="6077"/>
                </a:cubicBezTo>
                <a:lnTo>
                  <a:pt x="577047" y="18076"/>
                </a:lnTo>
                <a:cubicBezTo>
                  <a:pt x="577047" y="20563"/>
                  <a:pt x="575145" y="22465"/>
                  <a:pt x="572656" y="22465"/>
                </a:cubicBezTo>
                <a:lnTo>
                  <a:pt x="560800" y="22465"/>
                </a:lnTo>
                <a:cubicBezTo>
                  <a:pt x="558311" y="22465"/>
                  <a:pt x="556261" y="20563"/>
                  <a:pt x="556261" y="18076"/>
                </a:cubicBezTo>
                <a:lnTo>
                  <a:pt x="556261" y="6077"/>
                </a:lnTo>
                <a:cubicBezTo>
                  <a:pt x="556261" y="3590"/>
                  <a:pt x="558311" y="1687"/>
                  <a:pt x="560800" y="1687"/>
                </a:cubicBezTo>
                <a:close/>
                <a:moveTo>
                  <a:pt x="179683" y="1687"/>
                </a:moveTo>
                <a:lnTo>
                  <a:pt x="191540" y="1687"/>
                </a:lnTo>
                <a:cubicBezTo>
                  <a:pt x="194029" y="1687"/>
                  <a:pt x="195930" y="3590"/>
                  <a:pt x="195930" y="6077"/>
                </a:cubicBezTo>
                <a:lnTo>
                  <a:pt x="195930" y="18076"/>
                </a:lnTo>
                <a:cubicBezTo>
                  <a:pt x="195930" y="20563"/>
                  <a:pt x="194029" y="22465"/>
                  <a:pt x="191540" y="22465"/>
                </a:cubicBezTo>
                <a:lnTo>
                  <a:pt x="179683" y="22465"/>
                </a:lnTo>
                <a:cubicBezTo>
                  <a:pt x="177195" y="22465"/>
                  <a:pt x="175146" y="20563"/>
                  <a:pt x="175146" y="18076"/>
                </a:cubicBezTo>
                <a:lnTo>
                  <a:pt x="175146" y="6077"/>
                </a:lnTo>
                <a:cubicBezTo>
                  <a:pt x="175146" y="3590"/>
                  <a:pt x="177195" y="1687"/>
                  <a:pt x="179683" y="1687"/>
                </a:cubicBezTo>
                <a:close/>
                <a:moveTo>
                  <a:pt x="7540" y="1687"/>
                </a:moveTo>
                <a:lnTo>
                  <a:pt x="13542" y="1687"/>
                </a:lnTo>
                <a:cubicBezTo>
                  <a:pt x="16030" y="1687"/>
                  <a:pt x="17933" y="3590"/>
                  <a:pt x="17933" y="6077"/>
                </a:cubicBezTo>
                <a:lnTo>
                  <a:pt x="17933" y="82164"/>
                </a:lnTo>
                <a:cubicBezTo>
                  <a:pt x="17933" y="87871"/>
                  <a:pt x="22617" y="92553"/>
                  <a:pt x="28326" y="92553"/>
                </a:cubicBezTo>
                <a:lnTo>
                  <a:pt x="31546" y="92553"/>
                </a:lnTo>
                <a:cubicBezTo>
                  <a:pt x="37255" y="92553"/>
                  <a:pt x="41939" y="87871"/>
                  <a:pt x="41939" y="82164"/>
                </a:cubicBezTo>
                <a:lnTo>
                  <a:pt x="41939" y="6077"/>
                </a:lnTo>
                <a:cubicBezTo>
                  <a:pt x="41939" y="3590"/>
                  <a:pt x="43842" y="1687"/>
                  <a:pt x="46331" y="1687"/>
                </a:cubicBezTo>
                <a:lnTo>
                  <a:pt x="52332" y="1687"/>
                </a:lnTo>
                <a:cubicBezTo>
                  <a:pt x="54821" y="1687"/>
                  <a:pt x="56724" y="3590"/>
                  <a:pt x="56724" y="6077"/>
                </a:cubicBezTo>
                <a:lnTo>
                  <a:pt x="56724" y="82164"/>
                </a:lnTo>
                <a:cubicBezTo>
                  <a:pt x="56724" y="96066"/>
                  <a:pt x="45452" y="107478"/>
                  <a:pt x="31546" y="107478"/>
                </a:cubicBezTo>
                <a:lnTo>
                  <a:pt x="28326" y="107478"/>
                </a:lnTo>
                <a:cubicBezTo>
                  <a:pt x="14420" y="107478"/>
                  <a:pt x="3149" y="96066"/>
                  <a:pt x="3149" y="82164"/>
                </a:cubicBezTo>
                <a:lnTo>
                  <a:pt x="3149" y="6077"/>
                </a:lnTo>
                <a:cubicBezTo>
                  <a:pt x="3149" y="3590"/>
                  <a:pt x="5051" y="1687"/>
                  <a:pt x="7540" y="1687"/>
                </a:cubicBezTo>
                <a:close/>
                <a:moveTo>
                  <a:pt x="937375" y="0"/>
                </a:moveTo>
                <a:lnTo>
                  <a:pt x="943236" y="0"/>
                </a:lnTo>
                <a:cubicBezTo>
                  <a:pt x="958165" y="0"/>
                  <a:pt x="967090" y="12291"/>
                  <a:pt x="967090" y="25313"/>
                </a:cubicBezTo>
                <a:lnTo>
                  <a:pt x="967090" y="34385"/>
                </a:lnTo>
                <a:cubicBezTo>
                  <a:pt x="967090" y="36873"/>
                  <a:pt x="965188" y="38775"/>
                  <a:pt x="962699" y="38775"/>
                </a:cubicBezTo>
                <a:lnTo>
                  <a:pt x="956555" y="38775"/>
                </a:lnTo>
                <a:cubicBezTo>
                  <a:pt x="954064" y="38775"/>
                  <a:pt x="952162" y="36873"/>
                  <a:pt x="952162" y="34385"/>
                </a:cubicBezTo>
                <a:lnTo>
                  <a:pt x="952162" y="25313"/>
                </a:lnTo>
                <a:cubicBezTo>
                  <a:pt x="952162" y="18729"/>
                  <a:pt x="948210" y="14924"/>
                  <a:pt x="943087" y="14924"/>
                </a:cubicBezTo>
                <a:lnTo>
                  <a:pt x="937524" y="14924"/>
                </a:lnTo>
                <a:cubicBezTo>
                  <a:pt x="932550" y="14924"/>
                  <a:pt x="928449" y="18729"/>
                  <a:pt x="928449" y="25313"/>
                </a:cubicBezTo>
                <a:lnTo>
                  <a:pt x="928449" y="37390"/>
                </a:lnTo>
                <a:lnTo>
                  <a:pt x="941917" y="37390"/>
                </a:lnTo>
                <a:cubicBezTo>
                  <a:pt x="944256" y="37390"/>
                  <a:pt x="946309" y="39292"/>
                  <a:pt x="946309" y="41779"/>
                </a:cubicBezTo>
                <a:lnTo>
                  <a:pt x="946309" y="47925"/>
                </a:lnTo>
                <a:cubicBezTo>
                  <a:pt x="946309" y="50413"/>
                  <a:pt x="944256" y="52315"/>
                  <a:pt x="941917" y="52315"/>
                </a:cubicBezTo>
                <a:lnTo>
                  <a:pt x="928449" y="52315"/>
                </a:lnTo>
                <a:lnTo>
                  <a:pt x="928449" y="90944"/>
                </a:lnTo>
                <a:lnTo>
                  <a:pt x="950841" y="90944"/>
                </a:lnTo>
                <a:cubicBezTo>
                  <a:pt x="953332" y="90944"/>
                  <a:pt x="955234" y="92846"/>
                  <a:pt x="955234" y="95333"/>
                </a:cubicBezTo>
                <a:lnTo>
                  <a:pt x="955234" y="101480"/>
                </a:lnTo>
                <a:cubicBezTo>
                  <a:pt x="955234" y="103967"/>
                  <a:pt x="953332" y="105869"/>
                  <a:pt x="950841" y="105869"/>
                </a:cubicBezTo>
                <a:lnTo>
                  <a:pt x="904296" y="105869"/>
                </a:lnTo>
                <a:cubicBezTo>
                  <a:pt x="901805" y="105869"/>
                  <a:pt x="900053" y="103967"/>
                  <a:pt x="900053" y="101480"/>
                </a:cubicBezTo>
                <a:lnTo>
                  <a:pt x="900053" y="95333"/>
                </a:lnTo>
                <a:cubicBezTo>
                  <a:pt x="900053" y="92846"/>
                  <a:pt x="901805" y="90944"/>
                  <a:pt x="904296" y="90944"/>
                </a:cubicBezTo>
                <a:lnTo>
                  <a:pt x="913519" y="90944"/>
                </a:lnTo>
                <a:lnTo>
                  <a:pt x="913519" y="52315"/>
                </a:lnTo>
                <a:lnTo>
                  <a:pt x="905907" y="52315"/>
                </a:lnTo>
                <a:cubicBezTo>
                  <a:pt x="903415" y="52315"/>
                  <a:pt x="901514" y="50413"/>
                  <a:pt x="901514" y="47925"/>
                </a:cubicBezTo>
                <a:lnTo>
                  <a:pt x="901514" y="41779"/>
                </a:lnTo>
                <a:cubicBezTo>
                  <a:pt x="901514" y="39292"/>
                  <a:pt x="903415" y="37390"/>
                  <a:pt x="905907" y="37390"/>
                </a:cubicBezTo>
                <a:lnTo>
                  <a:pt x="913519" y="37390"/>
                </a:lnTo>
                <a:lnTo>
                  <a:pt x="913519" y="25313"/>
                </a:lnTo>
                <a:cubicBezTo>
                  <a:pt x="913519" y="12291"/>
                  <a:pt x="922446" y="0"/>
                  <a:pt x="93737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5" name="Textplatzhalter 14">
            <a:extLst>
              <a:ext uri="{FF2B5EF4-FFF2-40B4-BE49-F238E27FC236}">
                <a16:creationId xmlns:a16="http://schemas.microsoft.com/office/drawing/2014/main" id="{FC186049-0287-BA6F-B10A-90645F7C4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83380"/>
            <a:ext cx="1368426" cy="470893"/>
          </a:xfrm>
          <a:custGeom>
            <a:avLst/>
            <a:gdLst>
              <a:gd name="connsiteX0" fmla="*/ 223905 w 1368735"/>
              <a:gd name="connsiteY0" fmla="*/ 303445 h 473089"/>
              <a:gd name="connsiteX1" fmla="*/ 203373 w 1368735"/>
              <a:gd name="connsiteY1" fmla="*/ 382705 h 473089"/>
              <a:gd name="connsiteX2" fmla="*/ 251095 w 1368735"/>
              <a:gd name="connsiteY2" fmla="*/ 382705 h 473089"/>
              <a:gd name="connsiteX3" fmla="*/ 230563 w 1368735"/>
              <a:gd name="connsiteY3" fmla="*/ 303445 h 473089"/>
              <a:gd name="connsiteX4" fmla="*/ 635292 w 1368735"/>
              <a:gd name="connsiteY4" fmla="*/ 275078 h 473089"/>
              <a:gd name="connsiteX5" fmla="*/ 717418 w 1368735"/>
              <a:gd name="connsiteY5" fmla="*/ 275078 h 473089"/>
              <a:gd name="connsiteX6" fmla="*/ 725743 w 1368735"/>
              <a:gd name="connsiteY6" fmla="*/ 283421 h 473089"/>
              <a:gd name="connsiteX7" fmla="*/ 725743 w 1368735"/>
              <a:gd name="connsiteY7" fmla="*/ 294824 h 473089"/>
              <a:gd name="connsiteX8" fmla="*/ 723521 w 1368735"/>
              <a:gd name="connsiteY8" fmla="*/ 303445 h 473089"/>
              <a:gd name="connsiteX9" fmla="*/ 657764 w 1368735"/>
              <a:gd name="connsiteY9" fmla="*/ 444724 h 473089"/>
              <a:gd name="connsiteX10" fmla="*/ 723244 w 1368735"/>
              <a:gd name="connsiteY10" fmla="*/ 444724 h 473089"/>
              <a:gd name="connsiteX11" fmla="*/ 731567 w 1368735"/>
              <a:gd name="connsiteY11" fmla="*/ 453066 h 473089"/>
              <a:gd name="connsiteX12" fmla="*/ 731567 w 1368735"/>
              <a:gd name="connsiteY12" fmla="*/ 464746 h 473089"/>
              <a:gd name="connsiteX13" fmla="*/ 723244 w 1368735"/>
              <a:gd name="connsiteY13" fmla="*/ 473089 h 473089"/>
              <a:gd name="connsiteX14" fmla="*/ 632516 w 1368735"/>
              <a:gd name="connsiteY14" fmla="*/ 473089 h 473089"/>
              <a:gd name="connsiteX15" fmla="*/ 624193 w 1368735"/>
              <a:gd name="connsiteY15" fmla="*/ 464746 h 473089"/>
              <a:gd name="connsiteX16" fmla="*/ 624193 w 1368735"/>
              <a:gd name="connsiteY16" fmla="*/ 454735 h 473089"/>
              <a:gd name="connsiteX17" fmla="*/ 626412 w 1368735"/>
              <a:gd name="connsiteY17" fmla="*/ 445279 h 473089"/>
              <a:gd name="connsiteX18" fmla="*/ 692169 w 1368735"/>
              <a:gd name="connsiteY18" fmla="*/ 303445 h 473089"/>
              <a:gd name="connsiteX19" fmla="*/ 635569 w 1368735"/>
              <a:gd name="connsiteY19" fmla="*/ 303445 h 473089"/>
              <a:gd name="connsiteX20" fmla="*/ 626966 w 1368735"/>
              <a:gd name="connsiteY20" fmla="*/ 295101 h 473089"/>
              <a:gd name="connsiteX21" fmla="*/ 626966 w 1368735"/>
              <a:gd name="connsiteY21" fmla="*/ 283421 h 473089"/>
              <a:gd name="connsiteX22" fmla="*/ 635292 w 1368735"/>
              <a:gd name="connsiteY22" fmla="*/ 275078 h 473089"/>
              <a:gd name="connsiteX23" fmla="*/ 468542 w 1368735"/>
              <a:gd name="connsiteY23" fmla="*/ 275078 h 473089"/>
              <a:gd name="connsiteX24" fmla="*/ 500448 w 1368735"/>
              <a:gd name="connsiteY24" fmla="*/ 275078 h 473089"/>
              <a:gd name="connsiteX25" fmla="*/ 508497 w 1368735"/>
              <a:gd name="connsiteY25" fmla="*/ 280362 h 473089"/>
              <a:gd name="connsiteX26" fmla="*/ 545952 w 1368735"/>
              <a:gd name="connsiteY26" fmla="*/ 408013 h 473089"/>
              <a:gd name="connsiteX27" fmla="*/ 552333 w 1368735"/>
              <a:gd name="connsiteY27" fmla="*/ 441385 h 473089"/>
              <a:gd name="connsiteX28" fmla="*/ 558993 w 1368735"/>
              <a:gd name="connsiteY28" fmla="*/ 441385 h 473089"/>
              <a:gd name="connsiteX29" fmla="*/ 556494 w 1368735"/>
              <a:gd name="connsiteY29" fmla="*/ 408013 h 473089"/>
              <a:gd name="connsiteX30" fmla="*/ 556494 w 1368735"/>
              <a:gd name="connsiteY30" fmla="*/ 283421 h 473089"/>
              <a:gd name="connsiteX31" fmla="*/ 564820 w 1368735"/>
              <a:gd name="connsiteY31" fmla="*/ 275078 h 473089"/>
              <a:gd name="connsiteX32" fmla="*/ 576470 w 1368735"/>
              <a:gd name="connsiteY32" fmla="*/ 275078 h 473089"/>
              <a:gd name="connsiteX33" fmla="*/ 584796 w 1368735"/>
              <a:gd name="connsiteY33" fmla="*/ 283421 h 473089"/>
              <a:gd name="connsiteX34" fmla="*/ 584796 w 1368735"/>
              <a:gd name="connsiteY34" fmla="*/ 464746 h 473089"/>
              <a:gd name="connsiteX35" fmla="*/ 576470 w 1368735"/>
              <a:gd name="connsiteY35" fmla="*/ 473089 h 473089"/>
              <a:gd name="connsiteX36" fmla="*/ 544287 w 1368735"/>
              <a:gd name="connsiteY36" fmla="*/ 473089 h 473089"/>
              <a:gd name="connsiteX37" fmla="*/ 536241 w 1368735"/>
              <a:gd name="connsiteY37" fmla="*/ 467529 h 473089"/>
              <a:gd name="connsiteX38" fmla="*/ 498786 w 1368735"/>
              <a:gd name="connsiteY38" fmla="*/ 339877 h 473089"/>
              <a:gd name="connsiteX39" fmla="*/ 492402 w 1368735"/>
              <a:gd name="connsiteY39" fmla="*/ 306782 h 473089"/>
              <a:gd name="connsiteX40" fmla="*/ 485745 w 1368735"/>
              <a:gd name="connsiteY40" fmla="*/ 306782 h 473089"/>
              <a:gd name="connsiteX41" fmla="*/ 488241 w 1368735"/>
              <a:gd name="connsiteY41" fmla="*/ 339877 h 473089"/>
              <a:gd name="connsiteX42" fmla="*/ 488241 w 1368735"/>
              <a:gd name="connsiteY42" fmla="*/ 464746 h 473089"/>
              <a:gd name="connsiteX43" fmla="*/ 479918 w 1368735"/>
              <a:gd name="connsiteY43" fmla="*/ 473089 h 473089"/>
              <a:gd name="connsiteX44" fmla="*/ 468265 w 1368735"/>
              <a:gd name="connsiteY44" fmla="*/ 473089 h 473089"/>
              <a:gd name="connsiteX45" fmla="*/ 459943 w 1368735"/>
              <a:gd name="connsiteY45" fmla="*/ 464746 h 473089"/>
              <a:gd name="connsiteX46" fmla="*/ 459943 w 1368735"/>
              <a:gd name="connsiteY46" fmla="*/ 283421 h 473089"/>
              <a:gd name="connsiteX47" fmla="*/ 468542 w 1368735"/>
              <a:gd name="connsiteY47" fmla="*/ 275078 h 473089"/>
              <a:gd name="connsiteX48" fmla="*/ 326285 w 1368735"/>
              <a:gd name="connsiteY48" fmla="*/ 275078 h 473089"/>
              <a:gd name="connsiteX49" fmla="*/ 411187 w 1368735"/>
              <a:gd name="connsiteY49" fmla="*/ 275078 h 473089"/>
              <a:gd name="connsiteX50" fmla="*/ 419510 w 1368735"/>
              <a:gd name="connsiteY50" fmla="*/ 283421 h 473089"/>
              <a:gd name="connsiteX51" fmla="*/ 419510 w 1368735"/>
              <a:gd name="connsiteY51" fmla="*/ 295101 h 473089"/>
              <a:gd name="connsiteX52" fmla="*/ 411187 w 1368735"/>
              <a:gd name="connsiteY52" fmla="*/ 303445 h 473089"/>
              <a:gd name="connsiteX53" fmla="*/ 382885 w 1368735"/>
              <a:gd name="connsiteY53" fmla="*/ 303445 h 473089"/>
              <a:gd name="connsiteX54" fmla="*/ 382885 w 1368735"/>
              <a:gd name="connsiteY54" fmla="*/ 444724 h 473089"/>
              <a:gd name="connsiteX55" fmla="*/ 414237 w 1368735"/>
              <a:gd name="connsiteY55" fmla="*/ 444724 h 473089"/>
              <a:gd name="connsiteX56" fmla="*/ 422563 w 1368735"/>
              <a:gd name="connsiteY56" fmla="*/ 453066 h 473089"/>
              <a:gd name="connsiteX57" fmla="*/ 422563 w 1368735"/>
              <a:gd name="connsiteY57" fmla="*/ 464746 h 473089"/>
              <a:gd name="connsiteX58" fmla="*/ 414237 w 1368735"/>
              <a:gd name="connsiteY58" fmla="*/ 473089 h 473089"/>
              <a:gd name="connsiteX59" fmla="*/ 323233 w 1368735"/>
              <a:gd name="connsiteY59" fmla="*/ 473089 h 473089"/>
              <a:gd name="connsiteX60" fmla="*/ 314910 w 1368735"/>
              <a:gd name="connsiteY60" fmla="*/ 464746 h 473089"/>
              <a:gd name="connsiteX61" fmla="*/ 314910 w 1368735"/>
              <a:gd name="connsiteY61" fmla="*/ 453066 h 473089"/>
              <a:gd name="connsiteX62" fmla="*/ 323233 w 1368735"/>
              <a:gd name="connsiteY62" fmla="*/ 444724 h 473089"/>
              <a:gd name="connsiteX63" fmla="*/ 354587 w 1368735"/>
              <a:gd name="connsiteY63" fmla="*/ 444724 h 473089"/>
              <a:gd name="connsiteX64" fmla="*/ 354587 w 1368735"/>
              <a:gd name="connsiteY64" fmla="*/ 303445 h 473089"/>
              <a:gd name="connsiteX65" fmla="*/ 326285 w 1368735"/>
              <a:gd name="connsiteY65" fmla="*/ 303445 h 473089"/>
              <a:gd name="connsiteX66" fmla="*/ 317962 w 1368735"/>
              <a:gd name="connsiteY66" fmla="*/ 295101 h 473089"/>
              <a:gd name="connsiteX67" fmla="*/ 317962 w 1368735"/>
              <a:gd name="connsiteY67" fmla="*/ 283421 h 473089"/>
              <a:gd name="connsiteX68" fmla="*/ 326285 w 1368735"/>
              <a:gd name="connsiteY68" fmla="*/ 275078 h 473089"/>
              <a:gd name="connsiteX69" fmla="*/ 208922 w 1368735"/>
              <a:gd name="connsiteY69" fmla="*/ 275078 h 473089"/>
              <a:gd name="connsiteX70" fmla="*/ 245547 w 1368735"/>
              <a:gd name="connsiteY70" fmla="*/ 275078 h 473089"/>
              <a:gd name="connsiteX71" fmla="*/ 253870 w 1368735"/>
              <a:gd name="connsiteY71" fmla="*/ 281197 h 473089"/>
              <a:gd name="connsiteX72" fmla="*/ 283558 w 1368735"/>
              <a:gd name="connsiteY72" fmla="*/ 394108 h 473089"/>
              <a:gd name="connsiteX73" fmla="*/ 283835 w 1368735"/>
              <a:gd name="connsiteY73" fmla="*/ 395777 h 473089"/>
              <a:gd name="connsiteX74" fmla="*/ 283835 w 1368735"/>
              <a:gd name="connsiteY74" fmla="*/ 464746 h 473089"/>
              <a:gd name="connsiteX75" fmla="*/ 275511 w 1368735"/>
              <a:gd name="connsiteY75" fmla="*/ 473089 h 473089"/>
              <a:gd name="connsiteX76" fmla="*/ 263859 w 1368735"/>
              <a:gd name="connsiteY76" fmla="*/ 473089 h 473089"/>
              <a:gd name="connsiteX77" fmla="*/ 255535 w 1368735"/>
              <a:gd name="connsiteY77" fmla="*/ 464746 h 473089"/>
              <a:gd name="connsiteX78" fmla="*/ 255535 w 1368735"/>
              <a:gd name="connsiteY78" fmla="*/ 411074 h 473089"/>
              <a:gd name="connsiteX79" fmla="*/ 198934 w 1368735"/>
              <a:gd name="connsiteY79" fmla="*/ 411074 h 473089"/>
              <a:gd name="connsiteX80" fmla="*/ 198934 w 1368735"/>
              <a:gd name="connsiteY80" fmla="*/ 464746 h 473089"/>
              <a:gd name="connsiteX81" fmla="*/ 190888 w 1368735"/>
              <a:gd name="connsiteY81" fmla="*/ 473089 h 473089"/>
              <a:gd name="connsiteX82" fmla="*/ 178958 w 1368735"/>
              <a:gd name="connsiteY82" fmla="*/ 473089 h 473089"/>
              <a:gd name="connsiteX83" fmla="*/ 170634 w 1368735"/>
              <a:gd name="connsiteY83" fmla="*/ 464746 h 473089"/>
              <a:gd name="connsiteX84" fmla="*/ 170634 w 1368735"/>
              <a:gd name="connsiteY84" fmla="*/ 395777 h 473089"/>
              <a:gd name="connsiteX85" fmla="*/ 170911 w 1368735"/>
              <a:gd name="connsiteY85" fmla="*/ 394108 h 473089"/>
              <a:gd name="connsiteX86" fmla="*/ 200599 w 1368735"/>
              <a:gd name="connsiteY86" fmla="*/ 281197 h 473089"/>
              <a:gd name="connsiteX87" fmla="*/ 208922 w 1368735"/>
              <a:gd name="connsiteY87" fmla="*/ 275078 h 473089"/>
              <a:gd name="connsiteX88" fmla="*/ 8324 w 1368735"/>
              <a:gd name="connsiteY88" fmla="*/ 275078 h 473089"/>
              <a:gd name="connsiteX89" fmla="*/ 40231 w 1368735"/>
              <a:gd name="connsiteY89" fmla="*/ 275078 h 473089"/>
              <a:gd name="connsiteX90" fmla="*/ 47999 w 1368735"/>
              <a:gd name="connsiteY90" fmla="*/ 280362 h 473089"/>
              <a:gd name="connsiteX91" fmla="*/ 63814 w 1368735"/>
              <a:gd name="connsiteY91" fmla="*/ 345717 h 473089"/>
              <a:gd name="connsiteX92" fmla="*/ 66866 w 1368735"/>
              <a:gd name="connsiteY92" fmla="*/ 367409 h 473089"/>
              <a:gd name="connsiteX93" fmla="*/ 69918 w 1368735"/>
              <a:gd name="connsiteY93" fmla="*/ 345717 h 473089"/>
              <a:gd name="connsiteX94" fmla="*/ 85733 w 1368735"/>
              <a:gd name="connsiteY94" fmla="*/ 280362 h 473089"/>
              <a:gd name="connsiteX95" fmla="*/ 93502 w 1368735"/>
              <a:gd name="connsiteY95" fmla="*/ 275078 h 473089"/>
              <a:gd name="connsiteX96" fmla="*/ 125409 w 1368735"/>
              <a:gd name="connsiteY96" fmla="*/ 275078 h 473089"/>
              <a:gd name="connsiteX97" fmla="*/ 133732 w 1368735"/>
              <a:gd name="connsiteY97" fmla="*/ 283421 h 473089"/>
              <a:gd name="connsiteX98" fmla="*/ 133732 w 1368735"/>
              <a:gd name="connsiteY98" fmla="*/ 464746 h 473089"/>
              <a:gd name="connsiteX99" fmla="*/ 125409 w 1368735"/>
              <a:gd name="connsiteY99" fmla="*/ 473089 h 473089"/>
              <a:gd name="connsiteX100" fmla="*/ 113756 w 1368735"/>
              <a:gd name="connsiteY100" fmla="*/ 473089 h 473089"/>
              <a:gd name="connsiteX101" fmla="*/ 105433 w 1368735"/>
              <a:gd name="connsiteY101" fmla="*/ 464746 h 473089"/>
              <a:gd name="connsiteX102" fmla="*/ 105433 w 1368735"/>
              <a:gd name="connsiteY102" fmla="*/ 339877 h 473089"/>
              <a:gd name="connsiteX103" fmla="*/ 107652 w 1368735"/>
              <a:gd name="connsiteY103" fmla="*/ 307060 h 473089"/>
              <a:gd name="connsiteX104" fmla="*/ 101271 w 1368735"/>
              <a:gd name="connsiteY104" fmla="*/ 307060 h 473089"/>
              <a:gd name="connsiteX105" fmla="*/ 96276 w 1368735"/>
              <a:gd name="connsiteY105" fmla="*/ 339877 h 473089"/>
              <a:gd name="connsiteX106" fmla="*/ 82126 w 1368735"/>
              <a:gd name="connsiteY106" fmla="*/ 388268 h 473089"/>
              <a:gd name="connsiteX107" fmla="*/ 74080 w 1368735"/>
              <a:gd name="connsiteY107" fmla="*/ 393831 h 473089"/>
              <a:gd name="connsiteX108" fmla="*/ 59652 w 1368735"/>
              <a:gd name="connsiteY108" fmla="*/ 393831 h 473089"/>
              <a:gd name="connsiteX109" fmla="*/ 51606 w 1368735"/>
              <a:gd name="connsiteY109" fmla="*/ 388268 h 473089"/>
              <a:gd name="connsiteX110" fmla="*/ 37456 w 1368735"/>
              <a:gd name="connsiteY110" fmla="*/ 339877 h 473089"/>
              <a:gd name="connsiteX111" fmla="*/ 32462 w 1368735"/>
              <a:gd name="connsiteY111" fmla="*/ 307060 h 473089"/>
              <a:gd name="connsiteX112" fmla="*/ 26081 w 1368735"/>
              <a:gd name="connsiteY112" fmla="*/ 307060 h 473089"/>
              <a:gd name="connsiteX113" fmla="*/ 28300 w 1368735"/>
              <a:gd name="connsiteY113" fmla="*/ 339877 h 473089"/>
              <a:gd name="connsiteX114" fmla="*/ 28300 w 1368735"/>
              <a:gd name="connsiteY114" fmla="*/ 464746 h 473089"/>
              <a:gd name="connsiteX115" fmla="*/ 19977 w 1368735"/>
              <a:gd name="connsiteY115" fmla="*/ 473089 h 473089"/>
              <a:gd name="connsiteX116" fmla="*/ 8324 w 1368735"/>
              <a:gd name="connsiteY116" fmla="*/ 473089 h 473089"/>
              <a:gd name="connsiteX117" fmla="*/ 0 w 1368735"/>
              <a:gd name="connsiteY117" fmla="*/ 464746 h 473089"/>
              <a:gd name="connsiteX118" fmla="*/ 0 w 1368735"/>
              <a:gd name="connsiteY118" fmla="*/ 283421 h 473089"/>
              <a:gd name="connsiteX119" fmla="*/ 8324 w 1368735"/>
              <a:gd name="connsiteY119" fmla="*/ 275078 h 473089"/>
              <a:gd name="connsiteX120" fmla="*/ 190596 w 1368735"/>
              <a:gd name="connsiteY120" fmla="*/ 28365 h 473089"/>
              <a:gd name="connsiteX121" fmla="*/ 170899 w 1368735"/>
              <a:gd name="connsiteY121" fmla="*/ 48109 h 473089"/>
              <a:gd name="connsiteX122" fmla="*/ 170899 w 1368735"/>
              <a:gd name="connsiteY122" fmla="*/ 156006 h 473089"/>
              <a:gd name="connsiteX123" fmla="*/ 190596 w 1368735"/>
              <a:gd name="connsiteY123" fmla="*/ 175750 h 473089"/>
              <a:gd name="connsiteX124" fmla="*/ 198919 w 1368735"/>
              <a:gd name="connsiteY124" fmla="*/ 175750 h 473089"/>
              <a:gd name="connsiteX125" fmla="*/ 218617 w 1368735"/>
              <a:gd name="connsiteY125" fmla="*/ 156006 h 473089"/>
              <a:gd name="connsiteX126" fmla="*/ 218617 w 1368735"/>
              <a:gd name="connsiteY126" fmla="*/ 48109 h 473089"/>
              <a:gd name="connsiteX127" fmla="*/ 198919 w 1368735"/>
              <a:gd name="connsiteY127" fmla="*/ 28365 h 473089"/>
              <a:gd name="connsiteX128" fmla="*/ 1275244 w 1368735"/>
              <a:gd name="connsiteY128" fmla="*/ 3059 h 473089"/>
              <a:gd name="connsiteX129" fmla="*/ 1360135 w 1368735"/>
              <a:gd name="connsiteY129" fmla="*/ 3059 h 473089"/>
              <a:gd name="connsiteX130" fmla="*/ 1368735 w 1368735"/>
              <a:gd name="connsiteY130" fmla="*/ 11402 h 473089"/>
              <a:gd name="connsiteX131" fmla="*/ 1368735 w 1368735"/>
              <a:gd name="connsiteY131" fmla="*/ 23081 h 473089"/>
              <a:gd name="connsiteX132" fmla="*/ 1360135 w 1368735"/>
              <a:gd name="connsiteY132" fmla="*/ 31424 h 473089"/>
              <a:gd name="connsiteX133" fmla="*/ 1295216 w 1368735"/>
              <a:gd name="connsiteY133" fmla="*/ 31424 h 473089"/>
              <a:gd name="connsiteX134" fmla="*/ 1295216 w 1368735"/>
              <a:gd name="connsiteY134" fmla="*/ 87875 h 473089"/>
              <a:gd name="connsiteX135" fmla="*/ 1354319 w 1368735"/>
              <a:gd name="connsiteY135" fmla="*/ 87875 h 473089"/>
              <a:gd name="connsiteX136" fmla="*/ 1362918 w 1368735"/>
              <a:gd name="connsiteY136" fmla="*/ 96218 h 473089"/>
              <a:gd name="connsiteX137" fmla="*/ 1362918 w 1368735"/>
              <a:gd name="connsiteY137" fmla="*/ 107897 h 473089"/>
              <a:gd name="connsiteX138" fmla="*/ 1354319 w 1368735"/>
              <a:gd name="connsiteY138" fmla="*/ 116239 h 473089"/>
              <a:gd name="connsiteX139" fmla="*/ 1295216 w 1368735"/>
              <a:gd name="connsiteY139" fmla="*/ 116239 h 473089"/>
              <a:gd name="connsiteX140" fmla="*/ 1295216 w 1368735"/>
              <a:gd name="connsiteY140" fmla="*/ 172691 h 473089"/>
              <a:gd name="connsiteX141" fmla="*/ 1360419 w 1368735"/>
              <a:gd name="connsiteY141" fmla="*/ 172691 h 473089"/>
              <a:gd name="connsiteX142" fmla="*/ 1368735 w 1368735"/>
              <a:gd name="connsiteY142" fmla="*/ 181033 h 473089"/>
              <a:gd name="connsiteX143" fmla="*/ 1368735 w 1368735"/>
              <a:gd name="connsiteY143" fmla="*/ 192714 h 473089"/>
              <a:gd name="connsiteX144" fmla="*/ 1360419 w 1368735"/>
              <a:gd name="connsiteY144" fmla="*/ 201056 h 473089"/>
              <a:gd name="connsiteX145" fmla="*/ 1275244 w 1368735"/>
              <a:gd name="connsiteY145" fmla="*/ 201056 h 473089"/>
              <a:gd name="connsiteX146" fmla="*/ 1266921 w 1368735"/>
              <a:gd name="connsiteY146" fmla="*/ 192713 h 473089"/>
              <a:gd name="connsiteX147" fmla="*/ 1266921 w 1368735"/>
              <a:gd name="connsiteY147" fmla="*/ 11123 h 473089"/>
              <a:gd name="connsiteX148" fmla="*/ 1275244 w 1368735"/>
              <a:gd name="connsiteY148" fmla="*/ 3059 h 473089"/>
              <a:gd name="connsiteX149" fmla="*/ 1150024 w 1368735"/>
              <a:gd name="connsiteY149" fmla="*/ 3059 h 473089"/>
              <a:gd name="connsiteX150" fmla="*/ 1161681 w 1368735"/>
              <a:gd name="connsiteY150" fmla="*/ 3059 h 473089"/>
              <a:gd name="connsiteX151" fmla="*/ 1170007 w 1368735"/>
              <a:gd name="connsiteY151" fmla="*/ 11402 h 473089"/>
              <a:gd name="connsiteX152" fmla="*/ 1170007 w 1368735"/>
              <a:gd name="connsiteY152" fmla="*/ 172691 h 473089"/>
              <a:gd name="connsiteX153" fmla="*/ 1229373 w 1368735"/>
              <a:gd name="connsiteY153" fmla="*/ 172691 h 473089"/>
              <a:gd name="connsiteX154" fmla="*/ 1237699 w 1368735"/>
              <a:gd name="connsiteY154" fmla="*/ 181033 h 473089"/>
              <a:gd name="connsiteX155" fmla="*/ 1237699 w 1368735"/>
              <a:gd name="connsiteY155" fmla="*/ 192714 h 473089"/>
              <a:gd name="connsiteX156" fmla="*/ 1229373 w 1368735"/>
              <a:gd name="connsiteY156" fmla="*/ 201056 h 473089"/>
              <a:gd name="connsiteX157" fmla="*/ 1150024 w 1368735"/>
              <a:gd name="connsiteY157" fmla="*/ 201056 h 473089"/>
              <a:gd name="connsiteX158" fmla="*/ 1141708 w 1368735"/>
              <a:gd name="connsiteY158" fmla="*/ 192713 h 473089"/>
              <a:gd name="connsiteX159" fmla="*/ 1141708 w 1368735"/>
              <a:gd name="connsiteY159" fmla="*/ 11402 h 473089"/>
              <a:gd name="connsiteX160" fmla="*/ 1150024 w 1368735"/>
              <a:gd name="connsiteY160" fmla="*/ 3059 h 473089"/>
              <a:gd name="connsiteX161" fmla="*/ 1004378 w 1368735"/>
              <a:gd name="connsiteY161" fmla="*/ 3059 h 473089"/>
              <a:gd name="connsiteX162" fmla="*/ 1015747 w 1368735"/>
              <a:gd name="connsiteY162" fmla="*/ 3059 h 473089"/>
              <a:gd name="connsiteX163" fmla="*/ 1024073 w 1368735"/>
              <a:gd name="connsiteY163" fmla="*/ 11402 h 473089"/>
              <a:gd name="connsiteX164" fmla="*/ 1024073 w 1368735"/>
              <a:gd name="connsiteY164" fmla="*/ 156006 h 473089"/>
              <a:gd name="connsiteX165" fmla="*/ 1043772 w 1368735"/>
              <a:gd name="connsiteY165" fmla="*/ 175750 h 473089"/>
              <a:gd name="connsiteX166" fmla="*/ 1049872 w 1368735"/>
              <a:gd name="connsiteY166" fmla="*/ 175750 h 473089"/>
              <a:gd name="connsiteX167" fmla="*/ 1069571 w 1368735"/>
              <a:gd name="connsiteY167" fmla="*/ 156006 h 473089"/>
              <a:gd name="connsiteX168" fmla="*/ 1069571 w 1368735"/>
              <a:gd name="connsiteY168" fmla="*/ 11402 h 473089"/>
              <a:gd name="connsiteX169" fmla="*/ 1077897 w 1368735"/>
              <a:gd name="connsiteY169" fmla="*/ 3059 h 473089"/>
              <a:gd name="connsiteX170" fmla="*/ 1089270 w 1368735"/>
              <a:gd name="connsiteY170" fmla="*/ 3059 h 473089"/>
              <a:gd name="connsiteX171" fmla="*/ 1097592 w 1368735"/>
              <a:gd name="connsiteY171" fmla="*/ 11402 h 473089"/>
              <a:gd name="connsiteX172" fmla="*/ 1097592 w 1368735"/>
              <a:gd name="connsiteY172" fmla="*/ 156006 h 473089"/>
              <a:gd name="connsiteX173" fmla="*/ 1049872 w 1368735"/>
              <a:gd name="connsiteY173" fmla="*/ 204115 h 473089"/>
              <a:gd name="connsiteX174" fmla="*/ 1043772 w 1368735"/>
              <a:gd name="connsiteY174" fmla="*/ 204115 h 473089"/>
              <a:gd name="connsiteX175" fmla="*/ 996052 w 1368735"/>
              <a:gd name="connsiteY175" fmla="*/ 156006 h 473089"/>
              <a:gd name="connsiteX176" fmla="*/ 996052 w 1368735"/>
              <a:gd name="connsiteY176" fmla="*/ 11402 h 473089"/>
              <a:gd name="connsiteX177" fmla="*/ 1004378 w 1368735"/>
              <a:gd name="connsiteY177" fmla="*/ 3059 h 473089"/>
              <a:gd name="connsiteX178" fmla="*/ 857336 w 1368735"/>
              <a:gd name="connsiteY178" fmla="*/ 3059 h 473089"/>
              <a:gd name="connsiteX179" fmla="*/ 868993 w 1368735"/>
              <a:gd name="connsiteY179" fmla="*/ 3059 h 473089"/>
              <a:gd name="connsiteX180" fmla="*/ 877316 w 1368735"/>
              <a:gd name="connsiteY180" fmla="*/ 11402 h 473089"/>
              <a:gd name="connsiteX181" fmla="*/ 877316 w 1368735"/>
              <a:gd name="connsiteY181" fmla="*/ 87875 h 473089"/>
              <a:gd name="connsiteX182" fmla="*/ 922256 w 1368735"/>
              <a:gd name="connsiteY182" fmla="*/ 87875 h 473089"/>
              <a:gd name="connsiteX183" fmla="*/ 922256 w 1368735"/>
              <a:gd name="connsiteY183" fmla="*/ 11402 h 473089"/>
              <a:gd name="connsiteX184" fmla="*/ 930582 w 1368735"/>
              <a:gd name="connsiteY184" fmla="*/ 3059 h 473089"/>
              <a:gd name="connsiteX185" fmla="*/ 942228 w 1368735"/>
              <a:gd name="connsiteY185" fmla="*/ 3059 h 473089"/>
              <a:gd name="connsiteX186" fmla="*/ 950554 w 1368735"/>
              <a:gd name="connsiteY186" fmla="*/ 11402 h 473089"/>
              <a:gd name="connsiteX187" fmla="*/ 950554 w 1368735"/>
              <a:gd name="connsiteY187" fmla="*/ 192713 h 473089"/>
              <a:gd name="connsiteX188" fmla="*/ 942228 w 1368735"/>
              <a:gd name="connsiteY188" fmla="*/ 201056 h 473089"/>
              <a:gd name="connsiteX189" fmla="*/ 930582 w 1368735"/>
              <a:gd name="connsiteY189" fmla="*/ 201056 h 473089"/>
              <a:gd name="connsiteX190" fmla="*/ 922256 w 1368735"/>
              <a:gd name="connsiteY190" fmla="*/ 192713 h 473089"/>
              <a:gd name="connsiteX191" fmla="*/ 922256 w 1368735"/>
              <a:gd name="connsiteY191" fmla="*/ 116239 h 473089"/>
              <a:gd name="connsiteX192" fmla="*/ 877316 w 1368735"/>
              <a:gd name="connsiteY192" fmla="*/ 116239 h 473089"/>
              <a:gd name="connsiteX193" fmla="*/ 877316 w 1368735"/>
              <a:gd name="connsiteY193" fmla="*/ 192713 h 473089"/>
              <a:gd name="connsiteX194" fmla="*/ 868993 w 1368735"/>
              <a:gd name="connsiteY194" fmla="*/ 201056 h 473089"/>
              <a:gd name="connsiteX195" fmla="*/ 857336 w 1368735"/>
              <a:gd name="connsiteY195" fmla="*/ 201056 h 473089"/>
              <a:gd name="connsiteX196" fmla="*/ 849010 w 1368735"/>
              <a:gd name="connsiteY196" fmla="*/ 192713 h 473089"/>
              <a:gd name="connsiteX197" fmla="*/ 849010 w 1368735"/>
              <a:gd name="connsiteY197" fmla="*/ 11402 h 473089"/>
              <a:gd name="connsiteX198" fmla="*/ 857336 w 1368735"/>
              <a:gd name="connsiteY198" fmla="*/ 3059 h 473089"/>
              <a:gd name="connsiteX199" fmla="*/ 435641 w 1368735"/>
              <a:gd name="connsiteY199" fmla="*/ 3059 h 473089"/>
              <a:gd name="connsiteX200" fmla="*/ 447294 w 1368735"/>
              <a:gd name="connsiteY200" fmla="*/ 3059 h 473089"/>
              <a:gd name="connsiteX201" fmla="*/ 455616 w 1368735"/>
              <a:gd name="connsiteY201" fmla="*/ 11402 h 473089"/>
              <a:gd name="connsiteX202" fmla="*/ 455616 w 1368735"/>
              <a:gd name="connsiteY202" fmla="*/ 87875 h 473089"/>
              <a:gd name="connsiteX203" fmla="*/ 500560 w 1368735"/>
              <a:gd name="connsiteY203" fmla="*/ 87875 h 473089"/>
              <a:gd name="connsiteX204" fmla="*/ 500560 w 1368735"/>
              <a:gd name="connsiteY204" fmla="*/ 11402 h 473089"/>
              <a:gd name="connsiteX205" fmla="*/ 508883 w 1368735"/>
              <a:gd name="connsiteY205" fmla="*/ 3059 h 473089"/>
              <a:gd name="connsiteX206" fmla="*/ 520536 w 1368735"/>
              <a:gd name="connsiteY206" fmla="*/ 3059 h 473089"/>
              <a:gd name="connsiteX207" fmla="*/ 528858 w 1368735"/>
              <a:gd name="connsiteY207" fmla="*/ 11402 h 473089"/>
              <a:gd name="connsiteX208" fmla="*/ 528858 w 1368735"/>
              <a:gd name="connsiteY208" fmla="*/ 192713 h 473089"/>
              <a:gd name="connsiteX209" fmla="*/ 520536 w 1368735"/>
              <a:gd name="connsiteY209" fmla="*/ 201056 h 473089"/>
              <a:gd name="connsiteX210" fmla="*/ 508883 w 1368735"/>
              <a:gd name="connsiteY210" fmla="*/ 201056 h 473089"/>
              <a:gd name="connsiteX211" fmla="*/ 500560 w 1368735"/>
              <a:gd name="connsiteY211" fmla="*/ 192713 h 473089"/>
              <a:gd name="connsiteX212" fmla="*/ 500560 w 1368735"/>
              <a:gd name="connsiteY212" fmla="*/ 116239 h 473089"/>
              <a:gd name="connsiteX213" fmla="*/ 455616 w 1368735"/>
              <a:gd name="connsiteY213" fmla="*/ 116239 h 473089"/>
              <a:gd name="connsiteX214" fmla="*/ 455616 w 1368735"/>
              <a:gd name="connsiteY214" fmla="*/ 192713 h 473089"/>
              <a:gd name="connsiteX215" fmla="*/ 447294 w 1368735"/>
              <a:gd name="connsiteY215" fmla="*/ 201056 h 473089"/>
              <a:gd name="connsiteX216" fmla="*/ 435641 w 1368735"/>
              <a:gd name="connsiteY216" fmla="*/ 201056 h 473089"/>
              <a:gd name="connsiteX217" fmla="*/ 427318 w 1368735"/>
              <a:gd name="connsiteY217" fmla="*/ 192713 h 473089"/>
              <a:gd name="connsiteX218" fmla="*/ 427318 w 1368735"/>
              <a:gd name="connsiteY218" fmla="*/ 11402 h 473089"/>
              <a:gd name="connsiteX219" fmla="*/ 435641 w 1368735"/>
              <a:gd name="connsiteY219" fmla="*/ 3059 h 473089"/>
              <a:gd name="connsiteX220" fmla="*/ 8323 w 1368735"/>
              <a:gd name="connsiteY220" fmla="*/ 3059 h 473089"/>
              <a:gd name="connsiteX221" fmla="*/ 19975 w 1368735"/>
              <a:gd name="connsiteY221" fmla="*/ 3059 h 473089"/>
              <a:gd name="connsiteX222" fmla="*/ 28298 w 1368735"/>
              <a:gd name="connsiteY222" fmla="*/ 11402 h 473089"/>
              <a:gd name="connsiteX223" fmla="*/ 28298 w 1368735"/>
              <a:gd name="connsiteY223" fmla="*/ 87875 h 473089"/>
              <a:gd name="connsiteX224" fmla="*/ 73242 w 1368735"/>
              <a:gd name="connsiteY224" fmla="*/ 87875 h 473089"/>
              <a:gd name="connsiteX225" fmla="*/ 73242 w 1368735"/>
              <a:gd name="connsiteY225" fmla="*/ 11402 h 473089"/>
              <a:gd name="connsiteX226" fmla="*/ 81565 w 1368735"/>
              <a:gd name="connsiteY226" fmla="*/ 3059 h 473089"/>
              <a:gd name="connsiteX227" fmla="*/ 93217 w 1368735"/>
              <a:gd name="connsiteY227" fmla="*/ 3059 h 473089"/>
              <a:gd name="connsiteX228" fmla="*/ 101540 w 1368735"/>
              <a:gd name="connsiteY228" fmla="*/ 11402 h 473089"/>
              <a:gd name="connsiteX229" fmla="*/ 101540 w 1368735"/>
              <a:gd name="connsiteY229" fmla="*/ 192713 h 473089"/>
              <a:gd name="connsiteX230" fmla="*/ 93217 w 1368735"/>
              <a:gd name="connsiteY230" fmla="*/ 201056 h 473089"/>
              <a:gd name="connsiteX231" fmla="*/ 81565 w 1368735"/>
              <a:gd name="connsiteY231" fmla="*/ 201056 h 473089"/>
              <a:gd name="connsiteX232" fmla="*/ 73242 w 1368735"/>
              <a:gd name="connsiteY232" fmla="*/ 192713 h 473089"/>
              <a:gd name="connsiteX233" fmla="*/ 73242 w 1368735"/>
              <a:gd name="connsiteY233" fmla="*/ 116239 h 473089"/>
              <a:gd name="connsiteX234" fmla="*/ 28298 w 1368735"/>
              <a:gd name="connsiteY234" fmla="*/ 116239 h 473089"/>
              <a:gd name="connsiteX235" fmla="*/ 28298 w 1368735"/>
              <a:gd name="connsiteY235" fmla="*/ 192713 h 473089"/>
              <a:gd name="connsiteX236" fmla="*/ 19975 w 1368735"/>
              <a:gd name="connsiteY236" fmla="*/ 201056 h 473089"/>
              <a:gd name="connsiteX237" fmla="*/ 8323 w 1368735"/>
              <a:gd name="connsiteY237" fmla="*/ 201056 h 473089"/>
              <a:gd name="connsiteX238" fmla="*/ 0 w 1368735"/>
              <a:gd name="connsiteY238" fmla="*/ 192713 h 473089"/>
              <a:gd name="connsiteX239" fmla="*/ 0 w 1368735"/>
              <a:gd name="connsiteY239" fmla="*/ 11402 h 473089"/>
              <a:gd name="connsiteX240" fmla="*/ 8323 w 1368735"/>
              <a:gd name="connsiteY240" fmla="*/ 3059 h 473089"/>
              <a:gd name="connsiteX241" fmla="*/ 755242 w 1368735"/>
              <a:gd name="connsiteY241" fmla="*/ 0 h 473089"/>
              <a:gd name="connsiteX242" fmla="*/ 763842 w 1368735"/>
              <a:gd name="connsiteY242" fmla="*/ 0 h 473089"/>
              <a:gd name="connsiteX243" fmla="*/ 812116 w 1368735"/>
              <a:gd name="connsiteY243" fmla="*/ 48109 h 473089"/>
              <a:gd name="connsiteX244" fmla="*/ 812116 w 1368735"/>
              <a:gd name="connsiteY244" fmla="*/ 53949 h 473089"/>
              <a:gd name="connsiteX245" fmla="*/ 803793 w 1368735"/>
              <a:gd name="connsiteY245" fmla="*/ 62291 h 473089"/>
              <a:gd name="connsiteX246" fmla="*/ 792140 w 1368735"/>
              <a:gd name="connsiteY246" fmla="*/ 62291 h 473089"/>
              <a:gd name="connsiteX247" fmla="*/ 783817 w 1368735"/>
              <a:gd name="connsiteY247" fmla="*/ 53949 h 473089"/>
              <a:gd name="connsiteX248" fmla="*/ 783817 w 1368735"/>
              <a:gd name="connsiteY248" fmla="*/ 48109 h 473089"/>
              <a:gd name="connsiteX249" fmla="*/ 763842 w 1368735"/>
              <a:gd name="connsiteY249" fmla="*/ 28365 h 473089"/>
              <a:gd name="connsiteX250" fmla="*/ 755242 w 1368735"/>
              <a:gd name="connsiteY250" fmla="*/ 28365 h 473089"/>
              <a:gd name="connsiteX251" fmla="*/ 735543 w 1368735"/>
              <a:gd name="connsiteY251" fmla="*/ 48109 h 473089"/>
              <a:gd name="connsiteX252" fmla="*/ 735543 w 1368735"/>
              <a:gd name="connsiteY252" fmla="*/ 156006 h 473089"/>
              <a:gd name="connsiteX253" fmla="*/ 755242 w 1368735"/>
              <a:gd name="connsiteY253" fmla="*/ 175750 h 473089"/>
              <a:gd name="connsiteX254" fmla="*/ 763842 w 1368735"/>
              <a:gd name="connsiteY254" fmla="*/ 175750 h 473089"/>
              <a:gd name="connsiteX255" fmla="*/ 783817 w 1368735"/>
              <a:gd name="connsiteY255" fmla="*/ 156006 h 473089"/>
              <a:gd name="connsiteX256" fmla="*/ 783817 w 1368735"/>
              <a:gd name="connsiteY256" fmla="*/ 147107 h 473089"/>
              <a:gd name="connsiteX257" fmla="*/ 792140 w 1368735"/>
              <a:gd name="connsiteY257" fmla="*/ 138765 h 473089"/>
              <a:gd name="connsiteX258" fmla="*/ 803793 w 1368735"/>
              <a:gd name="connsiteY258" fmla="*/ 138765 h 473089"/>
              <a:gd name="connsiteX259" fmla="*/ 812116 w 1368735"/>
              <a:gd name="connsiteY259" fmla="*/ 147107 h 473089"/>
              <a:gd name="connsiteX260" fmla="*/ 812116 w 1368735"/>
              <a:gd name="connsiteY260" fmla="*/ 156006 h 473089"/>
              <a:gd name="connsiteX261" fmla="*/ 763842 w 1368735"/>
              <a:gd name="connsiteY261" fmla="*/ 204115 h 473089"/>
              <a:gd name="connsiteX262" fmla="*/ 755242 w 1368735"/>
              <a:gd name="connsiteY262" fmla="*/ 204115 h 473089"/>
              <a:gd name="connsiteX263" fmla="*/ 707248 w 1368735"/>
              <a:gd name="connsiteY263" fmla="*/ 156006 h 473089"/>
              <a:gd name="connsiteX264" fmla="*/ 707248 w 1368735"/>
              <a:gd name="connsiteY264" fmla="*/ 48109 h 473089"/>
              <a:gd name="connsiteX265" fmla="*/ 755242 w 1368735"/>
              <a:gd name="connsiteY265" fmla="*/ 0 h 473089"/>
              <a:gd name="connsiteX266" fmla="*/ 617358 w 1368735"/>
              <a:gd name="connsiteY266" fmla="*/ 0 h 473089"/>
              <a:gd name="connsiteX267" fmla="*/ 623464 w 1368735"/>
              <a:gd name="connsiteY267" fmla="*/ 0 h 473089"/>
              <a:gd name="connsiteX268" fmla="*/ 671458 w 1368735"/>
              <a:gd name="connsiteY268" fmla="*/ 48109 h 473089"/>
              <a:gd name="connsiteX269" fmla="*/ 671458 w 1368735"/>
              <a:gd name="connsiteY269" fmla="*/ 53949 h 473089"/>
              <a:gd name="connsiteX270" fmla="*/ 663136 w 1368735"/>
              <a:gd name="connsiteY270" fmla="*/ 62291 h 473089"/>
              <a:gd name="connsiteX271" fmla="*/ 651482 w 1368735"/>
              <a:gd name="connsiteY271" fmla="*/ 62291 h 473089"/>
              <a:gd name="connsiteX272" fmla="*/ 643160 w 1368735"/>
              <a:gd name="connsiteY272" fmla="*/ 53949 h 473089"/>
              <a:gd name="connsiteX273" fmla="*/ 643160 w 1368735"/>
              <a:gd name="connsiteY273" fmla="*/ 48109 h 473089"/>
              <a:gd name="connsiteX274" fmla="*/ 623464 w 1368735"/>
              <a:gd name="connsiteY274" fmla="*/ 28365 h 473089"/>
              <a:gd name="connsiteX275" fmla="*/ 617358 w 1368735"/>
              <a:gd name="connsiteY275" fmla="*/ 28365 h 473089"/>
              <a:gd name="connsiteX276" fmla="*/ 597662 w 1368735"/>
              <a:gd name="connsiteY276" fmla="*/ 48109 h 473089"/>
              <a:gd name="connsiteX277" fmla="*/ 597662 w 1368735"/>
              <a:gd name="connsiteY277" fmla="*/ 56729 h 473089"/>
              <a:gd name="connsiteX278" fmla="*/ 673954 w 1368735"/>
              <a:gd name="connsiteY278" fmla="*/ 147107 h 473089"/>
              <a:gd name="connsiteX279" fmla="*/ 673954 w 1368735"/>
              <a:gd name="connsiteY279" fmla="*/ 156006 h 473089"/>
              <a:gd name="connsiteX280" fmla="*/ 625961 w 1368735"/>
              <a:gd name="connsiteY280" fmla="*/ 204115 h 473089"/>
              <a:gd name="connsiteX281" fmla="*/ 614861 w 1368735"/>
              <a:gd name="connsiteY281" fmla="*/ 204115 h 473089"/>
              <a:gd name="connsiteX282" fmla="*/ 566868 w 1368735"/>
              <a:gd name="connsiteY282" fmla="*/ 156006 h 473089"/>
              <a:gd name="connsiteX283" fmla="*/ 566868 w 1368735"/>
              <a:gd name="connsiteY283" fmla="*/ 149888 h 473089"/>
              <a:gd name="connsiteX284" fmla="*/ 575190 w 1368735"/>
              <a:gd name="connsiteY284" fmla="*/ 141546 h 473089"/>
              <a:gd name="connsiteX285" fmla="*/ 586840 w 1368735"/>
              <a:gd name="connsiteY285" fmla="*/ 141546 h 473089"/>
              <a:gd name="connsiteX286" fmla="*/ 595166 w 1368735"/>
              <a:gd name="connsiteY286" fmla="*/ 149888 h 473089"/>
              <a:gd name="connsiteX287" fmla="*/ 595166 w 1368735"/>
              <a:gd name="connsiteY287" fmla="*/ 156006 h 473089"/>
              <a:gd name="connsiteX288" fmla="*/ 614861 w 1368735"/>
              <a:gd name="connsiteY288" fmla="*/ 175750 h 473089"/>
              <a:gd name="connsiteX289" fmla="*/ 625961 w 1368735"/>
              <a:gd name="connsiteY289" fmla="*/ 175750 h 473089"/>
              <a:gd name="connsiteX290" fmla="*/ 645656 w 1368735"/>
              <a:gd name="connsiteY290" fmla="*/ 156006 h 473089"/>
              <a:gd name="connsiteX291" fmla="*/ 645656 w 1368735"/>
              <a:gd name="connsiteY291" fmla="*/ 147107 h 473089"/>
              <a:gd name="connsiteX292" fmla="*/ 569364 w 1368735"/>
              <a:gd name="connsiteY292" fmla="*/ 56729 h 473089"/>
              <a:gd name="connsiteX293" fmla="*/ 569364 w 1368735"/>
              <a:gd name="connsiteY293" fmla="*/ 48109 h 473089"/>
              <a:gd name="connsiteX294" fmla="*/ 617358 w 1368735"/>
              <a:gd name="connsiteY294" fmla="*/ 0 h 473089"/>
              <a:gd name="connsiteX295" fmla="*/ 332712 w 1368735"/>
              <a:gd name="connsiteY295" fmla="*/ 0 h 473089"/>
              <a:gd name="connsiteX296" fmla="*/ 341315 w 1368735"/>
              <a:gd name="connsiteY296" fmla="*/ 0 h 473089"/>
              <a:gd name="connsiteX297" fmla="*/ 389586 w 1368735"/>
              <a:gd name="connsiteY297" fmla="*/ 48109 h 473089"/>
              <a:gd name="connsiteX298" fmla="*/ 389586 w 1368735"/>
              <a:gd name="connsiteY298" fmla="*/ 53949 h 473089"/>
              <a:gd name="connsiteX299" fmla="*/ 381263 w 1368735"/>
              <a:gd name="connsiteY299" fmla="*/ 62291 h 473089"/>
              <a:gd name="connsiteX300" fmla="*/ 369613 w 1368735"/>
              <a:gd name="connsiteY300" fmla="*/ 62291 h 473089"/>
              <a:gd name="connsiteX301" fmla="*/ 361291 w 1368735"/>
              <a:gd name="connsiteY301" fmla="*/ 53949 h 473089"/>
              <a:gd name="connsiteX302" fmla="*/ 361291 w 1368735"/>
              <a:gd name="connsiteY302" fmla="*/ 48109 h 473089"/>
              <a:gd name="connsiteX303" fmla="*/ 341315 w 1368735"/>
              <a:gd name="connsiteY303" fmla="*/ 28365 h 473089"/>
              <a:gd name="connsiteX304" fmla="*/ 332712 w 1368735"/>
              <a:gd name="connsiteY304" fmla="*/ 28365 h 473089"/>
              <a:gd name="connsiteX305" fmla="*/ 313016 w 1368735"/>
              <a:gd name="connsiteY305" fmla="*/ 48109 h 473089"/>
              <a:gd name="connsiteX306" fmla="*/ 313016 w 1368735"/>
              <a:gd name="connsiteY306" fmla="*/ 156006 h 473089"/>
              <a:gd name="connsiteX307" fmla="*/ 332712 w 1368735"/>
              <a:gd name="connsiteY307" fmla="*/ 175750 h 473089"/>
              <a:gd name="connsiteX308" fmla="*/ 341315 w 1368735"/>
              <a:gd name="connsiteY308" fmla="*/ 175750 h 473089"/>
              <a:gd name="connsiteX309" fmla="*/ 361291 w 1368735"/>
              <a:gd name="connsiteY309" fmla="*/ 156006 h 473089"/>
              <a:gd name="connsiteX310" fmla="*/ 361291 w 1368735"/>
              <a:gd name="connsiteY310" fmla="*/ 147107 h 473089"/>
              <a:gd name="connsiteX311" fmla="*/ 369613 w 1368735"/>
              <a:gd name="connsiteY311" fmla="*/ 138765 h 473089"/>
              <a:gd name="connsiteX312" fmla="*/ 381263 w 1368735"/>
              <a:gd name="connsiteY312" fmla="*/ 138765 h 473089"/>
              <a:gd name="connsiteX313" fmla="*/ 389586 w 1368735"/>
              <a:gd name="connsiteY313" fmla="*/ 147107 h 473089"/>
              <a:gd name="connsiteX314" fmla="*/ 389586 w 1368735"/>
              <a:gd name="connsiteY314" fmla="*/ 156006 h 473089"/>
              <a:gd name="connsiteX315" fmla="*/ 341315 w 1368735"/>
              <a:gd name="connsiteY315" fmla="*/ 204115 h 473089"/>
              <a:gd name="connsiteX316" fmla="*/ 332712 w 1368735"/>
              <a:gd name="connsiteY316" fmla="*/ 204115 h 473089"/>
              <a:gd name="connsiteX317" fmla="*/ 284718 w 1368735"/>
              <a:gd name="connsiteY317" fmla="*/ 156006 h 473089"/>
              <a:gd name="connsiteX318" fmla="*/ 284718 w 1368735"/>
              <a:gd name="connsiteY318" fmla="*/ 48109 h 473089"/>
              <a:gd name="connsiteX319" fmla="*/ 332712 w 1368735"/>
              <a:gd name="connsiteY319" fmla="*/ 0 h 473089"/>
              <a:gd name="connsiteX320" fmla="*/ 190596 w 1368735"/>
              <a:gd name="connsiteY320" fmla="*/ 0 h 473089"/>
              <a:gd name="connsiteX321" fmla="*/ 198919 w 1368735"/>
              <a:gd name="connsiteY321" fmla="*/ 0 h 473089"/>
              <a:gd name="connsiteX322" fmla="*/ 246915 w 1368735"/>
              <a:gd name="connsiteY322" fmla="*/ 48109 h 473089"/>
              <a:gd name="connsiteX323" fmla="*/ 246915 w 1368735"/>
              <a:gd name="connsiteY323" fmla="*/ 156006 h 473089"/>
              <a:gd name="connsiteX324" fmla="*/ 198919 w 1368735"/>
              <a:gd name="connsiteY324" fmla="*/ 204115 h 473089"/>
              <a:gd name="connsiteX325" fmla="*/ 190596 w 1368735"/>
              <a:gd name="connsiteY325" fmla="*/ 204115 h 473089"/>
              <a:gd name="connsiteX326" fmla="*/ 142600 w 1368735"/>
              <a:gd name="connsiteY326" fmla="*/ 156006 h 473089"/>
              <a:gd name="connsiteX327" fmla="*/ 142600 w 1368735"/>
              <a:gd name="connsiteY327" fmla="*/ 48109 h 473089"/>
              <a:gd name="connsiteX328" fmla="*/ 190596 w 1368735"/>
              <a:gd name="connsiteY328" fmla="*/ 0 h 47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</a:cxnLst>
            <a:rect l="l" t="t" r="r" b="b"/>
            <a:pathLst>
              <a:path w="1368735" h="473089">
                <a:moveTo>
                  <a:pt x="223905" y="303445"/>
                </a:moveTo>
                <a:lnTo>
                  <a:pt x="203373" y="382705"/>
                </a:lnTo>
                <a:lnTo>
                  <a:pt x="251095" y="382705"/>
                </a:lnTo>
                <a:lnTo>
                  <a:pt x="230563" y="303445"/>
                </a:lnTo>
                <a:close/>
                <a:moveTo>
                  <a:pt x="635292" y="275078"/>
                </a:moveTo>
                <a:lnTo>
                  <a:pt x="717418" y="275078"/>
                </a:lnTo>
                <a:cubicBezTo>
                  <a:pt x="722136" y="275078"/>
                  <a:pt x="725743" y="278693"/>
                  <a:pt x="725743" y="283421"/>
                </a:cubicBezTo>
                <a:lnTo>
                  <a:pt x="725743" y="294824"/>
                </a:lnTo>
                <a:cubicBezTo>
                  <a:pt x="725743" y="295380"/>
                  <a:pt x="725463" y="299273"/>
                  <a:pt x="723521" y="303445"/>
                </a:cubicBezTo>
                <a:lnTo>
                  <a:pt x="657764" y="444724"/>
                </a:lnTo>
                <a:lnTo>
                  <a:pt x="723244" y="444724"/>
                </a:lnTo>
                <a:cubicBezTo>
                  <a:pt x="727963" y="444724"/>
                  <a:pt x="731567" y="448339"/>
                  <a:pt x="731567" y="453066"/>
                </a:cubicBezTo>
                <a:lnTo>
                  <a:pt x="731567" y="464746"/>
                </a:lnTo>
                <a:cubicBezTo>
                  <a:pt x="731567" y="469476"/>
                  <a:pt x="727963" y="473089"/>
                  <a:pt x="723244" y="473089"/>
                </a:cubicBezTo>
                <a:lnTo>
                  <a:pt x="632516" y="473089"/>
                </a:lnTo>
                <a:cubicBezTo>
                  <a:pt x="627800" y="473089"/>
                  <a:pt x="624193" y="469476"/>
                  <a:pt x="624193" y="464746"/>
                </a:cubicBezTo>
                <a:lnTo>
                  <a:pt x="624193" y="454735"/>
                </a:lnTo>
                <a:cubicBezTo>
                  <a:pt x="624193" y="450009"/>
                  <a:pt x="624747" y="448895"/>
                  <a:pt x="626412" y="445279"/>
                </a:cubicBezTo>
                <a:lnTo>
                  <a:pt x="692169" y="303445"/>
                </a:lnTo>
                <a:lnTo>
                  <a:pt x="635569" y="303445"/>
                </a:lnTo>
                <a:cubicBezTo>
                  <a:pt x="630854" y="303445"/>
                  <a:pt x="626966" y="299829"/>
                  <a:pt x="626966" y="295101"/>
                </a:cubicBezTo>
                <a:lnTo>
                  <a:pt x="626966" y="283421"/>
                </a:lnTo>
                <a:cubicBezTo>
                  <a:pt x="626966" y="278693"/>
                  <a:pt x="630574" y="275078"/>
                  <a:pt x="635292" y="275078"/>
                </a:cubicBezTo>
                <a:close/>
                <a:moveTo>
                  <a:pt x="468542" y="275078"/>
                </a:moveTo>
                <a:lnTo>
                  <a:pt x="500448" y="275078"/>
                </a:lnTo>
                <a:cubicBezTo>
                  <a:pt x="503778" y="275078"/>
                  <a:pt x="507386" y="276468"/>
                  <a:pt x="508497" y="280362"/>
                </a:cubicBezTo>
                <a:lnTo>
                  <a:pt x="545952" y="408013"/>
                </a:lnTo>
                <a:cubicBezTo>
                  <a:pt x="548171" y="415245"/>
                  <a:pt x="552056" y="438606"/>
                  <a:pt x="552333" y="441385"/>
                </a:cubicBezTo>
                <a:lnTo>
                  <a:pt x="558993" y="441385"/>
                </a:lnTo>
                <a:cubicBezTo>
                  <a:pt x="558713" y="438606"/>
                  <a:pt x="556494" y="415245"/>
                  <a:pt x="556494" y="408013"/>
                </a:cubicBezTo>
                <a:lnTo>
                  <a:pt x="556494" y="283421"/>
                </a:lnTo>
                <a:cubicBezTo>
                  <a:pt x="556494" y="278693"/>
                  <a:pt x="560101" y="275078"/>
                  <a:pt x="564820" y="275078"/>
                </a:cubicBezTo>
                <a:lnTo>
                  <a:pt x="576470" y="275078"/>
                </a:lnTo>
                <a:cubicBezTo>
                  <a:pt x="581188" y="275078"/>
                  <a:pt x="584796" y="278693"/>
                  <a:pt x="584796" y="283421"/>
                </a:cubicBezTo>
                <a:lnTo>
                  <a:pt x="584796" y="464746"/>
                </a:lnTo>
                <a:cubicBezTo>
                  <a:pt x="584796" y="469476"/>
                  <a:pt x="581188" y="473089"/>
                  <a:pt x="576470" y="473089"/>
                </a:cubicBezTo>
                <a:lnTo>
                  <a:pt x="544287" y="473089"/>
                </a:lnTo>
                <a:cubicBezTo>
                  <a:pt x="540957" y="473089"/>
                  <a:pt x="537349" y="471423"/>
                  <a:pt x="536241" y="467529"/>
                </a:cubicBezTo>
                <a:lnTo>
                  <a:pt x="498786" y="339877"/>
                </a:lnTo>
                <a:cubicBezTo>
                  <a:pt x="496567" y="332923"/>
                  <a:pt x="492682" y="309563"/>
                  <a:pt x="492402" y="306782"/>
                </a:cubicBezTo>
                <a:lnTo>
                  <a:pt x="485745" y="306782"/>
                </a:lnTo>
                <a:cubicBezTo>
                  <a:pt x="486022" y="309563"/>
                  <a:pt x="488241" y="332923"/>
                  <a:pt x="488241" y="339877"/>
                </a:cubicBezTo>
                <a:lnTo>
                  <a:pt x="488241" y="464746"/>
                </a:lnTo>
                <a:cubicBezTo>
                  <a:pt x="488241" y="469476"/>
                  <a:pt x="484634" y="473089"/>
                  <a:pt x="479918" y="473089"/>
                </a:cubicBezTo>
                <a:lnTo>
                  <a:pt x="468265" y="473089"/>
                </a:lnTo>
                <a:cubicBezTo>
                  <a:pt x="463550" y="473089"/>
                  <a:pt x="459943" y="469476"/>
                  <a:pt x="459943" y="464746"/>
                </a:cubicBezTo>
                <a:lnTo>
                  <a:pt x="459943" y="283421"/>
                </a:lnTo>
                <a:cubicBezTo>
                  <a:pt x="459943" y="278693"/>
                  <a:pt x="463827" y="275078"/>
                  <a:pt x="468542" y="275078"/>
                </a:cubicBezTo>
                <a:close/>
                <a:moveTo>
                  <a:pt x="326285" y="275078"/>
                </a:moveTo>
                <a:lnTo>
                  <a:pt x="411187" y="275078"/>
                </a:lnTo>
                <a:cubicBezTo>
                  <a:pt x="415902" y="275078"/>
                  <a:pt x="419510" y="278693"/>
                  <a:pt x="419510" y="283421"/>
                </a:cubicBezTo>
                <a:lnTo>
                  <a:pt x="419510" y="295101"/>
                </a:lnTo>
                <a:cubicBezTo>
                  <a:pt x="419510" y="299829"/>
                  <a:pt x="415902" y="303445"/>
                  <a:pt x="411187" y="303445"/>
                </a:cubicBezTo>
                <a:lnTo>
                  <a:pt x="382885" y="303445"/>
                </a:lnTo>
                <a:lnTo>
                  <a:pt x="382885" y="444724"/>
                </a:lnTo>
                <a:lnTo>
                  <a:pt x="414237" y="444724"/>
                </a:lnTo>
                <a:cubicBezTo>
                  <a:pt x="418956" y="444724"/>
                  <a:pt x="422563" y="448339"/>
                  <a:pt x="422563" y="453066"/>
                </a:cubicBezTo>
                <a:lnTo>
                  <a:pt x="422563" y="464746"/>
                </a:lnTo>
                <a:cubicBezTo>
                  <a:pt x="422563" y="469476"/>
                  <a:pt x="418956" y="473089"/>
                  <a:pt x="414237" y="473089"/>
                </a:cubicBezTo>
                <a:lnTo>
                  <a:pt x="323233" y="473089"/>
                </a:lnTo>
                <a:cubicBezTo>
                  <a:pt x="318517" y="473089"/>
                  <a:pt x="314910" y="469476"/>
                  <a:pt x="314910" y="464746"/>
                </a:cubicBezTo>
                <a:lnTo>
                  <a:pt x="314910" y="453066"/>
                </a:lnTo>
                <a:cubicBezTo>
                  <a:pt x="314910" y="448339"/>
                  <a:pt x="318517" y="444724"/>
                  <a:pt x="323233" y="444724"/>
                </a:cubicBezTo>
                <a:lnTo>
                  <a:pt x="354587" y="444724"/>
                </a:lnTo>
                <a:lnTo>
                  <a:pt x="354587" y="303445"/>
                </a:lnTo>
                <a:lnTo>
                  <a:pt x="326285" y="303445"/>
                </a:lnTo>
                <a:cubicBezTo>
                  <a:pt x="321569" y="303445"/>
                  <a:pt x="317962" y="299829"/>
                  <a:pt x="317962" y="295101"/>
                </a:cubicBezTo>
                <a:lnTo>
                  <a:pt x="317962" y="283421"/>
                </a:lnTo>
                <a:cubicBezTo>
                  <a:pt x="317962" y="278693"/>
                  <a:pt x="321569" y="275078"/>
                  <a:pt x="326285" y="275078"/>
                </a:cubicBezTo>
                <a:close/>
                <a:moveTo>
                  <a:pt x="208922" y="275078"/>
                </a:moveTo>
                <a:lnTo>
                  <a:pt x="245547" y="275078"/>
                </a:lnTo>
                <a:cubicBezTo>
                  <a:pt x="249431" y="275078"/>
                  <a:pt x="252760" y="277025"/>
                  <a:pt x="253870" y="281197"/>
                </a:cubicBezTo>
                <a:lnTo>
                  <a:pt x="283558" y="394108"/>
                </a:lnTo>
                <a:cubicBezTo>
                  <a:pt x="283835" y="394941"/>
                  <a:pt x="283835" y="395500"/>
                  <a:pt x="283835" y="395777"/>
                </a:cubicBezTo>
                <a:lnTo>
                  <a:pt x="283835" y="464746"/>
                </a:lnTo>
                <a:cubicBezTo>
                  <a:pt x="283835" y="469476"/>
                  <a:pt x="280228" y="473089"/>
                  <a:pt x="275511" y="473089"/>
                </a:cubicBezTo>
                <a:lnTo>
                  <a:pt x="263859" y="473089"/>
                </a:lnTo>
                <a:cubicBezTo>
                  <a:pt x="259141" y="473089"/>
                  <a:pt x="255535" y="469476"/>
                  <a:pt x="255535" y="464746"/>
                </a:cubicBezTo>
                <a:lnTo>
                  <a:pt x="255535" y="411074"/>
                </a:lnTo>
                <a:lnTo>
                  <a:pt x="198934" y="411074"/>
                </a:lnTo>
                <a:lnTo>
                  <a:pt x="198934" y="464746"/>
                </a:lnTo>
                <a:cubicBezTo>
                  <a:pt x="198934" y="469476"/>
                  <a:pt x="195604" y="473089"/>
                  <a:pt x="190888" y="473089"/>
                </a:cubicBezTo>
                <a:lnTo>
                  <a:pt x="178958" y="473089"/>
                </a:lnTo>
                <a:cubicBezTo>
                  <a:pt x="174241" y="473089"/>
                  <a:pt x="170634" y="469476"/>
                  <a:pt x="170634" y="464746"/>
                </a:cubicBezTo>
                <a:lnTo>
                  <a:pt x="170634" y="395777"/>
                </a:lnTo>
                <a:cubicBezTo>
                  <a:pt x="170634" y="395500"/>
                  <a:pt x="170634" y="394941"/>
                  <a:pt x="170911" y="394108"/>
                </a:cubicBezTo>
                <a:lnTo>
                  <a:pt x="200599" y="281197"/>
                </a:lnTo>
                <a:cubicBezTo>
                  <a:pt x="201708" y="277025"/>
                  <a:pt x="205038" y="275078"/>
                  <a:pt x="208922" y="275078"/>
                </a:cubicBezTo>
                <a:close/>
                <a:moveTo>
                  <a:pt x="8324" y="275078"/>
                </a:moveTo>
                <a:lnTo>
                  <a:pt x="40231" y="275078"/>
                </a:lnTo>
                <a:cubicBezTo>
                  <a:pt x="43837" y="275078"/>
                  <a:pt x="47167" y="277025"/>
                  <a:pt x="47999" y="280362"/>
                </a:cubicBezTo>
                <a:lnTo>
                  <a:pt x="63814" y="345717"/>
                </a:lnTo>
                <a:cubicBezTo>
                  <a:pt x="65202" y="351002"/>
                  <a:pt x="66589" y="364352"/>
                  <a:pt x="66866" y="367409"/>
                </a:cubicBezTo>
                <a:cubicBezTo>
                  <a:pt x="67144" y="364352"/>
                  <a:pt x="68531" y="351002"/>
                  <a:pt x="69918" y="345717"/>
                </a:cubicBezTo>
                <a:lnTo>
                  <a:pt x="85733" y="280362"/>
                </a:lnTo>
                <a:cubicBezTo>
                  <a:pt x="86565" y="277025"/>
                  <a:pt x="89894" y="275078"/>
                  <a:pt x="93502" y="275078"/>
                </a:cubicBezTo>
                <a:lnTo>
                  <a:pt x="125409" y="275078"/>
                </a:lnTo>
                <a:cubicBezTo>
                  <a:pt x="130126" y="275078"/>
                  <a:pt x="133732" y="278693"/>
                  <a:pt x="133732" y="283421"/>
                </a:cubicBezTo>
                <a:lnTo>
                  <a:pt x="133732" y="464746"/>
                </a:lnTo>
                <a:cubicBezTo>
                  <a:pt x="133732" y="469476"/>
                  <a:pt x="130126" y="473089"/>
                  <a:pt x="125409" y="473089"/>
                </a:cubicBezTo>
                <a:lnTo>
                  <a:pt x="113756" y="473089"/>
                </a:lnTo>
                <a:cubicBezTo>
                  <a:pt x="109039" y="473089"/>
                  <a:pt x="105433" y="469476"/>
                  <a:pt x="105433" y="464746"/>
                </a:cubicBezTo>
                <a:lnTo>
                  <a:pt x="105433" y="339877"/>
                </a:lnTo>
                <a:cubicBezTo>
                  <a:pt x="105433" y="332923"/>
                  <a:pt x="107375" y="309842"/>
                  <a:pt x="107652" y="307060"/>
                </a:cubicBezTo>
                <a:lnTo>
                  <a:pt x="101271" y="307060"/>
                </a:lnTo>
                <a:cubicBezTo>
                  <a:pt x="100993" y="309842"/>
                  <a:pt x="98219" y="332923"/>
                  <a:pt x="96276" y="339877"/>
                </a:cubicBezTo>
                <a:lnTo>
                  <a:pt x="82126" y="388268"/>
                </a:lnTo>
                <a:cubicBezTo>
                  <a:pt x="81016" y="392161"/>
                  <a:pt x="77687" y="393831"/>
                  <a:pt x="74080" y="393831"/>
                </a:cubicBezTo>
                <a:lnTo>
                  <a:pt x="59652" y="393831"/>
                </a:lnTo>
                <a:cubicBezTo>
                  <a:pt x="56046" y="393831"/>
                  <a:pt x="52716" y="392161"/>
                  <a:pt x="51606" y="388268"/>
                </a:cubicBezTo>
                <a:lnTo>
                  <a:pt x="37456" y="339877"/>
                </a:lnTo>
                <a:cubicBezTo>
                  <a:pt x="35514" y="332923"/>
                  <a:pt x="32739" y="309842"/>
                  <a:pt x="32462" y="307060"/>
                </a:cubicBezTo>
                <a:lnTo>
                  <a:pt x="26081" y="307060"/>
                </a:lnTo>
                <a:cubicBezTo>
                  <a:pt x="26358" y="309842"/>
                  <a:pt x="28300" y="332923"/>
                  <a:pt x="28300" y="339877"/>
                </a:cubicBezTo>
                <a:lnTo>
                  <a:pt x="28300" y="464746"/>
                </a:lnTo>
                <a:cubicBezTo>
                  <a:pt x="28300" y="469476"/>
                  <a:pt x="24693" y="473089"/>
                  <a:pt x="19977" y="473089"/>
                </a:cubicBezTo>
                <a:lnTo>
                  <a:pt x="8324" y="473089"/>
                </a:lnTo>
                <a:cubicBezTo>
                  <a:pt x="3330" y="473089"/>
                  <a:pt x="0" y="469476"/>
                  <a:pt x="0" y="464746"/>
                </a:cubicBezTo>
                <a:lnTo>
                  <a:pt x="0" y="283421"/>
                </a:lnTo>
                <a:cubicBezTo>
                  <a:pt x="0" y="278693"/>
                  <a:pt x="3607" y="275078"/>
                  <a:pt x="8324" y="275078"/>
                </a:cubicBezTo>
                <a:close/>
                <a:moveTo>
                  <a:pt x="190596" y="28365"/>
                </a:moveTo>
                <a:cubicBezTo>
                  <a:pt x="179498" y="28365"/>
                  <a:pt x="170899" y="37263"/>
                  <a:pt x="170899" y="48109"/>
                </a:cubicBezTo>
                <a:lnTo>
                  <a:pt x="170899" y="156006"/>
                </a:lnTo>
                <a:cubicBezTo>
                  <a:pt x="170899" y="166851"/>
                  <a:pt x="179498" y="175750"/>
                  <a:pt x="190596" y="175750"/>
                </a:cubicBezTo>
                <a:lnTo>
                  <a:pt x="198919" y="175750"/>
                </a:lnTo>
                <a:cubicBezTo>
                  <a:pt x="210016" y="175750"/>
                  <a:pt x="218617" y="166851"/>
                  <a:pt x="218617" y="156006"/>
                </a:cubicBezTo>
                <a:lnTo>
                  <a:pt x="218617" y="48109"/>
                </a:lnTo>
                <a:cubicBezTo>
                  <a:pt x="218617" y="37263"/>
                  <a:pt x="210016" y="28365"/>
                  <a:pt x="198919" y="28365"/>
                </a:cubicBezTo>
                <a:close/>
                <a:moveTo>
                  <a:pt x="1275244" y="3059"/>
                </a:moveTo>
                <a:lnTo>
                  <a:pt x="1360135" y="3059"/>
                </a:lnTo>
                <a:cubicBezTo>
                  <a:pt x="1364857" y="3059"/>
                  <a:pt x="1368735" y="6674"/>
                  <a:pt x="1368735" y="11402"/>
                </a:cubicBezTo>
                <a:lnTo>
                  <a:pt x="1368735" y="23081"/>
                </a:lnTo>
                <a:cubicBezTo>
                  <a:pt x="1368735" y="27531"/>
                  <a:pt x="1364857" y="31424"/>
                  <a:pt x="1360135" y="31424"/>
                </a:cubicBezTo>
                <a:lnTo>
                  <a:pt x="1295216" y="31424"/>
                </a:lnTo>
                <a:lnTo>
                  <a:pt x="1295216" y="87875"/>
                </a:lnTo>
                <a:lnTo>
                  <a:pt x="1354319" y="87875"/>
                </a:lnTo>
                <a:cubicBezTo>
                  <a:pt x="1359031" y="87875"/>
                  <a:pt x="1362918" y="91491"/>
                  <a:pt x="1362918" y="96218"/>
                </a:cubicBezTo>
                <a:lnTo>
                  <a:pt x="1362918" y="107897"/>
                </a:lnTo>
                <a:cubicBezTo>
                  <a:pt x="1362918" y="112625"/>
                  <a:pt x="1359031" y="116239"/>
                  <a:pt x="1354319" y="116239"/>
                </a:cubicBezTo>
                <a:lnTo>
                  <a:pt x="1295216" y="116239"/>
                </a:lnTo>
                <a:lnTo>
                  <a:pt x="1295216" y="172691"/>
                </a:lnTo>
                <a:lnTo>
                  <a:pt x="1360419" y="172691"/>
                </a:lnTo>
                <a:cubicBezTo>
                  <a:pt x="1365131" y="172691"/>
                  <a:pt x="1368735" y="176306"/>
                  <a:pt x="1368735" y="181033"/>
                </a:cubicBezTo>
                <a:lnTo>
                  <a:pt x="1368735" y="192714"/>
                </a:lnTo>
                <a:cubicBezTo>
                  <a:pt x="1368735" y="197441"/>
                  <a:pt x="1365131" y="201056"/>
                  <a:pt x="1360419" y="201056"/>
                </a:cubicBezTo>
                <a:lnTo>
                  <a:pt x="1275244" y="201056"/>
                </a:lnTo>
                <a:cubicBezTo>
                  <a:pt x="1270532" y="201056"/>
                  <a:pt x="1266921" y="197441"/>
                  <a:pt x="1266921" y="192713"/>
                </a:cubicBezTo>
                <a:lnTo>
                  <a:pt x="1266921" y="11123"/>
                </a:lnTo>
                <a:cubicBezTo>
                  <a:pt x="1266921" y="6674"/>
                  <a:pt x="1270532" y="3059"/>
                  <a:pt x="1275244" y="3059"/>
                </a:cubicBezTo>
                <a:close/>
                <a:moveTo>
                  <a:pt x="1150024" y="3059"/>
                </a:moveTo>
                <a:lnTo>
                  <a:pt x="1161681" y="3059"/>
                </a:lnTo>
                <a:cubicBezTo>
                  <a:pt x="1166403" y="3059"/>
                  <a:pt x="1170007" y="6674"/>
                  <a:pt x="1170007" y="11402"/>
                </a:cubicBezTo>
                <a:lnTo>
                  <a:pt x="1170007" y="172691"/>
                </a:lnTo>
                <a:lnTo>
                  <a:pt x="1229373" y="172691"/>
                </a:lnTo>
                <a:cubicBezTo>
                  <a:pt x="1234092" y="172691"/>
                  <a:pt x="1237699" y="176306"/>
                  <a:pt x="1237699" y="181033"/>
                </a:cubicBezTo>
                <a:lnTo>
                  <a:pt x="1237699" y="192714"/>
                </a:lnTo>
                <a:cubicBezTo>
                  <a:pt x="1237699" y="197441"/>
                  <a:pt x="1234092" y="201056"/>
                  <a:pt x="1229373" y="201056"/>
                </a:cubicBezTo>
                <a:lnTo>
                  <a:pt x="1150024" y="201056"/>
                </a:lnTo>
                <a:cubicBezTo>
                  <a:pt x="1145312" y="201056"/>
                  <a:pt x="1141708" y="197441"/>
                  <a:pt x="1141708" y="192713"/>
                </a:cubicBezTo>
                <a:lnTo>
                  <a:pt x="1141708" y="11402"/>
                </a:lnTo>
                <a:cubicBezTo>
                  <a:pt x="1141708" y="6674"/>
                  <a:pt x="1145312" y="3059"/>
                  <a:pt x="1150024" y="3059"/>
                </a:cubicBezTo>
                <a:close/>
                <a:moveTo>
                  <a:pt x="1004378" y="3059"/>
                </a:moveTo>
                <a:lnTo>
                  <a:pt x="1015747" y="3059"/>
                </a:lnTo>
                <a:cubicBezTo>
                  <a:pt x="1020469" y="3059"/>
                  <a:pt x="1024073" y="6674"/>
                  <a:pt x="1024073" y="11402"/>
                </a:cubicBezTo>
                <a:lnTo>
                  <a:pt x="1024073" y="156006"/>
                </a:lnTo>
                <a:cubicBezTo>
                  <a:pt x="1024073" y="166851"/>
                  <a:pt x="1032957" y="175750"/>
                  <a:pt x="1043772" y="175750"/>
                </a:cubicBezTo>
                <a:lnTo>
                  <a:pt x="1049872" y="175750"/>
                </a:lnTo>
                <a:cubicBezTo>
                  <a:pt x="1060698" y="175750"/>
                  <a:pt x="1069571" y="166851"/>
                  <a:pt x="1069571" y="156006"/>
                </a:cubicBezTo>
                <a:lnTo>
                  <a:pt x="1069571" y="11402"/>
                </a:lnTo>
                <a:cubicBezTo>
                  <a:pt x="1069571" y="6674"/>
                  <a:pt x="1073185" y="3059"/>
                  <a:pt x="1077897" y="3059"/>
                </a:cubicBezTo>
                <a:lnTo>
                  <a:pt x="1089270" y="3059"/>
                </a:lnTo>
                <a:cubicBezTo>
                  <a:pt x="1093988" y="3059"/>
                  <a:pt x="1097592" y="6674"/>
                  <a:pt x="1097592" y="11402"/>
                </a:cubicBezTo>
                <a:lnTo>
                  <a:pt x="1097592" y="156006"/>
                </a:lnTo>
                <a:cubicBezTo>
                  <a:pt x="1097592" y="182424"/>
                  <a:pt x="1076232" y="204115"/>
                  <a:pt x="1049872" y="204115"/>
                </a:cubicBezTo>
                <a:lnTo>
                  <a:pt x="1043772" y="204115"/>
                </a:lnTo>
                <a:cubicBezTo>
                  <a:pt x="1017413" y="204115"/>
                  <a:pt x="996052" y="182424"/>
                  <a:pt x="996052" y="156006"/>
                </a:cubicBezTo>
                <a:lnTo>
                  <a:pt x="996052" y="11402"/>
                </a:lnTo>
                <a:cubicBezTo>
                  <a:pt x="996052" y="6674"/>
                  <a:pt x="999666" y="3059"/>
                  <a:pt x="1004378" y="3059"/>
                </a:cubicBezTo>
                <a:close/>
                <a:moveTo>
                  <a:pt x="857336" y="3059"/>
                </a:moveTo>
                <a:lnTo>
                  <a:pt x="868993" y="3059"/>
                </a:lnTo>
                <a:cubicBezTo>
                  <a:pt x="873705" y="3059"/>
                  <a:pt x="877316" y="6674"/>
                  <a:pt x="877316" y="11402"/>
                </a:cubicBezTo>
                <a:lnTo>
                  <a:pt x="877316" y="87875"/>
                </a:lnTo>
                <a:lnTo>
                  <a:pt x="922256" y="87875"/>
                </a:lnTo>
                <a:lnTo>
                  <a:pt x="922256" y="11402"/>
                </a:lnTo>
                <a:cubicBezTo>
                  <a:pt x="922256" y="6674"/>
                  <a:pt x="925860" y="3059"/>
                  <a:pt x="930582" y="3059"/>
                </a:cubicBezTo>
                <a:lnTo>
                  <a:pt x="942228" y="3059"/>
                </a:lnTo>
                <a:cubicBezTo>
                  <a:pt x="946950" y="3059"/>
                  <a:pt x="950554" y="6674"/>
                  <a:pt x="950554" y="11402"/>
                </a:cubicBezTo>
                <a:lnTo>
                  <a:pt x="950554" y="192713"/>
                </a:lnTo>
                <a:cubicBezTo>
                  <a:pt x="950554" y="197441"/>
                  <a:pt x="946950" y="201056"/>
                  <a:pt x="942228" y="201056"/>
                </a:cubicBezTo>
                <a:lnTo>
                  <a:pt x="930582" y="201056"/>
                </a:lnTo>
                <a:cubicBezTo>
                  <a:pt x="925860" y="201056"/>
                  <a:pt x="922256" y="197441"/>
                  <a:pt x="922256" y="192713"/>
                </a:cubicBezTo>
                <a:lnTo>
                  <a:pt x="922256" y="116239"/>
                </a:lnTo>
                <a:lnTo>
                  <a:pt x="877316" y="116239"/>
                </a:lnTo>
                <a:lnTo>
                  <a:pt x="877316" y="192713"/>
                </a:lnTo>
                <a:cubicBezTo>
                  <a:pt x="877316" y="197441"/>
                  <a:pt x="873705" y="201056"/>
                  <a:pt x="868993" y="201056"/>
                </a:cubicBezTo>
                <a:lnTo>
                  <a:pt x="857336" y="201056"/>
                </a:lnTo>
                <a:cubicBezTo>
                  <a:pt x="852624" y="201056"/>
                  <a:pt x="849010" y="197441"/>
                  <a:pt x="849010" y="192713"/>
                </a:cubicBezTo>
                <a:lnTo>
                  <a:pt x="849010" y="11402"/>
                </a:lnTo>
                <a:cubicBezTo>
                  <a:pt x="849010" y="6674"/>
                  <a:pt x="852624" y="3059"/>
                  <a:pt x="857336" y="3059"/>
                </a:cubicBezTo>
                <a:close/>
                <a:moveTo>
                  <a:pt x="435641" y="3059"/>
                </a:moveTo>
                <a:lnTo>
                  <a:pt x="447294" y="3059"/>
                </a:lnTo>
                <a:cubicBezTo>
                  <a:pt x="452009" y="3059"/>
                  <a:pt x="455616" y="6674"/>
                  <a:pt x="455616" y="11402"/>
                </a:cubicBezTo>
                <a:lnTo>
                  <a:pt x="455616" y="87875"/>
                </a:lnTo>
                <a:lnTo>
                  <a:pt x="500560" y="87875"/>
                </a:lnTo>
                <a:lnTo>
                  <a:pt x="500560" y="11402"/>
                </a:lnTo>
                <a:cubicBezTo>
                  <a:pt x="500560" y="6674"/>
                  <a:pt x="504167" y="3059"/>
                  <a:pt x="508883" y="3059"/>
                </a:cubicBezTo>
                <a:lnTo>
                  <a:pt x="520536" y="3059"/>
                </a:lnTo>
                <a:cubicBezTo>
                  <a:pt x="525251" y="3059"/>
                  <a:pt x="528858" y="6674"/>
                  <a:pt x="528858" y="11402"/>
                </a:cubicBezTo>
                <a:lnTo>
                  <a:pt x="528858" y="192713"/>
                </a:lnTo>
                <a:cubicBezTo>
                  <a:pt x="528858" y="197441"/>
                  <a:pt x="525251" y="201056"/>
                  <a:pt x="520536" y="201056"/>
                </a:cubicBezTo>
                <a:lnTo>
                  <a:pt x="508883" y="201056"/>
                </a:lnTo>
                <a:cubicBezTo>
                  <a:pt x="504167" y="201056"/>
                  <a:pt x="500560" y="197441"/>
                  <a:pt x="500560" y="192713"/>
                </a:cubicBezTo>
                <a:lnTo>
                  <a:pt x="500560" y="116239"/>
                </a:lnTo>
                <a:lnTo>
                  <a:pt x="455616" y="116239"/>
                </a:lnTo>
                <a:lnTo>
                  <a:pt x="455616" y="192713"/>
                </a:lnTo>
                <a:cubicBezTo>
                  <a:pt x="455616" y="197441"/>
                  <a:pt x="452009" y="201056"/>
                  <a:pt x="447294" y="201056"/>
                </a:cubicBezTo>
                <a:lnTo>
                  <a:pt x="435641" y="201056"/>
                </a:lnTo>
                <a:cubicBezTo>
                  <a:pt x="430925" y="201056"/>
                  <a:pt x="427318" y="197441"/>
                  <a:pt x="427318" y="192713"/>
                </a:cubicBezTo>
                <a:lnTo>
                  <a:pt x="427318" y="11402"/>
                </a:lnTo>
                <a:cubicBezTo>
                  <a:pt x="427318" y="6674"/>
                  <a:pt x="430925" y="3059"/>
                  <a:pt x="435641" y="3059"/>
                </a:cubicBezTo>
                <a:close/>
                <a:moveTo>
                  <a:pt x="8323" y="3059"/>
                </a:moveTo>
                <a:lnTo>
                  <a:pt x="19975" y="3059"/>
                </a:lnTo>
                <a:cubicBezTo>
                  <a:pt x="24691" y="3059"/>
                  <a:pt x="28298" y="6674"/>
                  <a:pt x="28298" y="11402"/>
                </a:cubicBezTo>
                <a:lnTo>
                  <a:pt x="28298" y="87875"/>
                </a:lnTo>
                <a:lnTo>
                  <a:pt x="73242" y="87875"/>
                </a:lnTo>
                <a:lnTo>
                  <a:pt x="73242" y="11402"/>
                </a:lnTo>
                <a:cubicBezTo>
                  <a:pt x="73242" y="6674"/>
                  <a:pt x="76849" y="3059"/>
                  <a:pt x="81565" y="3059"/>
                </a:cubicBezTo>
                <a:lnTo>
                  <a:pt x="93217" y="3059"/>
                </a:lnTo>
                <a:cubicBezTo>
                  <a:pt x="97933" y="3059"/>
                  <a:pt x="101540" y="6674"/>
                  <a:pt x="101540" y="11402"/>
                </a:cubicBezTo>
                <a:lnTo>
                  <a:pt x="101540" y="192713"/>
                </a:lnTo>
                <a:cubicBezTo>
                  <a:pt x="101540" y="197441"/>
                  <a:pt x="97933" y="201056"/>
                  <a:pt x="93217" y="201056"/>
                </a:cubicBezTo>
                <a:lnTo>
                  <a:pt x="81565" y="201056"/>
                </a:lnTo>
                <a:cubicBezTo>
                  <a:pt x="76849" y="201056"/>
                  <a:pt x="73242" y="197441"/>
                  <a:pt x="73242" y="192713"/>
                </a:cubicBezTo>
                <a:lnTo>
                  <a:pt x="73242" y="116239"/>
                </a:lnTo>
                <a:lnTo>
                  <a:pt x="28298" y="116239"/>
                </a:lnTo>
                <a:lnTo>
                  <a:pt x="28298" y="192713"/>
                </a:lnTo>
                <a:cubicBezTo>
                  <a:pt x="28298" y="197441"/>
                  <a:pt x="24691" y="201056"/>
                  <a:pt x="19975" y="201056"/>
                </a:cubicBezTo>
                <a:lnTo>
                  <a:pt x="8323" y="201056"/>
                </a:lnTo>
                <a:cubicBezTo>
                  <a:pt x="3607" y="201056"/>
                  <a:pt x="0" y="197441"/>
                  <a:pt x="0" y="192713"/>
                </a:cubicBezTo>
                <a:lnTo>
                  <a:pt x="0" y="11402"/>
                </a:lnTo>
                <a:cubicBezTo>
                  <a:pt x="0" y="6674"/>
                  <a:pt x="3606" y="3059"/>
                  <a:pt x="8323" y="3059"/>
                </a:cubicBezTo>
                <a:close/>
                <a:moveTo>
                  <a:pt x="755242" y="0"/>
                </a:moveTo>
                <a:lnTo>
                  <a:pt x="763842" y="0"/>
                </a:lnTo>
                <a:cubicBezTo>
                  <a:pt x="790478" y="0"/>
                  <a:pt x="812116" y="21691"/>
                  <a:pt x="812116" y="48109"/>
                </a:cubicBezTo>
                <a:lnTo>
                  <a:pt x="812116" y="53949"/>
                </a:lnTo>
                <a:cubicBezTo>
                  <a:pt x="812116" y="58676"/>
                  <a:pt x="808512" y="62291"/>
                  <a:pt x="803793" y="62291"/>
                </a:cubicBezTo>
                <a:lnTo>
                  <a:pt x="792140" y="62291"/>
                </a:lnTo>
                <a:cubicBezTo>
                  <a:pt x="787425" y="62291"/>
                  <a:pt x="783817" y="58676"/>
                  <a:pt x="783817" y="53949"/>
                </a:cubicBezTo>
                <a:lnTo>
                  <a:pt x="783817" y="48109"/>
                </a:lnTo>
                <a:cubicBezTo>
                  <a:pt x="783817" y="37263"/>
                  <a:pt x="774941" y="28365"/>
                  <a:pt x="763842" y="28365"/>
                </a:cubicBezTo>
                <a:lnTo>
                  <a:pt x="755242" y="28365"/>
                </a:lnTo>
                <a:cubicBezTo>
                  <a:pt x="744423" y="28365"/>
                  <a:pt x="735543" y="37263"/>
                  <a:pt x="735543" y="48109"/>
                </a:cubicBezTo>
                <a:lnTo>
                  <a:pt x="735543" y="156006"/>
                </a:lnTo>
                <a:cubicBezTo>
                  <a:pt x="735543" y="166851"/>
                  <a:pt x="744423" y="175750"/>
                  <a:pt x="755242" y="175750"/>
                </a:cubicBezTo>
                <a:lnTo>
                  <a:pt x="763842" y="175750"/>
                </a:lnTo>
                <a:cubicBezTo>
                  <a:pt x="774941" y="175750"/>
                  <a:pt x="783817" y="166851"/>
                  <a:pt x="783817" y="156006"/>
                </a:cubicBezTo>
                <a:lnTo>
                  <a:pt x="783817" y="147107"/>
                </a:lnTo>
                <a:cubicBezTo>
                  <a:pt x="783817" y="142379"/>
                  <a:pt x="787425" y="138765"/>
                  <a:pt x="792140" y="138765"/>
                </a:cubicBezTo>
                <a:lnTo>
                  <a:pt x="803793" y="138765"/>
                </a:lnTo>
                <a:cubicBezTo>
                  <a:pt x="808512" y="138765"/>
                  <a:pt x="812116" y="142379"/>
                  <a:pt x="812116" y="147107"/>
                </a:cubicBezTo>
                <a:lnTo>
                  <a:pt x="812116" y="156006"/>
                </a:lnTo>
                <a:cubicBezTo>
                  <a:pt x="812116" y="182702"/>
                  <a:pt x="790478" y="204115"/>
                  <a:pt x="763842" y="204115"/>
                </a:cubicBezTo>
                <a:lnTo>
                  <a:pt x="755242" y="204115"/>
                </a:lnTo>
                <a:cubicBezTo>
                  <a:pt x="728886" y="204115"/>
                  <a:pt x="707248" y="182702"/>
                  <a:pt x="707248" y="156006"/>
                </a:cubicBezTo>
                <a:lnTo>
                  <a:pt x="707248" y="48109"/>
                </a:lnTo>
                <a:cubicBezTo>
                  <a:pt x="707248" y="21691"/>
                  <a:pt x="728886" y="0"/>
                  <a:pt x="755242" y="0"/>
                </a:cubicBezTo>
                <a:close/>
                <a:moveTo>
                  <a:pt x="617358" y="0"/>
                </a:moveTo>
                <a:lnTo>
                  <a:pt x="623464" y="0"/>
                </a:lnTo>
                <a:cubicBezTo>
                  <a:pt x="649817" y="0"/>
                  <a:pt x="671458" y="21691"/>
                  <a:pt x="671458" y="48109"/>
                </a:cubicBezTo>
                <a:lnTo>
                  <a:pt x="671458" y="53949"/>
                </a:lnTo>
                <a:cubicBezTo>
                  <a:pt x="671458" y="58676"/>
                  <a:pt x="667851" y="62291"/>
                  <a:pt x="663136" y="62291"/>
                </a:cubicBezTo>
                <a:lnTo>
                  <a:pt x="651482" y="62291"/>
                </a:lnTo>
                <a:cubicBezTo>
                  <a:pt x="646767" y="62291"/>
                  <a:pt x="643160" y="58676"/>
                  <a:pt x="643160" y="53949"/>
                </a:cubicBezTo>
                <a:lnTo>
                  <a:pt x="643160" y="48109"/>
                </a:lnTo>
                <a:cubicBezTo>
                  <a:pt x="643160" y="37263"/>
                  <a:pt x="634283" y="28365"/>
                  <a:pt x="623464" y="28365"/>
                </a:cubicBezTo>
                <a:lnTo>
                  <a:pt x="617358" y="28365"/>
                </a:lnTo>
                <a:cubicBezTo>
                  <a:pt x="606539" y="28365"/>
                  <a:pt x="597662" y="37263"/>
                  <a:pt x="597662" y="48109"/>
                </a:cubicBezTo>
                <a:lnTo>
                  <a:pt x="597662" y="56729"/>
                </a:lnTo>
                <a:cubicBezTo>
                  <a:pt x="597662" y="92324"/>
                  <a:pt x="673954" y="87041"/>
                  <a:pt x="673954" y="147107"/>
                </a:cubicBezTo>
                <a:lnTo>
                  <a:pt x="673954" y="156006"/>
                </a:lnTo>
                <a:cubicBezTo>
                  <a:pt x="673954" y="182424"/>
                  <a:pt x="652594" y="204115"/>
                  <a:pt x="625961" y="204115"/>
                </a:cubicBezTo>
                <a:lnTo>
                  <a:pt x="614861" y="204115"/>
                </a:lnTo>
                <a:cubicBezTo>
                  <a:pt x="588228" y="204115"/>
                  <a:pt x="566868" y="182424"/>
                  <a:pt x="566868" y="156006"/>
                </a:cubicBezTo>
                <a:lnTo>
                  <a:pt x="566868" y="149888"/>
                </a:lnTo>
                <a:cubicBezTo>
                  <a:pt x="566868" y="145161"/>
                  <a:pt x="570472" y="141546"/>
                  <a:pt x="575190" y="141546"/>
                </a:cubicBezTo>
                <a:lnTo>
                  <a:pt x="586840" y="141546"/>
                </a:lnTo>
                <a:cubicBezTo>
                  <a:pt x="591559" y="141546"/>
                  <a:pt x="595166" y="145161"/>
                  <a:pt x="595166" y="149888"/>
                </a:cubicBezTo>
                <a:lnTo>
                  <a:pt x="595166" y="156006"/>
                </a:lnTo>
                <a:cubicBezTo>
                  <a:pt x="595166" y="166851"/>
                  <a:pt x="603766" y="175750"/>
                  <a:pt x="614861" y="175750"/>
                </a:cubicBezTo>
                <a:lnTo>
                  <a:pt x="625961" y="175750"/>
                </a:lnTo>
                <a:cubicBezTo>
                  <a:pt x="637056" y="175750"/>
                  <a:pt x="645656" y="166851"/>
                  <a:pt x="645656" y="156006"/>
                </a:cubicBezTo>
                <a:lnTo>
                  <a:pt x="645656" y="147107"/>
                </a:lnTo>
                <a:cubicBezTo>
                  <a:pt x="645656" y="108453"/>
                  <a:pt x="569364" y="115127"/>
                  <a:pt x="569364" y="56729"/>
                </a:cubicBezTo>
                <a:lnTo>
                  <a:pt x="569364" y="48109"/>
                </a:lnTo>
                <a:cubicBezTo>
                  <a:pt x="569364" y="21691"/>
                  <a:pt x="591001" y="0"/>
                  <a:pt x="617358" y="0"/>
                </a:cubicBezTo>
                <a:close/>
                <a:moveTo>
                  <a:pt x="332712" y="0"/>
                </a:moveTo>
                <a:lnTo>
                  <a:pt x="341315" y="0"/>
                </a:lnTo>
                <a:cubicBezTo>
                  <a:pt x="367948" y="0"/>
                  <a:pt x="389586" y="21691"/>
                  <a:pt x="389586" y="48109"/>
                </a:cubicBezTo>
                <a:lnTo>
                  <a:pt x="389586" y="53949"/>
                </a:lnTo>
                <a:cubicBezTo>
                  <a:pt x="389586" y="58676"/>
                  <a:pt x="385982" y="62291"/>
                  <a:pt x="381263" y="62291"/>
                </a:cubicBezTo>
                <a:lnTo>
                  <a:pt x="369613" y="62291"/>
                </a:lnTo>
                <a:cubicBezTo>
                  <a:pt x="364895" y="62291"/>
                  <a:pt x="361291" y="58676"/>
                  <a:pt x="361291" y="53949"/>
                </a:cubicBezTo>
                <a:lnTo>
                  <a:pt x="361291" y="48109"/>
                </a:lnTo>
                <a:cubicBezTo>
                  <a:pt x="361291" y="37263"/>
                  <a:pt x="352411" y="28365"/>
                  <a:pt x="341315" y="28365"/>
                </a:cubicBezTo>
                <a:lnTo>
                  <a:pt x="332712" y="28365"/>
                </a:lnTo>
                <a:cubicBezTo>
                  <a:pt x="321894" y="28365"/>
                  <a:pt x="313016" y="37263"/>
                  <a:pt x="313016" y="48109"/>
                </a:cubicBezTo>
                <a:lnTo>
                  <a:pt x="313016" y="156006"/>
                </a:lnTo>
                <a:cubicBezTo>
                  <a:pt x="313016" y="166851"/>
                  <a:pt x="321894" y="175750"/>
                  <a:pt x="332712" y="175750"/>
                </a:cubicBezTo>
                <a:lnTo>
                  <a:pt x="341315" y="175750"/>
                </a:lnTo>
                <a:cubicBezTo>
                  <a:pt x="352411" y="175750"/>
                  <a:pt x="361291" y="166851"/>
                  <a:pt x="361291" y="156006"/>
                </a:cubicBezTo>
                <a:lnTo>
                  <a:pt x="361291" y="147107"/>
                </a:lnTo>
                <a:cubicBezTo>
                  <a:pt x="361291" y="142379"/>
                  <a:pt x="364895" y="138765"/>
                  <a:pt x="369613" y="138765"/>
                </a:cubicBezTo>
                <a:lnTo>
                  <a:pt x="381263" y="138765"/>
                </a:lnTo>
                <a:cubicBezTo>
                  <a:pt x="385982" y="138765"/>
                  <a:pt x="389586" y="142379"/>
                  <a:pt x="389586" y="147107"/>
                </a:cubicBezTo>
                <a:lnTo>
                  <a:pt x="389586" y="156006"/>
                </a:lnTo>
                <a:cubicBezTo>
                  <a:pt x="389586" y="182702"/>
                  <a:pt x="367948" y="204115"/>
                  <a:pt x="341315" y="204115"/>
                </a:cubicBezTo>
                <a:lnTo>
                  <a:pt x="332712" y="204115"/>
                </a:lnTo>
                <a:cubicBezTo>
                  <a:pt x="306357" y="204115"/>
                  <a:pt x="284718" y="182702"/>
                  <a:pt x="284718" y="156006"/>
                </a:cubicBezTo>
                <a:lnTo>
                  <a:pt x="284718" y="48109"/>
                </a:lnTo>
                <a:cubicBezTo>
                  <a:pt x="284718" y="21691"/>
                  <a:pt x="306357" y="0"/>
                  <a:pt x="332712" y="0"/>
                </a:cubicBezTo>
                <a:close/>
                <a:moveTo>
                  <a:pt x="190596" y="0"/>
                </a:moveTo>
                <a:lnTo>
                  <a:pt x="198919" y="0"/>
                </a:lnTo>
                <a:cubicBezTo>
                  <a:pt x="225275" y="0"/>
                  <a:pt x="246915" y="21413"/>
                  <a:pt x="246915" y="48109"/>
                </a:cubicBezTo>
                <a:lnTo>
                  <a:pt x="246915" y="156006"/>
                </a:lnTo>
                <a:cubicBezTo>
                  <a:pt x="246915" y="182424"/>
                  <a:pt x="225275" y="204115"/>
                  <a:pt x="198919" y="204115"/>
                </a:cubicBezTo>
                <a:lnTo>
                  <a:pt x="190596" y="204115"/>
                </a:lnTo>
                <a:cubicBezTo>
                  <a:pt x="164240" y="204115"/>
                  <a:pt x="142600" y="182424"/>
                  <a:pt x="142600" y="156006"/>
                </a:cubicBezTo>
                <a:lnTo>
                  <a:pt x="142600" y="48109"/>
                </a:lnTo>
                <a:cubicBezTo>
                  <a:pt x="142600" y="21413"/>
                  <a:pt x="164240" y="0"/>
                  <a:pt x="19059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1368914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006" name="Textplatzhalter 5">
            <a:extLst>
              <a:ext uri="{FF2B5EF4-FFF2-40B4-BE49-F238E27FC236}">
                <a16:creationId xmlns:a16="http://schemas.microsoft.com/office/drawing/2014/main" id="{04E6B23A-1985-0ECF-0D00-43A1CDD1D1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77196" y="379229"/>
            <a:ext cx="781740" cy="287234"/>
          </a:xfrm>
          <a:custGeom>
            <a:avLst/>
            <a:gdLst>
              <a:gd name="connsiteX0" fmla="*/ 16603 w 781740"/>
              <a:gd name="connsiteY0" fmla="*/ 241237 h 287234"/>
              <a:gd name="connsiteX1" fmla="*/ 16603 w 781740"/>
              <a:gd name="connsiteY1" fmla="*/ 270805 h 287234"/>
              <a:gd name="connsiteX2" fmla="*/ 31463 w 781740"/>
              <a:gd name="connsiteY2" fmla="*/ 270805 h 287234"/>
              <a:gd name="connsiteX3" fmla="*/ 41800 w 781740"/>
              <a:gd name="connsiteY3" fmla="*/ 260464 h 287234"/>
              <a:gd name="connsiteX4" fmla="*/ 41800 w 781740"/>
              <a:gd name="connsiteY4" fmla="*/ 251578 h 287234"/>
              <a:gd name="connsiteX5" fmla="*/ 31463 w 781740"/>
              <a:gd name="connsiteY5" fmla="*/ 241237 h 287234"/>
              <a:gd name="connsiteX6" fmla="*/ 410522 w 781740"/>
              <a:gd name="connsiteY6" fmla="*/ 224934 h 287234"/>
              <a:gd name="connsiteX7" fmla="*/ 400325 w 781740"/>
              <a:gd name="connsiteY7" fmla="*/ 235275 h 287234"/>
              <a:gd name="connsiteX8" fmla="*/ 400325 w 781740"/>
              <a:gd name="connsiteY8" fmla="*/ 241250 h 287234"/>
              <a:gd name="connsiteX9" fmla="*/ 424090 w 781740"/>
              <a:gd name="connsiteY9" fmla="*/ 241250 h 287234"/>
              <a:gd name="connsiteX10" fmla="*/ 424090 w 781740"/>
              <a:gd name="connsiteY10" fmla="*/ 235275 h 287234"/>
              <a:gd name="connsiteX11" fmla="*/ 413728 w 781740"/>
              <a:gd name="connsiteY11" fmla="*/ 224934 h 287234"/>
              <a:gd name="connsiteX12" fmla="*/ 236385 w 781740"/>
              <a:gd name="connsiteY12" fmla="*/ 211416 h 287234"/>
              <a:gd name="connsiteX13" fmla="*/ 263178 w 781740"/>
              <a:gd name="connsiteY13" fmla="*/ 211416 h 287234"/>
              <a:gd name="connsiteX14" fmla="*/ 267549 w 781740"/>
              <a:gd name="connsiteY14" fmla="*/ 215783 h 287234"/>
              <a:gd name="connsiteX15" fmla="*/ 267549 w 781740"/>
              <a:gd name="connsiteY15" fmla="*/ 270805 h 287234"/>
              <a:gd name="connsiteX16" fmla="*/ 283865 w 781740"/>
              <a:gd name="connsiteY16" fmla="*/ 270805 h 287234"/>
              <a:gd name="connsiteX17" fmla="*/ 288236 w 781740"/>
              <a:gd name="connsiteY17" fmla="*/ 275311 h 287234"/>
              <a:gd name="connsiteX18" fmla="*/ 288236 w 781740"/>
              <a:gd name="connsiteY18" fmla="*/ 281272 h 287234"/>
              <a:gd name="connsiteX19" fmla="*/ 283865 w 781740"/>
              <a:gd name="connsiteY19" fmla="*/ 285626 h 287234"/>
              <a:gd name="connsiteX20" fmla="*/ 230266 w 781740"/>
              <a:gd name="connsiteY20" fmla="*/ 285626 h 287234"/>
              <a:gd name="connsiteX21" fmla="*/ 225895 w 781740"/>
              <a:gd name="connsiteY21" fmla="*/ 281272 h 287234"/>
              <a:gd name="connsiteX22" fmla="*/ 225895 w 781740"/>
              <a:gd name="connsiteY22" fmla="*/ 275171 h 287234"/>
              <a:gd name="connsiteX23" fmla="*/ 230266 w 781740"/>
              <a:gd name="connsiteY23" fmla="*/ 270805 h 287234"/>
              <a:gd name="connsiteX24" fmla="*/ 252701 w 781740"/>
              <a:gd name="connsiteY24" fmla="*/ 270805 h 287234"/>
              <a:gd name="connsiteX25" fmla="*/ 252701 w 781740"/>
              <a:gd name="connsiteY25" fmla="*/ 226238 h 287234"/>
              <a:gd name="connsiteX26" fmla="*/ 236233 w 781740"/>
              <a:gd name="connsiteY26" fmla="*/ 226238 h 287234"/>
              <a:gd name="connsiteX27" fmla="*/ 231862 w 781740"/>
              <a:gd name="connsiteY27" fmla="*/ 221884 h 287234"/>
              <a:gd name="connsiteX28" fmla="*/ 231862 w 781740"/>
              <a:gd name="connsiteY28" fmla="*/ 215783 h 287234"/>
              <a:gd name="connsiteX29" fmla="*/ 236385 w 781740"/>
              <a:gd name="connsiteY29" fmla="*/ 211416 h 287234"/>
              <a:gd name="connsiteX30" fmla="*/ 82250 w 781740"/>
              <a:gd name="connsiteY30" fmla="*/ 211416 h 287234"/>
              <a:gd name="connsiteX31" fmla="*/ 88356 w 781740"/>
              <a:gd name="connsiteY31" fmla="*/ 211416 h 287234"/>
              <a:gd name="connsiteX32" fmla="*/ 92727 w 781740"/>
              <a:gd name="connsiteY32" fmla="*/ 215783 h 287234"/>
              <a:gd name="connsiteX33" fmla="*/ 92727 w 781740"/>
              <a:gd name="connsiteY33" fmla="*/ 262071 h 287234"/>
              <a:gd name="connsiteX34" fmla="*/ 103077 w 781740"/>
              <a:gd name="connsiteY34" fmla="*/ 272399 h 287234"/>
              <a:gd name="connsiteX35" fmla="*/ 105990 w 781740"/>
              <a:gd name="connsiteY35" fmla="*/ 272399 h 287234"/>
              <a:gd name="connsiteX36" fmla="*/ 116480 w 781740"/>
              <a:gd name="connsiteY36" fmla="*/ 262058 h 287234"/>
              <a:gd name="connsiteX37" fmla="*/ 116480 w 781740"/>
              <a:gd name="connsiteY37" fmla="*/ 215783 h 287234"/>
              <a:gd name="connsiteX38" fmla="*/ 120850 w 781740"/>
              <a:gd name="connsiteY38" fmla="*/ 211416 h 287234"/>
              <a:gd name="connsiteX39" fmla="*/ 126817 w 781740"/>
              <a:gd name="connsiteY39" fmla="*/ 211416 h 287234"/>
              <a:gd name="connsiteX40" fmla="*/ 131327 w 781740"/>
              <a:gd name="connsiteY40" fmla="*/ 215783 h 287234"/>
              <a:gd name="connsiteX41" fmla="*/ 131327 w 781740"/>
              <a:gd name="connsiteY41" fmla="*/ 281272 h 287234"/>
              <a:gd name="connsiteX42" fmla="*/ 126956 w 781740"/>
              <a:gd name="connsiteY42" fmla="*/ 285639 h 287234"/>
              <a:gd name="connsiteX43" fmla="*/ 120850 w 781740"/>
              <a:gd name="connsiteY43" fmla="*/ 285639 h 287234"/>
              <a:gd name="connsiteX44" fmla="*/ 117645 w 781740"/>
              <a:gd name="connsiteY44" fmla="*/ 284183 h 287234"/>
              <a:gd name="connsiteX45" fmla="*/ 105990 w 781740"/>
              <a:gd name="connsiteY45" fmla="*/ 287234 h 287234"/>
              <a:gd name="connsiteX46" fmla="*/ 103077 w 781740"/>
              <a:gd name="connsiteY46" fmla="*/ 287234 h 287234"/>
              <a:gd name="connsiteX47" fmla="*/ 77880 w 781740"/>
              <a:gd name="connsiteY47" fmla="*/ 262071 h 287234"/>
              <a:gd name="connsiteX48" fmla="*/ 77880 w 781740"/>
              <a:gd name="connsiteY48" fmla="*/ 215783 h 287234"/>
              <a:gd name="connsiteX49" fmla="*/ 82250 w 781740"/>
              <a:gd name="connsiteY49" fmla="*/ 211416 h 287234"/>
              <a:gd name="connsiteX50" fmla="*/ 563796 w 781740"/>
              <a:gd name="connsiteY50" fmla="*/ 210100 h 287234"/>
              <a:gd name="connsiteX51" fmla="*/ 565404 w 781740"/>
              <a:gd name="connsiteY51" fmla="*/ 210100 h 287234"/>
              <a:gd name="connsiteX52" fmla="*/ 590450 w 781740"/>
              <a:gd name="connsiteY52" fmla="*/ 233959 h 287234"/>
              <a:gd name="connsiteX53" fmla="*/ 586092 w 781740"/>
              <a:gd name="connsiteY53" fmla="*/ 238326 h 287234"/>
              <a:gd name="connsiteX54" fmla="*/ 579973 w 781740"/>
              <a:gd name="connsiteY54" fmla="*/ 238326 h 287234"/>
              <a:gd name="connsiteX55" fmla="*/ 575615 w 781740"/>
              <a:gd name="connsiteY55" fmla="*/ 233959 h 287234"/>
              <a:gd name="connsiteX56" fmla="*/ 565404 w 781740"/>
              <a:gd name="connsiteY56" fmla="*/ 224934 h 287234"/>
              <a:gd name="connsiteX57" fmla="*/ 563796 w 781740"/>
              <a:gd name="connsiteY57" fmla="*/ 224934 h 287234"/>
              <a:gd name="connsiteX58" fmla="*/ 553446 w 781740"/>
              <a:gd name="connsiteY58" fmla="*/ 233237 h 287234"/>
              <a:gd name="connsiteX59" fmla="*/ 592058 w 781740"/>
              <a:gd name="connsiteY59" fmla="*/ 263375 h 287234"/>
              <a:gd name="connsiteX60" fmla="*/ 566722 w 781740"/>
              <a:gd name="connsiteY60" fmla="*/ 287234 h 287234"/>
              <a:gd name="connsiteX61" fmla="*/ 562199 w 781740"/>
              <a:gd name="connsiteY61" fmla="*/ 287234 h 287234"/>
              <a:gd name="connsiteX62" fmla="*/ 537154 w 781740"/>
              <a:gd name="connsiteY62" fmla="*/ 263375 h 287234"/>
              <a:gd name="connsiteX63" fmla="*/ 537154 w 781740"/>
              <a:gd name="connsiteY63" fmla="*/ 261780 h 287234"/>
              <a:gd name="connsiteX64" fmla="*/ 541512 w 781740"/>
              <a:gd name="connsiteY64" fmla="*/ 257413 h 287234"/>
              <a:gd name="connsiteX65" fmla="*/ 547631 w 781740"/>
              <a:gd name="connsiteY65" fmla="*/ 257413 h 287234"/>
              <a:gd name="connsiteX66" fmla="*/ 551989 w 781740"/>
              <a:gd name="connsiteY66" fmla="*/ 261780 h 287234"/>
              <a:gd name="connsiteX67" fmla="*/ 551989 w 781740"/>
              <a:gd name="connsiteY67" fmla="*/ 263375 h 287234"/>
              <a:gd name="connsiteX68" fmla="*/ 562199 w 781740"/>
              <a:gd name="connsiteY68" fmla="*/ 272399 h 287234"/>
              <a:gd name="connsiteX69" fmla="*/ 566722 w 781740"/>
              <a:gd name="connsiteY69" fmla="*/ 272399 h 287234"/>
              <a:gd name="connsiteX70" fmla="*/ 577211 w 781740"/>
              <a:gd name="connsiteY70" fmla="*/ 263375 h 287234"/>
              <a:gd name="connsiteX71" fmla="*/ 538611 w 781740"/>
              <a:gd name="connsiteY71" fmla="*/ 233237 h 287234"/>
              <a:gd name="connsiteX72" fmla="*/ 563796 w 781740"/>
              <a:gd name="connsiteY72" fmla="*/ 210100 h 287234"/>
              <a:gd name="connsiteX73" fmla="*/ 488331 w 781740"/>
              <a:gd name="connsiteY73" fmla="*/ 210100 h 287234"/>
              <a:gd name="connsiteX74" fmla="*/ 489940 w 781740"/>
              <a:gd name="connsiteY74" fmla="*/ 210100 h 287234"/>
              <a:gd name="connsiteX75" fmla="*/ 514985 w 781740"/>
              <a:gd name="connsiteY75" fmla="*/ 233959 h 287234"/>
              <a:gd name="connsiteX76" fmla="*/ 510627 w 781740"/>
              <a:gd name="connsiteY76" fmla="*/ 238326 h 287234"/>
              <a:gd name="connsiteX77" fmla="*/ 504508 w 781740"/>
              <a:gd name="connsiteY77" fmla="*/ 238326 h 287234"/>
              <a:gd name="connsiteX78" fmla="*/ 500150 w 781740"/>
              <a:gd name="connsiteY78" fmla="*/ 233959 h 287234"/>
              <a:gd name="connsiteX79" fmla="*/ 489940 w 781740"/>
              <a:gd name="connsiteY79" fmla="*/ 224934 h 287234"/>
              <a:gd name="connsiteX80" fmla="*/ 488331 w 781740"/>
              <a:gd name="connsiteY80" fmla="*/ 224934 h 287234"/>
              <a:gd name="connsiteX81" fmla="*/ 477981 w 781740"/>
              <a:gd name="connsiteY81" fmla="*/ 233237 h 287234"/>
              <a:gd name="connsiteX82" fmla="*/ 516594 w 781740"/>
              <a:gd name="connsiteY82" fmla="*/ 263375 h 287234"/>
              <a:gd name="connsiteX83" fmla="*/ 491257 w 781740"/>
              <a:gd name="connsiteY83" fmla="*/ 287234 h 287234"/>
              <a:gd name="connsiteX84" fmla="*/ 486735 w 781740"/>
              <a:gd name="connsiteY84" fmla="*/ 287234 h 287234"/>
              <a:gd name="connsiteX85" fmla="*/ 461689 w 781740"/>
              <a:gd name="connsiteY85" fmla="*/ 263375 h 287234"/>
              <a:gd name="connsiteX86" fmla="*/ 461689 w 781740"/>
              <a:gd name="connsiteY86" fmla="*/ 261780 h 287234"/>
              <a:gd name="connsiteX87" fmla="*/ 466047 w 781740"/>
              <a:gd name="connsiteY87" fmla="*/ 257413 h 287234"/>
              <a:gd name="connsiteX88" fmla="*/ 472166 w 781740"/>
              <a:gd name="connsiteY88" fmla="*/ 257413 h 287234"/>
              <a:gd name="connsiteX89" fmla="*/ 476524 w 781740"/>
              <a:gd name="connsiteY89" fmla="*/ 261780 h 287234"/>
              <a:gd name="connsiteX90" fmla="*/ 476524 w 781740"/>
              <a:gd name="connsiteY90" fmla="*/ 263375 h 287234"/>
              <a:gd name="connsiteX91" fmla="*/ 486735 w 781740"/>
              <a:gd name="connsiteY91" fmla="*/ 272399 h 287234"/>
              <a:gd name="connsiteX92" fmla="*/ 491257 w 781740"/>
              <a:gd name="connsiteY92" fmla="*/ 272399 h 287234"/>
              <a:gd name="connsiteX93" fmla="*/ 501747 w 781740"/>
              <a:gd name="connsiteY93" fmla="*/ 263375 h 287234"/>
              <a:gd name="connsiteX94" fmla="*/ 463146 w 781740"/>
              <a:gd name="connsiteY94" fmla="*/ 233237 h 287234"/>
              <a:gd name="connsiteX95" fmla="*/ 488331 w 781740"/>
              <a:gd name="connsiteY95" fmla="*/ 210100 h 287234"/>
              <a:gd name="connsiteX96" fmla="*/ 410522 w 781740"/>
              <a:gd name="connsiteY96" fmla="*/ 210100 h 287234"/>
              <a:gd name="connsiteX97" fmla="*/ 413728 w 781740"/>
              <a:gd name="connsiteY97" fmla="*/ 210100 h 287234"/>
              <a:gd name="connsiteX98" fmla="*/ 438785 w 781740"/>
              <a:gd name="connsiteY98" fmla="*/ 235275 h 287234"/>
              <a:gd name="connsiteX99" fmla="*/ 438785 w 781740"/>
              <a:gd name="connsiteY99" fmla="*/ 251717 h 287234"/>
              <a:gd name="connsiteX100" fmla="*/ 434415 w 781740"/>
              <a:gd name="connsiteY100" fmla="*/ 256084 h 287234"/>
              <a:gd name="connsiteX101" fmla="*/ 400325 w 781740"/>
              <a:gd name="connsiteY101" fmla="*/ 256084 h 287234"/>
              <a:gd name="connsiteX102" fmla="*/ 400325 w 781740"/>
              <a:gd name="connsiteY102" fmla="*/ 262058 h 287234"/>
              <a:gd name="connsiteX103" fmla="*/ 410522 w 781740"/>
              <a:gd name="connsiteY103" fmla="*/ 272399 h 287234"/>
              <a:gd name="connsiteX104" fmla="*/ 413728 w 781740"/>
              <a:gd name="connsiteY104" fmla="*/ 272399 h 287234"/>
              <a:gd name="connsiteX105" fmla="*/ 423647 w 781740"/>
              <a:gd name="connsiteY105" fmla="*/ 264678 h 287234"/>
              <a:gd name="connsiteX106" fmla="*/ 429031 w 781740"/>
              <a:gd name="connsiteY106" fmla="*/ 261628 h 287234"/>
              <a:gd name="connsiteX107" fmla="*/ 434845 w 781740"/>
              <a:gd name="connsiteY107" fmla="*/ 262932 h 287234"/>
              <a:gd name="connsiteX108" fmla="*/ 438051 w 781740"/>
              <a:gd name="connsiteY108" fmla="*/ 268476 h 287234"/>
              <a:gd name="connsiteX109" fmla="*/ 413728 w 781740"/>
              <a:gd name="connsiteY109" fmla="*/ 287234 h 287234"/>
              <a:gd name="connsiteX110" fmla="*/ 410522 w 781740"/>
              <a:gd name="connsiteY110" fmla="*/ 287234 h 287234"/>
              <a:gd name="connsiteX111" fmla="*/ 385477 w 781740"/>
              <a:gd name="connsiteY111" fmla="*/ 262058 h 287234"/>
              <a:gd name="connsiteX112" fmla="*/ 385477 w 781740"/>
              <a:gd name="connsiteY112" fmla="*/ 235275 h 287234"/>
              <a:gd name="connsiteX113" fmla="*/ 410522 w 781740"/>
              <a:gd name="connsiteY113" fmla="*/ 210100 h 287234"/>
              <a:gd name="connsiteX114" fmla="*/ 334044 w 781740"/>
              <a:gd name="connsiteY114" fmla="*/ 210100 h 287234"/>
              <a:gd name="connsiteX115" fmla="*/ 336958 w 781740"/>
              <a:gd name="connsiteY115" fmla="*/ 210100 h 287234"/>
              <a:gd name="connsiteX116" fmla="*/ 362155 w 781740"/>
              <a:gd name="connsiteY116" fmla="*/ 235275 h 287234"/>
              <a:gd name="connsiteX117" fmla="*/ 362155 w 781740"/>
              <a:gd name="connsiteY117" fmla="*/ 281272 h 287234"/>
              <a:gd name="connsiteX118" fmla="*/ 357785 w 781740"/>
              <a:gd name="connsiteY118" fmla="*/ 285639 h 287234"/>
              <a:gd name="connsiteX119" fmla="*/ 351679 w 781740"/>
              <a:gd name="connsiteY119" fmla="*/ 285639 h 287234"/>
              <a:gd name="connsiteX120" fmla="*/ 347308 w 781740"/>
              <a:gd name="connsiteY120" fmla="*/ 281272 h 287234"/>
              <a:gd name="connsiteX121" fmla="*/ 347308 w 781740"/>
              <a:gd name="connsiteY121" fmla="*/ 235275 h 287234"/>
              <a:gd name="connsiteX122" fmla="*/ 336958 w 781740"/>
              <a:gd name="connsiteY122" fmla="*/ 224934 h 287234"/>
              <a:gd name="connsiteX123" fmla="*/ 334044 w 781740"/>
              <a:gd name="connsiteY123" fmla="*/ 224934 h 287234"/>
              <a:gd name="connsiteX124" fmla="*/ 323542 w 781740"/>
              <a:gd name="connsiteY124" fmla="*/ 235275 h 287234"/>
              <a:gd name="connsiteX125" fmla="*/ 323542 w 781740"/>
              <a:gd name="connsiteY125" fmla="*/ 281272 h 287234"/>
              <a:gd name="connsiteX126" fmla="*/ 319184 w 781740"/>
              <a:gd name="connsiteY126" fmla="*/ 285639 h 287234"/>
              <a:gd name="connsiteX127" fmla="*/ 313066 w 781740"/>
              <a:gd name="connsiteY127" fmla="*/ 285639 h 287234"/>
              <a:gd name="connsiteX128" fmla="*/ 308708 w 781740"/>
              <a:gd name="connsiteY128" fmla="*/ 281272 h 287234"/>
              <a:gd name="connsiteX129" fmla="*/ 308708 w 781740"/>
              <a:gd name="connsiteY129" fmla="*/ 215783 h 287234"/>
              <a:gd name="connsiteX130" fmla="*/ 313218 w 781740"/>
              <a:gd name="connsiteY130" fmla="*/ 211416 h 287234"/>
              <a:gd name="connsiteX131" fmla="*/ 319184 w 781740"/>
              <a:gd name="connsiteY131" fmla="*/ 211416 h 287234"/>
              <a:gd name="connsiteX132" fmla="*/ 322377 w 781740"/>
              <a:gd name="connsiteY132" fmla="*/ 212872 h 287234"/>
              <a:gd name="connsiteX133" fmla="*/ 334044 w 781740"/>
              <a:gd name="connsiteY133" fmla="*/ 210100 h 287234"/>
              <a:gd name="connsiteX134" fmla="*/ 179846 w 781740"/>
              <a:gd name="connsiteY134" fmla="*/ 210100 h 287234"/>
              <a:gd name="connsiteX135" fmla="*/ 181455 w 781740"/>
              <a:gd name="connsiteY135" fmla="*/ 210100 h 287234"/>
              <a:gd name="connsiteX136" fmla="*/ 206500 w 781740"/>
              <a:gd name="connsiteY136" fmla="*/ 233959 h 287234"/>
              <a:gd name="connsiteX137" fmla="*/ 202142 w 781740"/>
              <a:gd name="connsiteY137" fmla="*/ 238326 h 287234"/>
              <a:gd name="connsiteX138" fmla="*/ 196024 w 781740"/>
              <a:gd name="connsiteY138" fmla="*/ 238326 h 287234"/>
              <a:gd name="connsiteX139" fmla="*/ 191653 w 781740"/>
              <a:gd name="connsiteY139" fmla="*/ 233959 h 287234"/>
              <a:gd name="connsiteX140" fmla="*/ 181455 w 781740"/>
              <a:gd name="connsiteY140" fmla="*/ 224934 h 287234"/>
              <a:gd name="connsiteX141" fmla="*/ 179846 w 781740"/>
              <a:gd name="connsiteY141" fmla="*/ 224934 h 287234"/>
              <a:gd name="connsiteX142" fmla="*/ 169496 w 781740"/>
              <a:gd name="connsiteY142" fmla="*/ 233237 h 287234"/>
              <a:gd name="connsiteX143" fmla="*/ 208109 w 781740"/>
              <a:gd name="connsiteY143" fmla="*/ 263375 h 287234"/>
              <a:gd name="connsiteX144" fmla="*/ 182760 w 781740"/>
              <a:gd name="connsiteY144" fmla="*/ 287234 h 287234"/>
              <a:gd name="connsiteX145" fmla="*/ 178250 w 781740"/>
              <a:gd name="connsiteY145" fmla="*/ 287234 h 287234"/>
              <a:gd name="connsiteX146" fmla="*/ 153192 w 781740"/>
              <a:gd name="connsiteY146" fmla="*/ 263375 h 287234"/>
              <a:gd name="connsiteX147" fmla="*/ 153192 w 781740"/>
              <a:gd name="connsiteY147" fmla="*/ 261780 h 287234"/>
              <a:gd name="connsiteX148" fmla="*/ 157563 w 781740"/>
              <a:gd name="connsiteY148" fmla="*/ 257413 h 287234"/>
              <a:gd name="connsiteX149" fmla="*/ 163682 w 781740"/>
              <a:gd name="connsiteY149" fmla="*/ 257413 h 287234"/>
              <a:gd name="connsiteX150" fmla="*/ 168040 w 781740"/>
              <a:gd name="connsiteY150" fmla="*/ 261780 h 287234"/>
              <a:gd name="connsiteX151" fmla="*/ 168040 w 781740"/>
              <a:gd name="connsiteY151" fmla="*/ 263375 h 287234"/>
              <a:gd name="connsiteX152" fmla="*/ 178250 w 781740"/>
              <a:gd name="connsiteY152" fmla="*/ 272399 h 287234"/>
              <a:gd name="connsiteX153" fmla="*/ 182760 w 781740"/>
              <a:gd name="connsiteY153" fmla="*/ 272399 h 287234"/>
              <a:gd name="connsiteX154" fmla="*/ 193262 w 781740"/>
              <a:gd name="connsiteY154" fmla="*/ 263375 h 287234"/>
              <a:gd name="connsiteX155" fmla="*/ 154649 w 781740"/>
              <a:gd name="connsiteY155" fmla="*/ 233237 h 287234"/>
              <a:gd name="connsiteX156" fmla="*/ 179846 w 781740"/>
              <a:gd name="connsiteY156" fmla="*/ 210100 h 287234"/>
              <a:gd name="connsiteX157" fmla="*/ 16603 w 781740"/>
              <a:gd name="connsiteY157" fmla="*/ 196835 h 287234"/>
              <a:gd name="connsiteX158" fmla="*/ 16603 w 781740"/>
              <a:gd name="connsiteY158" fmla="*/ 226402 h 287234"/>
              <a:gd name="connsiteX159" fmla="*/ 29854 w 781740"/>
              <a:gd name="connsiteY159" fmla="*/ 226402 h 287234"/>
              <a:gd name="connsiteX160" fmla="*/ 40204 w 781740"/>
              <a:gd name="connsiteY160" fmla="*/ 215922 h 287234"/>
              <a:gd name="connsiteX161" fmla="*/ 40204 w 781740"/>
              <a:gd name="connsiteY161" fmla="*/ 207037 h 287234"/>
              <a:gd name="connsiteX162" fmla="*/ 29854 w 781740"/>
              <a:gd name="connsiteY162" fmla="*/ 196835 h 287234"/>
              <a:gd name="connsiteX163" fmla="*/ 252701 w 781740"/>
              <a:gd name="connsiteY163" fmla="*/ 182013 h 287234"/>
              <a:gd name="connsiteX164" fmla="*/ 264483 w 781740"/>
              <a:gd name="connsiteY164" fmla="*/ 182013 h 287234"/>
              <a:gd name="connsiteX165" fmla="*/ 268853 w 781740"/>
              <a:gd name="connsiteY165" fmla="*/ 186380 h 287234"/>
              <a:gd name="connsiteX166" fmla="*/ 268853 w 781740"/>
              <a:gd name="connsiteY166" fmla="*/ 198316 h 287234"/>
              <a:gd name="connsiteX167" fmla="*/ 264483 w 781740"/>
              <a:gd name="connsiteY167" fmla="*/ 202683 h 287234"/>
              <a:gd name="connsiteX168" fmla="*/ 252701 w 781740"/>
              <a:gd name="connsiteY168" fmla="*/ 202683 h 287234"/>
              <a:gd name="connsiteX169" fmla="*/ 248179 w 781740"/>
              <a:gd name="connsiteY169" fmla="*/ 198316 h 287234"/>
              <a:gd name="connsiteX170" fmla="*/ 248179 w 781740"/>
              <a:gd name="connsiteY170" fmla="*/ 186380 h 287234"/>
              <a:gd name="connsiteX171" fmla="*/ 252701 w 781740"/>
              <a:gd name="connsiteY171" fmla="*/ 182013 h 287234"/>
              <a:gd name="connsiteX172" fmla="*/ 6127 w 781740"/>
              <a:gd name="connsiteY172" fmla="*/ 182013 h 287234"/>
              <a:gd name="connsiteX173" fmla="*/ 29854 w 781740"/>
              <a:gd name="connsiteY173" fmla="*/ 182013 h 287234"/>
              <a:gd name="connsiteX174" fmla="*/ 55064 w 781740"/>
              <a:gd name="connsiteY174" fmla="*/ 207037 h 287234"/>
              <a:gd name="connsiteX175" fmla="*/ 55064 w 781740"/>
              <a:gd name="connsiteY175" fmla="*/ 215922 h 287234"/>
              <a:gd name="connsiteX176" fmla="*/ 48502 w 781740"/>
              <a:gd name="connsiteY176" fmla="*/ 232946 h 287234"/>
              <a:gd name="connsiteX177" fmla="*/ 56660 w 781740"/>
              <a:gd name="connsiteY177" fmla="*/ 251578 h 287234"/>
              <a:gd name="connsiteX178" fmla="*/ 56660 w 781740"/>
              <a:gd name="connsiteY178" fmla="*/ 260464 h 287234"/>
              <a:gd name="connsiteX179" fmla="*/ 31463 w 781740"/>
              <a:gd name="connsiteY179" fmla="*/ 285639 h 287234"/>
              <a:gd name="connsiteX180" fmla="*/ 6127 w 781740"/>
              <a:gd name="connsiteY180" fmla="*/ 285639 h 287234"/>
              <a:gd name="connsiteX181" fmla="*/ 1756 w 781740"/>
              <a:gd name="connsiteY181" fmla="*/ 281272 h 287234"/>
              <a:gd name="connsiteX182" fmla="*/ 1756 w 781740"/>
              <a:gd name="connsiteY182" fmla="*/ 186380 h 287234"/>
              <a:gd name="connsiteX183" fmla="*/ 6127 w 781740"/>
              <a:gd name="connsiteY183" fmla="*/ 182013 h 287234"/>
              <a:gd name="connsiteX184" fmla="*/ 598772 w 781740"/>
              <a:gd name="connsiteY184" fmla="*/ 68692 h 287234"/>
              <a:gd name="connsiteX185" fmla="*/ 581721 w 781740"/>
              <a:gd name="connsiteY185" fmla="*/ 74666 h 287234"/>
              <a:gd name="connsiteX186" fmla="*/ 575159 w 781740"/>
              <a:gd name="connsiteY186" fmla="*/ 82969 h 287234"/>
              <a:gd name="connsiteX187" fmla="*/ 575159 w 781740"/>
              <a:gd name="connsiteY187" fmla="*/ 85298 h 287234"/>
              <a:gd name="connsiteX188" fmla="*/ 582595 w 781740"/>
              <a:gd name="connsiteY188" fmla="*/ 91994 h 287234"/>
              <a:gd name="connsiteX189" fmla="*/ 585357 w 781740"/>
              <a:gd name="connsiteY189" fmla="*/ 91994 h 287234"/>
              <a:gd name="connsiteX190" fmla="*/ 598772 w 781740"/>
              <a:gd name="connsiteY190" fmla="*/ 81488 h 287234"/>
              <a:gd name="connsiteX191" fmla="*/ 98060 w 781740"/>
              <a:gd name="connsiteY191" fmla="*/ 30998 h 287234"/>
              <a:gd name="connsiteX192" fmla="*/ 124853 w 781740"/>
              <a:gd name="connsiteY192" fmla="*/ 30998 h 287234"/>
              <a:gd name="connsiteX193" fmla="*/ 129211 w 781740"/>
              <a:gd name="connsiteY193" fmla="*/ 35365 h 287234"/>
              <a:gd name="connsiteX194" fmla="*/ 129211 w 781740"/>
              <a:gd name="connsiteY194" fmla="*/ 90386 h 287234"/>
              <a:gd name="connsiteX195" fmla="*/ 145528 w 781740"/>
              <a:gd name="connsiteY195" fmla="*/ 90386 h 287234"/>
              <a:gd name="connsiteX196" fmla="*/ 149898 w 781740"/>
              <a:gd name="connsiteY196" fmla="*/ 94892 h 287234"/>
              <a:gd name="connsiteX197" fmla="*/ 149898 w 781740"/>
              <a:gd name="connsiteY197" fmla="*/ 100854 h 287234"/>
              <a:gd name="connsiteX198" fmla="*/ 145528 w 781740"/>
              <a:gd name="connsiteY198" fmla="*/ 105221 h 287234"/>
              <a:gd name="connsiteX199" fmla="*/ 91941 w 781740"/>
              <a:gd name="connsiteY199" fmla="*/ 105221 h 287234"/>
              <a:gd name="connsiteX200" fmla="*/ 87570 w 781740"/>
              <a:gd name="connsiteY200" fmla="*/ 100854 h 287234"/>
              <a:gd name="connsiteX201" fmla="*/ 87570 w 781740"/>
              <a:gd name="connsiteY201" fmla="*/ 94753 h 287234"/>
              <a:gd name="connsiteX202" fmla="*/ 91941 w 781740"/>
              <a:gd name="connsiteY202" fmla="*/ 90386 h 287234"/>
              <a:gd name="connsiteX203" fmla="*/ 114376 w 781740"/>
              <a:gd name="connsiteY203" fmla="*/ 90386 h 287234"/>
              <a:gd name="connsiteX204" fmla="*/ 114376 w 781740"/>
              <a:gd name="connsiteY204" fmla="*/ 45832 h 287234"/>
              <a:gd name="connsiteX205" fmla="*/ 97908 w 781740"/>
              <a:gd name="connsiteY205" fmla="*/ 45832 h 287234"/>
              <a:gd name="connsiteX206" fmla="*/ 93537 w 781740"/>
              <a:gd name="connsiteY206" fmla="*/ 41466 h 287234"/>
              <a:gd name="connsiteX207" fmla="*/ 93537 w 781740"/>
              <a:gd name="connsiteY207" fmla="*/ 35365 h 287234"/>
              <a:gd name="connsiteX208" fmla="*/ 98060 w 781740"/>
              <a:gd name="connsiteY208" fmla="*/ 30998 h 287234"/>
              <a:gd name="connsiteX209" fmla="*/ 586965 w 781740"/>
              <a:gd name="connsiteY209" fmla="*/ 29694 h 287234"/>
              <a:gd name="connsiteX210" fmla="*/ 588574 w 781740"/>
              <a:gd name="connsiteY210" fmla="*/ 29694 h 287234"/>
              <a:gd name="connsiteX211" fmla="*/ 613619 w 781740"/>
              <a:gd name="connsiteY211" fmla="*/ 53402 h 287234"/>
              <a:gd name="connsiteX212" fmla="*/ 613619 w 781740"/>
              <a:gd name="connsiteY212" fmla="*/ 88931 h 287234"/>
              <a:gd name="connsiteX213" fmla="*/ 615216 w 781740"/>
              <a:gd name="connsiteY213" fmla="*/ 90386 h 287234"/>
              <a:gd name="connsiteX214" fmla="*/ 619586 w 781740"/>
              <a:gd name="connsiteY214" fmla="*/ 94753 h 287234"/>
              <a:gd name="connsiteX215" fmla="*/ 619586 w 781740"/>
              <a:gd name="connsiteY215" fmla="*/ 100854 h 287234"/>
              <a:gd name="connsiteX216" fmla="*/ 615216 w 781740"/>
              <a:gd name="connsiteY216" fmla="*/ 105221 h 287234"/>
              <a:gd name="connsiteX217" fmla="*/ 612163 w 781740"/>
              <a:gd name="connsiteY217" fmla="*/ 105221 h 287234"/>
              <a:gd name="connsiteX218" fmla="*/ 602560 w 781740"/>
              <a:gd name="connsiteY218" fmla="*/ 101145 h 287234"/>
              <a:gd name="connsiteX219" fmla="*/ 585357 w 781740"/>
              <a:gd name="connsiteY219" fmla="*/ 106816 h 287234"/>
              <a:gd name="connsiteX220" fmla="*/ 582443 w 781740"/>
              <a:gd name="connsiteY220" fmla="*/ 106816 h 287234"/>
              <a:gd name="connsiteX221" fmla="*/ 560311 w 781740"/>
              <a:gd name="connsiteY221" fmla="*/ 86020 h 287234"/>
              <a:gd name="connsiteX222" fmla="*/ 560311 w 781740"/>
              <a:gd name="connsiteY222" fmla="*/ 82969 h 287234"/>
              <a:gd name="connsiteX223" fmla="*/ 581721 w 781740"/>
              <a:gd name="connsiteY223" fmla="*/ 60971 h 287234"/>
              <a:gd name="connsiteX224" fmla="*/ 598772 w 781740"/>
              <a:gd name="connsiteY224" fmla="*/ 52680 h 287234"/>
              <a:gd name="connsiteX225" fmla="*/ 588574 w 781740"/>
              <a:gd name="connsiteY225" fmla="*/ 44516 h 287234"/>
              <a:gd name="connsiteX226" fmla="*/ 586965 w 781740"/>
              <a:gd name="connsiteY226" fmla="*/ 44516 h 287234"/>
              <a:gd name="connsiteX227" fmla="*/ 576616 w 781740"/>
              <a:gd name="connsiteY227" fmla="*/ 54857 h 287234"/>
              <a:gd name="connsiteX228" fmla="*/ 572245 w 781740"/>
              <a:gd name="connsiteY228" fmla="*/ 59224 h 287234"/>
              <a:gd name="connsiteX229" fmla="*/ 566139 w 781740"/>
              <a:gd name="connsiteY229" fmla="*/ 59224 h 287234"/>
              <a:gd name="connsiteX230" fmla="*/ 561768 w 781740"/>
              <a:gd name="connsiteY230" fmla="*/ 54857 h 287234"/>
              <a:gd name="connsiteX231" fmla="*/ 586965 w 781740"/>
              <a:gd name="connsiteY231" fmla="*/ 29694 h 287234"/>
              <a:gd name="connsiteX232" fmla="*/ 432248 w 781740"/>
              <a:gd name="connsiteY232" fmla="*/ 29694 h 287234"/>
              <a:gd name="connsiteX233" fmla="*/ 435453 w 781740"/>
              <a:gd name="connsiteY233" fmla="*/ 29694 h 287234"/>
              <a:gd name="connsiteX234" fmla="*/ 460498 w 781740"/>
              <a:gd name="connsiteY234" fmla="*/ 54857 h 287234"/>
              <a:gd name="connsiteX235" fmla="*/ 456140 w 781740"/>
              <a:gd name="connsiteY235" fmla="*/ 59224 h 287234"/>
              <a:gd name="connsiteX236" fmla="*/ 450022 w 781740"/>
              <a:gd name="connsiteY236" fmla="*/ 59224 h 287234"/>
              <a:gd name="connsiteX237" fmla="*/ 445664 w 781740"/>
              <a:gd name="connsiteY237" fmla="*/ 54857 h 287234"/>
              <a:gd name="connsiteX238" fmla="*/ 435453 w 781740"/>
              <a:gd name="connsiteY238" fmla="*/ 44516 h 287234"/>
              <a:gd name="connsiteX239" fmla="*/ 432248 w 781740"/>
              <a:gd name="connsiteY239" fmla="*/ 44516 h 287234"/>
              <a:gd name="connsiteX240" fmla="*/ 422038 w 781740"/>
              <a:gd name="connsiteY240" fmla="*/ 54857 h 287234"/>
              <a:gd name="connsiteX241" fmla="*/ 422038 w 781740"/>
              <a:gd name="connsiteY241" fmla="*/ 81653 h 287234"/>
              <a:gd name="connsiteX242" fmla="*/ 432248 w 781740"/>
              <a:gd name="connsiteY242" fmla="*/ 91994 h 287234"/>
              <a:gd name="connsiteX243" fmla="*/ 435453 w 781740"/>
              <a:gd name="connsiteY243" fmla="*/ 91994 h 287234"/>
              <a:gd name="connsiteX244" fmla="*/ 445664 w 781740"/>
              <a:gd name="connsiteY244" fmla="*/ 81653 h 287234"/>
              <a:gd name="connsiteX245" fmla="*/ 450022 w 781740"/>
              <a:gd name="connsiteY245" fmla="*/ 77134 h 287234"/>
              <a:gd name="connsiteX246" fmla="*/ 456140 w 781740"/>
              <a:gd name="connsiteY246" fmla="*/ 77134 h 287234"/>
              <a:gd name="connsiteX247" fmla="*/ 460498 w 781740"/>
              <a:gd name="connsiteY247" fmla="*/ 81653 h 287234"/>
              <a:gd name="connsiteX248" fmla="*/ 435453 w 781740"/>
              <a:gd name="connsiteY248" fmla="*/ 106816 h 287234"/>
              <a:gd name="connsiteX249" fmla="*/ 432248 w 781740"/>
              <a:gd name="connsiteY249" fmla="*/ 106816 h 287234"/>
              <a:gd name="connsiteX250" fmla="*/ 407203 w 781740"/>
              <a:gd name="connsiteY250" fmla="*/ 81653 h 287234"/>
              <a:gd name="connsiteX251" fmla="*/ 407203 w 781740"/>
              <a:gd name="connsiteY251" fmla="*/ 54857 h 287234"/>
              <a:gd name="connsiteX252" fmla="*/ 432248 w 781740"/>
              <a:gd name="connsiteY252" fmla="*/ 29694 h 287234"/>
              <a:gd name="connsiteX253" fmla="*/ 358823 w 781740"/>
              <a:gd name="connsiteY253" fmla="*/ 29694 h 287234"/>
              <a:gd name="connsiteX254" fmla="*/ 360419 w 781740"/>
              <a:gd name="connsiteY254" fmla="*/ 29694 h 287234"/>
              <a:gd name="connsiteX255" fmla="*/ 385477 w 781740"/>
              <a:gd name="connsiteY255" fmla="*/ 53553 h 287234"/>
              <a:gd name="connsiteX256" fmla="*/ 381106 w 781740"/>
              <a:gd name="connsiteY256" fmla="*/ 57920 h 287234"/>
              <a:gd name="connsiteX257" fmla="*/ 375000 w 781740"/>
              <a:gd name="connsiteY257" fmla="*/ 57920 h 287234"/>
              <a:gd name="connsiteX258" fmla="*/ 370630 w 781740"/>
              <a:gd name="connsiteY258" fmla="*/ 53553 h 287234"/>
              <a:gd name="connsiteX259" fmla="*/ 360419 w 781740"/>
              <a:gd name="connsiteY259" fmla="*/ 44516 h 287234"/>
              <a:gd name="connsiteX260" fmla="*/ 358823 w 781740"/>
              <a:gd name="connsiteY260" fmla="*/ 44516 h 287234"/>
              <a:gd name="connsiteX261" fmla="*/ 348473 w 781740"/>
              <a:gd name="connsiteY261" fmla="*/ 52819 h 287234"/>
              <a:gd name="connsiteX262" fmla="*/ 387073 w 781740"/>
              <a:gd name="connsiteY262" fmla="*/ 82969 h 287234"/>
              <a:gd name="connsiteX263" fmla="*/ 361737 w 781740"/>
              <a:gd name="connsiteY263" fmla="*/ 106816 h 287234"/>
              <a:gd name="connsiteX264" fmla="*/ 357214 w 781740"/>
              <a:gd name="connsiteY264" fmla="*/ 106816 h 287234"/>
              <a:gd name="connsiteX265" fmla="*/ 332169 w 781740"/>
              <a:gd name="connsiteY265" fmla="*/ 82969 h 287234"/>
              <a:gd name="connsiteX266" fmla="*/ 332169 w 781740"/>
              <a:gd name="connsiteY266" fmla="*/ 81362 h 287234"/>
              <a:gd name="connsiteX267" fmla="*/ 336539 w 781740"/>
              <a:gd name="connsiteY267" fmla="*/ 76995 h 287234"/>
              <a:gd name="connsiteX268" fmla="*/ 342645 w 781740"/>
              <a:gd name="connsiteY268" fmla="*/ 76995 h 287234"/>
              <a:gd name="connsiteX269" fmla="*/ 347016 w 781740"/>
              <a:gd name="connsiteY269" fmla="*/ 81362 h 287234"/>
              <a:gd name="connsiteX270" fmla="*/ 347016 w 781740"/>
              <a:gd name="connsiteY270" fmla="*/ 82969 h 287234"/>
              <a:gd name="connsiteX271" fmla="*/ 357214 w 781740"/>
              <a:gd name="connsiteY271" fmla="*/ 91994 h 287234"/>
              <a:gd name="connsiteX272" fmla="*/ 361737 w 781740"/>
              <a:gd name="connsiteY272" fmla="*/ 91994 h 287234"/>
              <a:gd name="connsiteX273" fmla="*/ 372239 w 781740"/>
              <a:gd name="connsiteY273" fmla="*/ 82969 h 287234"/>
              <a:gd name="connsiteX274" fmla="*/ 333626 w 781740"/>
              <a:gd name="connsiteY274" fmla="*/ 52819 h 287234"/>
              <a:gd name="connsiteX275" fmla="*/ 358823 w 781740"/>
              <a:gd name="connsiteY275" fmla="*/ 29694 h 287234"/>
              <a:gd name="connsiteX276" fmla="*/ 202649 w 781740"/>
              <a:gd name="connsiteY276" fmla="*/ 29694 h 287234"/>
              <a:gd name="connsiteX277" fmla="*/ 205562 w 781740"/>
              <a:gd name="connsiteY277" fmla="*/ 29694 h 287234"/>
              <a:gd name="connsiteX278" fmla="*/ 230759 w 781740"/>
              <a:gd name="connsiteY278" fmla="*/ 54857 h 287234"/>
              <a:gd name="connsiteX279" fmla="*/ 230759 w 781740"/>
              <a:gd name="connsiteY279" fmla="*/ 65198 h 287234"/>
              <a:gd name="connsiteX280" fmla="*/ 226389 w 781740"/>
              <a:gd name="connsiteY280" fmla="*/ 69565 h 287234"/>
              <a:gd name="connsiteX281" fmla="*/ 220283 w 781740"/>
              <a:gd name="connsiteY281" fmla="*/ 69565 h 287234"/>
              <a:gd name="connsiteX282" fmla="*/ 215912 w 781740"/>
              <a:gd name="connsiteY282" fmla="*/ 65198 h 287234"/>
              <a:gd name="connsiteX283" fmla="*/ 215912 w 781740"/>
              <a:gd name="connsiteY283" fmla="*/ 54857 h 287234"/>
              <a:gd name="connsiteX284" fmla="*/ 205562 w 781740"/>
              <a:gd name="connsiteY284" fmla="*/ 44516 h 287234"/>
              <a:gd name="connsiteX285" fmla="*/ 202649 w 781740"/>
              <a:gd name="connsiteY285" fmla="*/ 44516 h 287234"/>
              <a:gd name="connsiteX286" fmla="*/ 192147 w 781740"/>
              <a:gd name="connsiteY286" fmla="*/ 54857 h 287234"/>
              <a:gd name="connsiteX287" fmla="*/ 192147 w 781740"/>
              <a:gd name="connsiteY287" fmla="*/ 90386 h 287234"/>
              <a:gd name="connsiteX288" fmla="*/ 214456 w 781740"/>
              <a:gd name="connsiteY288" fmla="*/ 90386 h 287234"/>
              <a:gd name="connsiteX289" fmla="*/ 218826 w 781740"/>
              <a:gd name="connsiteY289" fmla="*/ 94753 h 287234"/>
              <a:gd name="connsiteX290" fmla="*/ 218826 w 781740"/>
              <a:gd name="connsiteY290" fmla="*/ 100854 h 287234"/>
              <a:gd name="connsiteX291" fmla="*/ 214456 w 781740"/>
              <a:gd name="connsiteY291" fmla="*/ 105221 h 287234"/>
              <a:gd name="connsiteX292" fmla="*/ 169737 w 781740"/>
              <a:gd name="connsiteY292" fmla="*/ 105221 h 287234"/>
              <a:gd name="connsiteX293" fmla="*/ 165366 w 781740"/>
              <a:gd name="connsiteY293" fmla="*/ 100854 h 287234"/>
              <a:gd name="connsiteX294" fmla="*/ 165366 w 781740"/>
              <a:gd name="connsiteY294" fmla="*/ 94753 h 287234"/>
              <a:gd name="connsiteX295" fmla="*/ 169737 w 781740"/>
              <a:gd name="connsiteY295" fmla="*/ 90386 h 287234"/>
              <a:gd name="connsiteX296" fmla="*/ 177312 w 781740"/>
              <a:gd name="connsiteY296" fmla="*/ 90386 h 287234"/>
              <a:gd name="connsiteX297" fmla="*/ 177312 w 781740"/>
              <a:gd name="connsiteY297" fmla="*/ 54857 h 287234"/>
              <a:gd name="connsiteX298" fmla="*/ 202649 w 781740"/>
              <a:gd name="connsiteY298" fmla="*/ 29694 h 287234"/>
              <a:gd name="connsiteX299" fmla="*/ 735564 w 781740"/>
              <a:gd name="connsiteY299" fmla="*/ 1595 h 287234"/>
              <a:gd name="connsiteX300" fmla="*/ 741822 w 781740"/>
              <a:gd name="connsiteY300" fmla="*/ 1595 h 287234"/>
              <a:gd name="connsiteX301" fmla="*/ 746193 w 781740"/>
              <a:gd name="connsiteY301" fmla="*/ 5962 h 287234"/>
              <a:gd name="connsiteX302" fmla="*/ 746193 w 781740"/>
              <a:gd name="connsiteY302" fmla="*/ 34061 h 287234"/>
              <a:gd name="connsiteX303" fmla="*/ 771263 w 781740"/>
              <a:gd name="connsiteY303" fmla="*/ 34061 h 287234"/>
              <a:gd name="connsiteX304" fmla="*/ 775773 w 781740"/>
              <a:gd name="connsiteY304" fmla="*/ 38415 h 287234"/>
              <a:gd name="connsiteX305" fmla="*/ 775773 w 781740"/>
              <a:gd name="connsiteY305" fmla="*/ 44529 h 287234"/>
              <a:gd name="connsiteX306" fmla="*/ 771263 w 781740"/>
              <a:gd name="connsiteY306" fmla="*/ 48883 h 287234"/>
              <a:gd name="connsiteX307" fmla="*/ 746193 w 781740"/>
              <a:gd name="connsiteY307" fmla="*/ 48883 h 287234"/>
              <a:gd name="connsiteX308" fmla="*/ 746193 w 781740"/>
              <a:gd name="connsiteY308" fmla="*/ 81653 h 287234"/>
              <a:gd name="connsiteX309" fmla="*/ 756543 w 781740"/>
              <a:gd name="connsiteY309" fmla="*/ 91994 h 287234"/>
              <a:gd name="connsiteX310" fmla="*/ 766893 w 781740"/>
              <a:gd name="connsiteY310" fmla="*/ 81653 h 287234"/>
              <a:gd name="connsiteX311" fmla="*/ 766893 w 781740"/>
              <a:gd name="connsiteY311" fmla="*/ 78450 h 287234"/>
              <a:gd name="connsiteX312" fmla="*/ 771263 w 781740"/>
              <a:gd name="connsiteY312" fmla="*/ 74084 h 287234"/>
              <a:gd name="connsiteX313" fmla="*/ 777369 w 781740"/>
              <a:gd name="connsiteY313" fmla="*/ 74084 h 287234"/>
              <a:gd name="connsiteX314" fmla="*/ 781740 w 781740"/>
              <a:gd name="connsiteY314" fmla="*/ 78450 h 287234"/>
              <a:gd name="connsiteX315" fmla="*/ 781740 w 781740"/>
              <a:gd name="connsiteY315" fmla="*/ 81653 h 287234"/>
              <a:gd name="connsiteX316" fmla="*/ 756543 w 781740"/>
              <a:gd name="connsiteY316" fmla="*/ 106816 h 287234"/>
              <a:gd name="connsiteX317" fmla="*/ 731346 w 781740"/>
              <a:gd name="connsiteY317" fmla="*/ 81653 h 287234"/>
              <a:gd name="connsiteX318" fmla="*/ 731346 w 781740"/>
              <a:gd name="connsiteY318" fmla="*/ 48883 h 287234"/>
              <a:gd name="connsiteX319" fmla="*/ 723770 w 781740"/>
              <a:gd name="connsiteY319" fmla="*/ 48883 h 287234"/>
              <a:gd name="connsiteX320" fmla="*/ 719399 w 781740"/>
              <a:gd name="connsiteY320" fmla="*/ 44377 h 287234"/>
              <a:gd name="connsiteX321" fmla="*/ 719399 w 781740"/>
              <a:gd name="connsiteY321" fmla="*/ 38567 h 287234"/>
              <a:gd name="connsiteX322" fmla="*/ 723770 w 781740"/>
              <a:gd name="connsiteY322" fmla="*/ 34061 h 287234"/>
              <a:gd name="connsiteX323" fmla="*/ 731346 w 781740"/>
              <a:gd name="connsiteY323" fmla="*/ 34061 h 287234"/>
              <a:gd name="connsiteX324" fmla="*/ 731346 w 781740"/>
              <a:gd name="connsiteY324" fmla="*/ 5962 h 287234"/>
              <a:gd name="connsiteX325" fmla="*/ 735564 w 781740"/>
              <a:gd name="connsiteY325" fmla="*/ 1595 h 287234"/>
              <a:gd name="connsiteX326" fmla="*/ 488634 w 781740"/>
              <a:gd name="connsiteY326" fmla="*/ 1595 h 287234"/>
              <a:gd name="connsiteX327" fmla="*/ 494741 w 781740"/>
              <a:gd name="connsiteY327" fmla="*/ 1595 h 287234"/>
              <a:gd name="connsiteX328" fmla="*/ 499111 w 781740"/>
              <a:gd name="connsiteY328" fmla="*/ 5962 h 287234"/>
              <a:gd name="connsiteX329" fmla="*/ 499111 w 781740"/>
              <a:gd name="connsiteY329" fmla="*/ 31871 h 287234"/>
              <a:gd name="connsiteX330" fmla="*/ 509600 w 781740"/>
              <a:gd name="connsiteY330" fmla="*/ 29694 h 287234"/>
              <a:gd name="connsiteX331" fmla="*/ 512527 w 781740"/>
              <a:gd name="connsiteY331" fmla="*/ 29694 h 287234"/>
              <a:gd name="connsiteX332" fmla="*/ 537711 w 781740"/>
              <a:gd name="connsiteY332" fmla="*/ 54857 h 287234"/>
              <a:gd name="connsiteX333" fmla="*/ 537711 w 781740"/>
              <a:gd name="connsiteY333" fmla="*/ 100854 h 287234"/>
              <a:gd name="connsiteX334" fmla="*/ 533353 w 781740"/>
              <a:gd name="connsiteY334" fmla="*/ 105221 h 287234"/>
              <a:gd name="connsiteX335" fmla="*/ 527235 w 781740"/>
              <a:gd name="connsiteY335" fmla="*/ 105221 h 287234"/>
              <a:gd name="connsiteX336" fmla="*/ 522877 w 781740"/>
              <a:gd name="connsiteY336" fmla="*/ 100854 h 287234"/>
              <a:gd name="connsiteX337" fmla="*/ 522877 w 781740"/>
              <a:gd name="connsiteY337" fmla="*/ 54857 h 287234"/>
              <a:gd name="connsiteX338" fmla="*/ 512527 w 781740"/>
              <a:gd name="connsiteY338" fmla="*/ 44516 h 287234"/>
              <a:gd name="connsiteX339" fmla="*/ 509600 w 781740"/>
              <a:gd name="connsiteY339" fmla="*/ 44516 h 287234"/>
              <a:gd name="connsiteX340" fmla="*/ 499111 w 781740"/>
              <a:gd name="connsiteY340" fmla="*/ 54857 h 287234"/>
              <a:gd name="connsiteX341" fmla="*/ 499111 w 781740"/>
              <a:gd name="connsiteY341" fmla="*/ 100854 h 287234"/>
              <a:gd name="connsiteX342" fmla="*/ 494741 w 781740"/>
              <a:gd name="connsiteY342" fmla="*/ 105221 h 287234"/>
              <a:gd name="connsiteX343" fmla="*/ 488634 w 781740"/>
              <a:gd name="connsiteY343" fmla="*/ 105221 h 287234"/>
              <a:gd name="connsiteX344" fmla="*/ 484264 w 781740"/>
              <a:gd name="connsiteY344" fmla="*/ 100854 h 287234"/>
              <a:gd name="connsiteX345" fmla="*/ 484264 w 781740"/>
              <a:gd name="connsiteY345" fmla="*/ 5962 h 287234"/>
              <a:gd name="connsiteX346" fmla="*/ 488634 w 781740"/>
              <a:gd name="connsiteY346" fmla="*/ 1595 h 287234"/>
              <a:gd name="connsiteX347" fmla="*/ 264862 w 781740"/>
              <a:gd name="connsiteY347" fmla="*/ 1595 h 287234"/>
              <a:gd name="connsiteX348" fmla="*/ 271121 w 781740"/>
              <a:gd name="connsiteY348" fmla="*/ 1595 h 287234"/>
              <a:gd name="connsiteX349" fmla="*/ 275479 w 781740"/>
              <a:gd name="connsiteY349" fmla="*/ 5962 h 287234"/>
              <a:gd name="connsiteX350" fmla="*/ 275479 w 781740"/>
              <a:gd name="connsiteY350" fmla="*/ 34061 h 287234"/>
              <a:gd name="connsiteX351" fmla="*/ 300549 w 781740"/>
              <a:gd name="connsiteY351" fmla="*/ 34061 h 287234"/>
              <a:gd name="connsiteX352" fmla="*/ 305059 w 781740"/>
              <a:gd name="connsiteY352" fmla="*/ 38415 h 287234"/>
              <a:gd name="connsiteX353" fmla="*/ 305059 w 781740"/>
              <a:gd name="connsiteY353" fmla="*/ 44529 h 287234"/>
              <a:gd name="connsiteX354" fmla="*/ 300549 w 781740"/>
              <a:gd name="connsiteY354" fmla="*/ 48883 h 287234"/>
              <a:gd name="connsiteX355" fmla="*/ 275479 w 781740"/>
              <a:gd name="connsiteY355" fmla="*/ 48883 h 287234"/>
              <a:gd name="connsiteX356" fmla="*/ 275479 w 781740"/>
              <a:gd name="connsiteY356" fmla="*/ 81653 h 287234"/>
              <a:gd name="connsiteX357" fmla="*/ 285828 w 781740"/>
              <a:gd name="connsiteY357" fmla="*/ 91994 h 287234"/>
              <a:gd name="connsiteX358" fmla="*/ 296191 w 781740"/>
              <a:gd name="connsiteY358" fmla="*/ 81653 h 287234"/>
              <a:gd name="connsiteX359" fmla="*/ 296191 w 781740"/>
              <a:gd name="connsiteY359" fmla="*/ 78450 h 287234"/>
              <a:gd name="connsiteX360" fmla="*/ 300549 w 781740"/>
              <a:gd name="connsiteY360" fmla="*/ 74084 h 287234"/>
              <a:gd name="connsiteX361" fmla="*/ 306668 w 781740"/>
              <a:gd name="connsiteY361" fmla="*/ 74084 h 287234"/>
              <a:gd name="connsiteX362" fmla="*/ 311026 w 781740"/>
              <a:gd name="connsiteY362" fmla="*/ 78450 h 287234"/>
              <a:gd name="connsiteX363" fmla="*/ 311026 w 781740"/>
              <a:gd name="connsiteY363" fmla="*/ 81653 h 287234"/>
              <a:gd name="connsiteX364" fmla="*/ 285828 w 781740"/>
              <a:gd name="connsiteY364" fmla="*/ 106816 h 287234"/>
              <a:gd name="connsiteX365" fmla="*/ 260644 w 781740"/>
              <a:gd name="connsiteY365" fmla="*/ 81653 h 287234"/>
              <a:gd name="connsiteX366" fmla="*/ 260644 w 781740"/>
              <a:gd name="connsiteY366" fmla="*/ 48883 h 287234"/>
              <a:gd name="connsiteX367" fmla="*/ 253068 w 781740"/>
              <a:gd name="connsiteY367" fmla="*/ 48883 h 287234"/>
              <a:gd name="connsiteX368" fmla="*/ 248698 w 781740"/>
              <a:gd name="connsiteY368" fmla="*/ 44377 h 287234"/>
              <a:gd name="connsiteX369" fmla="*/ 248698 w 781740"/>
              <a:gd name="connsiteY369" fmla="*/ 38567 h 287234"/>
              <a:gd name="connsiteX370" fmla="*/ 253068 w 781740"/>
              <a:gd name="connsiteY370" fmla="*/ 34061 h 287234"/>
              <a:gd name="connsiteX371" fmla="*/ 260644 w 781740"/>
              <a:gd name="connsiteY371" fmla="*/ 34061 h 287234"/>
              <a:gd name="connsiteX372" fmla="*/ 260644 w 781740"/>
              <a:gd name="connsiteY372" fmla="*/ 5962 h 287234"/>
              <a:gd name="connsiteX373" fmla="*/ 264862 w 781740"/>
              <a:gd name="connsiteY373" fmla="*/ 1595 h 287234"/>
              <a:gd name="connsiteX374" fmla="*/ 114376 w 781740"/>
              <a:gd name="connsiteY374" fmla="*/ 1595 h 287234"/>
              <a:gd name="connsiteX375" fmla="*/ 126158 w 781740"/>
              <a:gd name="connsiteY375" fmla="*/ 1595 h 287234"/>
              <a:gd name="connsiteX376" fmla="*/ 130528 w 781740"/>
              <a:gd name="connsiteY376" fmla="*/ 5962 h 287234"/>
              <a:gd name="connsiteX377" fmla="*/ 130528 w 781740"/>
              <a:gd name="connsiteY377" fmla="*/ 17898 h 287234"/>
              <a:gd name="connsiteX378" fmla="*/ 126158 w 781740"/>
              <a:gd name="connsiteY378" fmla="*/ 22264 h 287234"/>
              <a:gd name="connsiteX379" fmla="*/ 114376 w 781740"/>
              <a:gd name="connsiteY379" fmla="*/ 22264 h 287234"/>
              <a:gd name="connsiteX380" fmla="*/ 109854 w 781740"/>
              <a:gd name="connsiteY380" fmla="*/ 17898 h 287234"/>
              <a:gd name="connsiteX381" fmla="*/ 109854 w 781740"/>
              <a:gd name="connsiteY381" fmla="*/ 5962 h 287234"/>
              <a:gd name="connsiteX382" fmla="*/ 114376 w 781740"/>
              <a:gd name="connsiteY382" fmla="*/ 1595 h 287234"/>
              <a:gd name="connsiteX383" fmla="*/ 4517 w 781740"/>
              <a:gd name="connsiteY383" fmla="*/ 1595 h 287234"/>
              <a:gd name="connsiteX384" fmla="*/ 10345 w 781740"/>
              <a:gd name="connsiteY384" fmla="*/ 1595 h 287234"/>
              <a:gd name="connsiteX385" fmla="*/ 14854 w 781740"/>
              <a:gd name="connsiteY385" fmla="*/ 5822 h 287234"/>
              <a:gd name="connsiteX386" fmla="*/ 17186 w 781740"/>
              <a:gd name="connsiteY386" fmla="*/ 74071 h 287234"/>
              <a:gd name="connsiteX387" fmla="*/ 17325 w 781740"/>
              <a:gd name="connsiteY387" fmla="*/ 88779 h 287234"/>
              <a:gd name="connsiteX388" fmla="*/ 20821 w 781740"/>
              <a:gd name="connsiteY388" fmla="*/ 88779 h 287234"/>
              <a:gd name="connsiteX389" fmla="*/ 21847 w 781740"/>
              <a:gd name="connsiteY389" fmla="*/ 74071 h 287234"/>
              <a:gd name="connsiteX390" fmla="*/ 25344 w 781740"/>
              <a:gd name="connsiteY390" fmla="*/ 46427 h 287234"/>
              <a:gd name="connsiteX391" fmla="*/ 28992 w 781740"/>
              <a:gd name="connsiteY391" fmla="*/ 43073 h 287234"/>
              <a:gd name="connsiteX392" fmla="*/ 43852 w 781740"/>
              <a:gd name="connsiteY392" fmla="*/ 43073 h 287234"/>
              <a:gd name="connsiteX393" fmla="*/ 47501 w 781740"/>
              <a:gd name="connsiteY393" fmla="*/ 46427 h 287234"/>
              <a:gd name="connsiteX394" fmla="*/ 50997 w 781740"/>
              <a:gd name="connsiteY394" fmla="*/ 74071 h 287234"/>
              <a:gd name="connsiteX395" fmla="*/ 52023 w 781740"/>
              <a:gd name="connsiteY395" fmla="*/ 88779 h 287234"/>
              <a:gd name="connsiteX396" fmla="*/ 55520 w 781740"/>
              <a:gd name="connsiteY396" fmla="*/ 88779 h 287234"/>
              <a:gd name="connsiteX397" fmla="*/ 55659 w 781740"/>
              <a:gd name="connsiteY397" fmla="*/ 74071 h 287234"/>
              <a:gd name="connsiteX398" fmla="*/ 57990 w 781740"/>
              <a:gd name="connsiteY398" fmla="*/ 5822 h 287234"/>
              <a:gd name="connsiteX399" fmla="*/ 62500 w 781740"/>
              <a:gd name="connsiteY399" fmla="*/ 1595 h 287234"/>
              <a:gd name="connsiteX400" fmla="*/ 68327 w 781740"/>
              <a:gd name="connsiteY400" fmla="*/ 1595 h 287234"/>
              <a:gd name="connsiteX401" fmla="*/ 72837 w 781740"/>
              <a:gd name="connsiteY401" fmla="*/ 5962 h 287234"/>
              <a:gd name="connsiteX402" fmla="*/ 71228 w 781740"/>
              <a:gd name="connsiteY402" fmla="*/ 51085 h 287234"/>
              <a:gd name="connsiteX403" fmla="*/ 66427 w 781740"/>
              <a:gd name="connsiteY403" fmla="*/ 101284 h 287234"/>
              <a:gd name="connsiteX404" fmla="*/ 62069 w 781740"/>
              <a:gd name="connsiteY404" fmla="*/ 105221 h 287234"/>
              <a:gd name="connsiteX405" fmla="*/ 45752 w 781740"/>
              <a:gd name="connsiteY405" fmla="*/ 105221 h 287234"/>
              <a:gd name="connsiteX406" fmla="*/ 41813 w 781740"/>
              <a:gd name="connsiteY406" fmla="*/ 101867 h 287234"/>
              <a:gd name="connsiteX407" fmla="*/ 38899 w 781740"/>
              <a:gd name="connsiteY407" fmla="*/ 71160 h 287234"/>
              <a:gd name="connsiteX408" fmla="*/ 38177 w 781740"/>
              <a:gd name="connsiteY408" fmla="*/ 57920 h 287234"/>
              <a:gd name="connsiteX409" fmla="*/ 34668 w 781740"/>
              <a:gd name="connsiteY409" fmla="*/ 57920 h 287234"/>
              <a:gd name="connsiteX410" fmla="*/ 33946 w 781740"/>
              <a:gd name="connsiteY410" fmla="*/ 71160 h 287234"/>
              <a:gd name="connsiteX411" fmla="*/ 31032 w 781740"/>
              <a:gd name="connsiteY411" fmla="*/ 101867 h 287234"/>
              <a:gd name="connsiteX412" fmla="*/ 27092 w 781740"/>
              <a:gd name="connsiteY412" fmla="*/ 105221 h 287234"/>
              <a:gd name="connsiteX413" fmla="*/ 10775 w 781740"/>
              <a:gd name="connsiteY413" fmla="*/ 105221 h 287234"/>
              <a:gd name="connsiteX414" fmla="*/ 6417 w 781740"/>
              <a:gd name="connsiteY414" fmla="*/ 101284 h 287234"/>
              <a:gd name="connsiteX415" fmla="*/ 1616 w 781740"/>
              <a:gd name="connsiteY415" fmla="*/ 51085 h 287234"/>
              <a:gd name="connsiteX416" fmla="*/ 7 w 781740"/>
              <a:gd name="connsiteY416" fmla="*/ 5962 h 287234"/>
              <a:gd name="connsiteX417" fmla="*/ 4517 w 781740"/>
              <a:gd name="connsiteY417" fmla="*/ 1595 h 287234"/>
              <a:gd name="connsiteX418" fmla="*/ 675250 w 781740"/>
              <a:gd name="connsiteY418" fmla="*/ 0 h 287234"/>
              <a:gd name="connsiteX419" fmla="*/ 681078 w 781740"/>
              <a:gd name="connsiteY419" fmla="*/ 0 h 287234"/>
              <a:gd name="connsiteX420" fmla="*/ 704818 w 781740"/>
              <a:gd name="connsiteY420" fmla="*/ 25176 h 287234"/>
              <a:gd name="connsiteX421" fmla="*/ 704818 w 781740"/>
              <a:gd name="connsiteY421" fmla="*/ 34200 h 287234"/>
              <a:gd name="connsiteX422" fmla="*/ 700448 w 781740"/>
              <a:gd name="connsiteY422" fmla="*/ 38567 h 287234"/>
              <a:gd name="connsiteX423" fmla="*/ 694342 w 781740"/>
              <a:gd name="connsiteY423" fmla="*/ 38567 h 287234"/>
              <a:gd name="connsiteX424" fmla="*/ 689971 w 781740"/>
              <a:gd name="connsiteY424" fmla="*/ 34200 h 287234"/>
              <a:gd name="connsiteX425" fmla="*/ 689971 w 781740"/>
              <a:gd name="connsiteY425" fmla="*/ 25176 h 287234"/>
              <a:gd name="connsiteX426" fmla="*/ 680939 w 781740"/>
              <a:gd name="connsiteY426" fmla="*/ 14822 h 287234"/>
              <a:gd name="connsiteX427" fmla="*/ 675390 w 781740"/>
              <a:gd name="connsiteY427" fmla="*/ 14822 h 287234"/>
              <a:gd name="connsiteX428" fmla="*/ 666357 w 781740"/>
              <a:gd name="connsiteY428" fmla="*/ 25176 h 287234"/>
              <a:gd name="connsiteX429" fmla="*/ 666357 w 781740"/>
              <a:gd name="connsiteY429" fmla="*/ 37111 h 287234"/>
              <a:gd name="connsiteX430" fmla="*/ 679773 w 781740"/>
              <a:gd name="connsiteY430" fmla="*/ 37111 h 287234"/>
              <a:gd name="connsiteX431" fmla="*/ 684144 w 781740"/>
              <a:gd name="connsiteY431" fmla="*/ 41478 h 287234"/>
              <a:gd name="connsiteX432" fmla="*/ 684144 w 781740"/>
              <a:gd name="connsiteY432" fmla="*/ 47579 h 287234"/>
              <a:gd name="connsiteX433" fmla="*/ 679773 w 781740"/>
              <a:gd name="connsiteY433" fmla="*/ 51946 h 287234"/>
              <a:gd name="connsiteX434" fmla="*/ 666357 w 781740"/>
              <a:gd name="connsiteY434" fmla="*/ 51946 h 287234"/>
              <a:gd name="connsiteX435" fmla="*/ 666357 w 781740"/>
              <a:gd name="connsiteY435" fmla="*/ 90386 h 287234"/>
              <a:gd name="connsiteX436" fmla="*/ 688666 w 781740"/>
              <a:gd name="connsiteY436" fmla="*/ 90386 h 287234"/>
              <a:gd name="connsiteX437" fmla="*/ 693024 w 781740"/>
              <a:gd name="connsiteY437" fmla="*/ 94753 h 287234"/>
              <a:gd name="connsiteX438" fmla="*/ 693024 w 781740"/>
              <a:gd name="connsiteY438" fmla="*/ 100854 h 287234"/>
              <a:gd name="connsiteX439" fmla="*/ 688666 w 781740"/>
              <a:gd name="connsiteY439" fmla="*/ 105221 h 287234"/>
              <a:gd name="connsiteX440" fmla="*/ 642338 w 781740"/>
              <a:gd name="connsiteY440" fmla="*/ 105221 h 287234"/>
              <a:gd name="connsiteX441" fmla="*/ 638107 w 781740"/>
              <a:gd name="connsiteY441" fmla="*/ 100854 h 287234"/>
              <a:gd name="connsiteX442" fmla="*/ 638107 w 781740"/>
              <a:gd name="connsiteY442" fmla="*/ 94753 h 287234"/>
              <a:gd name="connsiteX443" fmla="*/ 642338 w 781740"/>
              <a:gd name="connsiteY443" fmla="*/ 90386 h 287234"/>
              <a:gd name="connsiteX444" fmla="*/ 651510 w 781740"/>
              <a:gd name="connsiteY444" fmla="*/ 90386 h 287234"/>
              <a:gd name="connsiteX445" fmla="*/ 651510 w 781740"/>
              <a:gd name="connsiteY445" fmla="*/ 51946 h 287234"/>
              <a:gd name="connsiteX446" fmla="*/ 643935 w 781740"/>
              <a:gd name="connsiteY446" fmla="*/ 51946 h 287234"/>
              <a:gd name="connsiteX447" fmla="*/ 639564 w 781740"/>
              <a:gd name="connsiteY447" fmla="*/ 47579 h 287234"/>
              <a:gd name="connsiteX448" fmla="*/ 639564 w 781740"/>
              <a:gd name="connsiteY448" fmla="*/ 41478 h 287234"/>
              <a:gd name="connsiteX449" fmla="*/ 643935 w 781740"/>
              <a:gd name="connsiteY449" fmla="*/ 37111 h 287234"/>
              <a:gd name="connsiteX450" fmla="*/ 651510 w 781740"/>
              <a:gd name="connsiteY450" fmla="*/ 37111 h 287234"/>
              <a:gd name="connsiteX451" fmla="*/ 651510 w 781740"/>
              <a:gd name="connsiteY451" fmla="*/ 25176 h 287234"/>
              <a:gd name="connsiteX452" fmla="*/ 675250 w 781740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40" h="287234">
                <a:moveTo>
                  <a:pt x="16603" y="241237"/>
                </a:moveTo>
                <a:lnTo>
                  <a:pt x="16603" y="270805"/>
                </a:lnTo>
                <a:lnTo>
                  <a:pt x="31463" y="270805"/>
                </a:lnTo>
                <a:cubicBezTo>
                  <a:pt x="37138" y="270805"/>
                  <a:pt x="41800" y="266286"/>
                  <a:pt x="41800" y="260464"/>
                </a:cubicBezTo>
                <a:lnTo>
                  <a:pt x="41800" y="251578"/>
                </a:lnTo>
                <a:cubicBezTo>
                  <a:pt x="41800" y="245756"/>
                  <a:pt x="37138" y="241237"/>
                  <a:pt x="31463" y="241237"/>
                </a:cubicBezTo>
                <a:close/>
                <a:moveTo>
                  <a:pt x="410522" y="224934"/>
                </a:moveTo>
                <a:cubicBezTo>
                  <a:pt x="404835" y="224934"/>
                  <a:pt x="400325" y="229592"/>
                  <a:pt x="400325" y="235275"/>
                </a:cubicBezTo>
                <a:lnTo>
                  <a:pt x="400325" y="241250"/>
                </a:lnTo>
                <a:lnTo>
                  <a:pt x="424090" y="241250"/>
                </a:lnTo>
                <a:lnTo>
                  <a:pt x="424090" y="235275"/>
                </a:lnTo>
                <a:cubicBezTo>
                  <a:pt x="424090" y="229592"/>
                  <a:pt x="419416" y="224934"/>
                  <a:pt x="413728" y="224934"/>
                </a:cubicBezTo>
                <a:close/>
                <a:moveTo>
                  <a:pt x="236385" y="211416"/>
                </a:moveTo>
                <a:lnTo>
                  <a:pt x="263178" y="211416"/>
                </a:lnTo>
                <a:cubicBezTo>
                  <a:pt x="265648" y="211416"/>
                  <a:pt x="267549" y="213302"/>
                  <a:pt x="267549" y="215783"/>
                </a:cubicBezTo>
                <a:lnTo>
                  <a:pt x="267549" y="270805"/>
                </a:lnTo>
                <a:lnTo>
                  <a:pt x="283865" y="270805"/>
                </a:lnTo>
                <a:cubicBezTo>
                  <a:pt x="286196" y="270805"/>
                  <a:pt x="288236" y="272842"/>
                  <a:pt x="288236" y="275311"/>
                </a:cubicBezTo>
                <a:lnTo>
                  <a:pt x="288236" y="281272"/>
                </a:lnTo>
                <a:cubicBezTo>
                  <a:pt x="288236" y="283740"/>
                  <a:pt x="286336" y="285626"/>
                  <a:pt x="283865" y="285626"/>
                </a:cubicBezTo>
                <a:lnTo>
                  <a:pt x="230266" y="285626"/>
                </a:lnTo>
                <a:cubicBezTo>
                  <a:pt x="227783" y="285626"/>
                  <a:pt x="225895" y="283740"/>
                  <a:pt x="225895" y="281272"/>
                </a:cubicBezTo>
                <a:lnTo>
                  <a:pt x="225895" y="275171"/>
                </a:lnTo>
                <a:cubicBezTo>
                  <a:pt x="225895" y="272691"/>
                  <a:pt x="227783" y="270805"/>
                  <a:pt x="230266" y="270805"/>
                </a:cubicBezTo>
                <a:lnTo>
                  <a:pt x="252701" y="270805"/>
                </a:lnTo>
                <a:lnTo>
                  <a:pt x="252701" y="226238"/>
                </a:lnTo>
                <a:lnTo>
                  <a:pt x="236233" y="226238"/>
                </a:lnTo>
                <a:cubicBezTo>
                  <a:pt x="233762" y="226238"/>
                  <a:pt x="231862" y="224352"/>
                  <a:pt x="231862" y="221884"/>
                </a:cubicBezTo>
                <a:lnTo>
                  <a:pt x="231862" y="215783"/>
                </a:lnTo>
                <a:cubicBezTo>
                  <a:pt x="231862" y="213302"/>
                  <a:pt x="233902" y="211416"/>
                  <a:pt x="236385" y="211416"/>
                </a:cubicBezTo>
                <a:close/>
                <a:moveTo>
                  <a:pt x="82250" y="211416"/>
                </a:moveTo>
                <a:lnTo>
                  <a:pt x="88356" y="211416"/>
                </a:lnTo>
                <a:cubicBezTo>
                  <a:pt x="90827" y="211416"/>
                  <a:pt x="92727" y="213302"/>
                  <a:pt x="92727" y="215783"/>
                </a:cubicBezTo>
                <a:lnTo>
                  <a:pt x="92727" y="262071"/>
                </a:lnTo>
                <a:cubicBezTo>
                  <a:pt x="92727" y="267741"/>
                  <a:pt x="97237" y="272399"/>
                  <a:pt x="103077" y="272399"/>
                </a:cubicBezTo>
                <a:lnTo>
                  <a:pt x="105990" y="272399"/>
                </a:lnTo>
                <a:cubicBezTo>
                  <a:pt x="111678" y="272399"/>
                  <a:pt x="116480" y="267741"/>
                  <a:pt x="116480" y="262058"/>
                </a:cubicBezTo>
                <a:lnTo>
                  <a:pt x="116480" y="215783"/>
                </a:lnTo>
                <a:cubicBezTo>
                  <a:pt x="116480" y="213454"/>
                  <a:pt x="118380" y="211416"/>
                  <a:pt x="120850" y="211416"/>
                </a:cubicBezTo>
                <a:lnTo>
                  <a:pt x="126817" y="211416"/>
                </a:lnTo>
                <a:cubicBezTo>
                  <a:pt x="129148" y="211416"/>
                  <a:pt x="131327" y="213454"/>
                  <a:pt x="131327" y="215783"/>
                </a:cubicBezTo>
                <a:lnTo>
                  <a:pt x="131327" y="281272"/>
                </a:lnTo>
                <a:cubicBezTo>
                  <a:pt x="131327" y="283740"/>
                  <a:pt x="129439" y="285639"/>
                  <a:pt x="126956" y="285639"/>
                </a:cubicBezTo>
                <a:lnTo>
                  <a:pt x="120850" y="285639"/>
                </a:lnTo>
                <a:cubicBezTo>
                  <a:pt x="119685" y="285639"/>
                  <a:pt x="118380" y="285057"/>
                  <a:pt x="117645" y="284183"/>
                </a:cubicBezTo>
                <a:cubicBezTo>
                  <a:pt x="114149" y="286069"/>
                  <a:pt x="110222" y="287234"/>
                  <a:pt x="105990" y="287234"/>
                </a:cubicBezTo>
                <a:lnTo>
                  <a:pt x="103077" y="287234"/>
                </a:lnTo>
                <a:cubicBezTo>
                  <a:pt x="89230" y="287234"/>
                  <a:pt x="77880" y="276045"/>
                  <a:pt x="77880" y="262071"/>
                </a:cubicBezTo>
                <a:lnTo>
                  <a:pt x="77880" y="215783"/>
                </a:lnTo>
                <a:cubicBezTo>
                  <a:pt x="77880" y="213302"/>
                  <a:pt x="79767" y="211416"/>
                  <a:pt x="82250" y="211416"/>
                </a:cubicBezTo>
                <a:close/>
                <a:moveTo>
                  <a:pt x="563796" y="210100"/>
                </a:moveTo>
                <a:lnTo>
                  <a:pt x="565404" y="210100"/>
                </a:lnTo>
                <a:cubicBezTo>
                  <a:pt x="578377" y="210100"/>
                  <a:pt x="590450" y="218973"/>
                  <a:pt x="590450" y="233959"/>
                </a:cubicBezTo>
                <a:cubicBezTo>
                  <a:pt x="590450" y="236440"/>
                  <a:pt x="588562" y="238326"/>
                  <a:pt x="586092" y="238326"/>
                </a:cubicBezTo>
                <a:lnTo>
                  <a:pt x="579973" y="238326"/>
                </a:lnTo>
                <a:cubicBezTo>
                  <a:pt x="577503" y="238326"/>
                  <a:pt x="575615" y="236440"/>
                  <a:pt x="575615" y="233959"/>
                </a:cubicBezTo>
                <a:cubicBezTo>
                  <a:pt x="575615" y="228719"/>
                  <a:pt x="571967" y="224934"/>
                  <a:pt x="565404" y="224934"/>
                </a:cubicBezTo>
                <a:lnTo>
                  <a:pt x="563796" y="224934"/>
                </a:lnTo>
                <a:cubicBezTo>
                  <a:pt x="556942" y="224934"/>
                  <a:pt x="553446" y="228428"/>
                  <a:pt x="553446" y="233237"/>
                </a:cubicBezTo>
                <a:cubicBezTo>
                  <a:pt x="553446" y="243718"/>
                  <a:pt x="592058" y="238035"/>
                  <a:pt x="592058" y="263375"/>
                </a:cubicBezTo>
                <a:cubicBezTo>
                  <a:pt x="592058" y="278222"/>
                  <a:pt x="579682" y="287234"/>
                  <a:pt x="566722" y="287234"/>
                </a:cubicBezTo>
                <a:lnTo>
                  <a:pt x="562199" y="287234"/>
                </a:lnTo>
                <a:cubicBezTo>
                  <a:pt x="549227" y="287234"/>
                  <a:pt x="537154" y="278222"/>
                  <a:pt x="537154" y="263375"/>
                </a:cubicBezTo>
                <a:lnTo>
                  <a:pt x="537154" y="261780"/>
                </a:lnTo>
                <a:cubicBezTo>
                  <a:pt x="537154" y="259299"/>
                  <a:pt x="539042" y="257413"/>
                  <a:pt x="541512" y="257413"/>
                </a:cubicBezTo>
                <a:lnTo>
                  <a:pt x="547631" y="257413"/>
                </a:lnTo>
                <a:cubicBezTo>
                  <a:pt x="550101" y="257413"/>
                  <a:pt x="551989" y="259299"/>
                  <a:pt x="551989" y="261780"/>
                </a:cubicBezTo>
                <a:lnTo>
                  <a:pt x="551989" y="263375"/>
                </a:lnTo>
                <a:cubicBezTo>
                  <a:pt x="551989" y="268324"/>
                  <a:pt x="555637" y="272399"/>
                  <a:pt x="562199" y="272399"/>
                </a:cubicBezTo>
                <a:lnTo>
                  <a:pt x="566722" y="272399"/>
                </a:lnTo>
                <a:cubicBezTo>
                  <a:pt x="573271" y="272399"/>
                  <a:pt x="577211" y="268324"/>
                  <a:pt x="577211" y="263375"/>
                </a:cubicBezTo>
                <a:cubicBezTo>
                  <a:pt x="577211" y="252743"/>
                  <a:pt x="538611" y="258717"/>
                  <a:pt x="538611" y="233237"/>
                </a:cubicBezTo>
                <a:cubicBezTo>
                  <a:pt x="538611" y="218251"/>
                  <a:pt x="550975" y="210100"/>
                  <a:pt x="563796" y="210100"/>
                </a:cubicBezTo>
                <a:close/>
                <a:moveTo>
                  <a:pt x="488331" y="210100"/>
                </a:moveTo>
                <a:lnTo>
                  <a:pt x="489940" y="210100"/>
                </a:lnTo>
                <a:cubicBezTo>
                  <a:pt x="502912" y="210100"/>
                  <a:pt x="514985" y="218973"/>
                  <a:pt x="514985" y="233959"/>
                </a:cubicBezTo>
                <a:cubicBezTo>
                  <a:pt x="514985" y="236440"/>
                  <a:pt x="513097" y="238326"/>
                  <a:pt x="510627" y="238326"/>
                </a:cubicBezTo>
                <a:lnTo>
                  <a:pt x="504508" y="238326"/>
                </a:lnTo>
                <a:cubicBezTo>
                  <a:pt x="502038" y="238326"/>
                  <a:pt x="500150" y="236440"/>
                  <a:pt x="500150" y="233959"/>
                </a:cubicBezTo>
                <a:cubicBezTo>
                  <a:pt x="500150" y="228719"/>
                  <a:pt x="496502" y="224934"/>
                  <a:pt x="489940" y="224934"/>
                </a:cubicBezTo>
                <a:lnTo>
                  <a:pt x="488331" y="224934"/>
                </a:lnTo>
                <a:cubicBezTo>
                  <a:pt x="481477" y="224934"/>
                  <a:pt x="477981" y="228428"/>
                  <a:pt x="477981" y="233237"/>
                </a:cubicBezTo>
                <a:cubicBezTo>
                  <a:pt x="477981" y="243718"/>
                  <a:pt x="516594" y="238035"/>
                  <a:pt x="516594" y="263375"/>
                </a:cubicBezTo>
                <a:cubicBezTo>
                  <a:pt x="516594" y="278222"/>
                  <a:pt x="504217" y="287234"/>
                  <a:pt x="491257" y="287234"/>
                </a:cubicBezTo>
                <a:lnTo>
                  <a:pt x="486735" y="287234"/>
                </a:lnTo>
                <a:cubicBezTo>
                  <a:pt x="473762" y="287234"/>
                  <a:pt x="461689" y="278222"/>
                  <a:pt x="461689" y="263375"/>
                </a:cubicBezTo>
                <a:lnTo>
                  <a:pt x="461689" y="261780"/>
                </a:lnTo>
                <a:cubicBezTo>
                  <a:pt x="461689" y="259299"/>
                  <a:pt x="463577" y="257413"/>
                  <a:pt x="466047" y="257413"/>
                </a:cubicBezTo>
                <a:lnTo>
                  <a:pt x="472166" y="257413"/>
                </a:lnTo>
                <a:cubicBezTo>
                  <a:pt x="474636" y="257413"/>
                  <a:pt x="476524" y="259299"/>
                  <a:pt x="476524" y="261780"/>
                </a:cubicBezTo>
                <a:lnTo>
                  <a:pt x="476524" y="263375"/>
                </a:lnTo>
                <a:cubicBezTo>
                  <a:pt x="476524" y="268324"/>
                  <a:pt x="480172" y="272399"/>
                  <a:pt x="486735" y="272399"/>
                </a:cubicBezTo>
                <a:lnTo>
                  <a:pt x="491257" y="272399"/>
                </a:lnTo>
                <a:cubicBezTo>
                  <a:pt x="497807" y="272399"/>
                  <a:pt x="501747" y="268324"/>
                  <a:pt x="501747" y="263375"/>
                </a:cubicBezTo>
                <a:cubicBezTo>
                  <a:pt x="501747" y="252743"/>
                  <a:pt x="463146" y="258717"/>
                  <a:pt x="463146" y="233237"/>
                </a:cubicBezTo>
                <a:cubicBezTo>
                  <a:pt x="463146" y="218251"/>
                  <a:pt x="475511" y="210100"/>
                  <a:pt x="488331" y="210100"/>
                </a:cubicBezTo>
                <a:close/>
                <a:moveTo>
                  <a:pt x="410522" y="210100"/>
                </a:moveTo>
                <a:lnTo>
                  <a:pt x="413728" y="210100"/>
                </a:lnTo>
                <a:cubicBezTo>
                  <a:pt x="427574" y="210100"/>
                  <a:pt x="438785" y="221441"/>
                  <a:pt x="438785" y="235275"/>
                </a:cubicBezTo>
                <a:lnTo>
                  <a:pt x="438785" y="251717"/>
                </a:lnTo>
                <a:cubicBezTo>
                  <a:pt x="438785" y="254198"/>
                  <a:pt x="436885" y="256084"/>
                  <a:pt x="434415" y="256084"/>
                </a:cubicBezTo>
                <a:lnTo>
                  <a:pt x="400325" y="256084"/>
                </a:lnTo>
                <a:lnTo>
                  <a:pt x="400325" y="262058"/>
                </a:lnTo>
                <a:cubicBezTo>
                  <a:pt x="400325" y="267741"/>
                  <a:pt x="404835" y="272399"/>
                  <a:pt x="410522" y="272399"/>
                </a:cubicBezTo>
                <a:lnTo>
                  <a:pt x="413728" y="272399"/>
                </a:lnTo>
                <a:cubicBezTo>
                  <a:pt x="421025" y="272399"/>
                  <a:pt x="423495" y="265552"/>
                  <a:pt x="423647" y="264678"/>
                </a:cubicBezTo>
                <a:cubicBezTo>
                  <a:pt x="424229" y="262350"/>
                  <a:pt x="426700" y="261033"/>
                  <a:pt x="429031" y="261628"/>
                </a:cubicBezTo>
                <a:lnTo>
                  <a:pt x="434845" y="262932"/>
                </a:lnTo>
                <a:cubicBezTo>
                  <a:pt x="437176" y="263514"/>
                  <a:pt x="438633" y="266286"/>
                  <a:pt x="438051" y="268476"/>
                </a:cubicBezTo>
                <a:cubicBezTo>
                  <a:pt x="434998" y="279386"/>
                  <a:pt x="425243" y="287234"/>
                  <a:pt x="413728" y="287234"/>
                </a:cubicBezTo>
                <a:lnTo>
                  <a:pt x="410522" y="287234"/>
                </a:lnTo>
                <a:cubicBezTo>
                  <a:pt x="396676" y="287234"/>
                  <a:pt x="385477" y="275893"/>
                  <a:pt x="385477" y="262058"/>
                </a:cubicBezTo>
                <a:lnTo>
                  <a:pt x="385477" y="235275"/>
                </a:lnTo>
                <a:cubicBezTo>
                  <a:pt x="385477" y="221441"/>
                  <a:pt x="396676" y="210100"/>
                  <a:pt x="410522" y="210100"/>
                </a:cubicBezTo>
                <a:close/>
                <a:moveTo>
                  <a:pt x="334044" y="210100"/>
                </a:moveTo>
                <a:lnTo>
                  <a:pt x="336958" y="210100"/>
                </a:lnTo>
                <a:cubicBezTo>
                  <a:pt x="350804" y="210100"/>
                  <a:pt x="362155" y="221441"/>
                  <a:pt x="362155" y="235275"/>
                </a:cubicBezTo>
                <a:lnTo>
                  <a:pt x="362155" y="281272"/>
                </a:lnTo>
                <a:cubicBezTo>
                  <a:pt x="362155" y="283740"/>
                  <a:pt x="360407" y="285639"/>
                  <a:pt x="357785" y="285639"/>
                </a:cubicBezTo>
                <a:lnTo>
                  <a:pt x="351679" y="285639"/>
                </a:lnTo>
                <a:cubicBezTo>
                  <a:pt x="349196" y="285639"/>
                  <a:pt x="347308" y="283740"/>
                  <a:pt x="347308" y="281272"/>
                </a:cubicBezTo>
                <a:lnTo>
                  <a:pt x="347308" y="235275"/>
                </a:lnTo>
                <a:cubicBezTo>
                  <a:pt x="347308" y="229592"/>
                  <a:pt x="342785" y="224934"/>
                  <a:pt x="336958" y="224934"/>
                </a:cubicBezTo>
                <a:lnTo>
                  <a:pt x="334044" y="224934"/>
                </a:lnTo>
                <a:cubicBezTo>
                  <a:pt x="328356" y="224934"/>
                  <a:pt x="323542" y="229592"/>
                  <a:pt x="323542" y="235275"/>
                </a:cubicBezTo>
                <a:lnTo>
                  <a:pt x="323542" y="281272"/>
                </a:lnTo>
                <a:cubicBezTo>
                  <a:pt x="323542" y="283740"/>
                  <a:pt x="321655" y="285639"/>
                  <a:pt x="319184" y="285639"/>
                </a:cubicBezTo>
                <a:lnTo>
                  <a:pt x="313066" y="285639"/>
                </a:lnTo>
                <a:cubicBezTo>
                  <a:pt x="310595" y="285639"/>
                  <a:pt x="308708" y="283740"/>
                  <a:pt x="308708" y="281272"/>
                </a:cubicBezTo>
                <a:lnTo>
                  <a:pt x="308708" y="215783"/>
                </a:lnTo>
                <a:cubicBezTo>
                  <a:pt x="308708" y="213302"/>
                  <a:pt x="310735" y="211416"/>
                  <a:pt x="313218" y="211416"/>
                </a:cubicBezTo>
                <a:lnTo>
                  <a:pt x="319184" y="211416"/>
                </a:lnTo>
                <a:cubicBezTo>
                  <a:pt x="320337" y="211416"/>
                  <a:pt x="321655" y="211998"/>
                  <a:pt x="322377" y="212872"/>
                </a:cubicBezTo>
                <a:cubicBezTo>
                  <a:pt x="325873" y="210973"/>
                  <a:pt x="329813" y="210100"/>
                  <a:pt x="334044" y="210100"/>
                </a:cubicBezTo>
                <a:close/>
                <a:moveTo>
                  <a:pt x="179846" y="210100"/>
                </a:moveTo>
                <a:lnTo>
                  <a:pt x="181455" y="210100"/>
                </a:lnTo>
                <a:cubicBezTo>
                  <a:pt x="194427" y="210100"/>
                  <a:pt x="206500" y="218973"/>
                  <a:pt x="206500" y="233959"/>
                </a:cubicBezTo>
                <a:cubicBezTo>
                  <a:pt x="206500" y="236440"/>
                  <a:pt x="204613" y="238326"/>
                  <a:pt x="202142" y="238326"/>
                </a:cubicBezTo>
                <a:lnTo>
                  <a:pt x="196024" y="238326"/>
                </a:lnTo>
                <a:cubicBezTo>
                  <a:pt x="193553" y="238326"/>
                  <a:pt x="191653" y="236440"/>
                  <a:pt x="191653" y="233959"/>
                </a:cubicBezTo>
                <a:cubicBezTo>
                  <a:pt x="191653" y="228719"/>
                  <a:pt x="188017" y="224934"/>
                  <a:pt x="181455" y="224934"/>
                </a:cubicBezTo>
                <a:lnTo>
                  <a:pt x="179846" y="224934"/>
                </a:lnTo>
                <a:cubicBezTo>
                  <a:pt x="172993" y="224934"/>
                  <a:pt x="169496" y="228428"/>
                  <a:pt x="169496" y="233237"/>
                </a:cubicBezTo>
                <a:cubicBezTo>
                  <a:pt x="169496" y="243718"/>
                  <a:pt x="208109" y="238035"/>
                  <a:pt x="208109" y="263375"/>
                </a:cubicBezTo>
                <a:cubicBezTo>
                  <a:pt x="208109" y="278222"/>
                  <a:pt x="195732" y="287234"/>
                  <a:pt x="182760" y="287234"/>
                </a:cubicBezTo>
                <a:lnTo>
                  <a:pt x="178250" y="287234"/>
                </a:lnTo>
                <a:cubicBezTo>
                  <a:pt x="165278" y="287234"/>
                  <a:pt x="153192" y="278222"/>
                  <a:pt x="153192" y="263375"/>
                </a:cubicBezTo>
                <a:lnTo>
                  <a:pt x="153192" y="261780"/>
                </a:lnTo>
                <a:cubicBezTo>
                  <a:pt x="153192" y="259299"/>
                  <a:pt x="155093" y="257413"/>
                  <a:pt x="157563" y="257413"/>
                </a:cubicBezTo>
                <a:lnTo>
                  <a:pt x="163682" y="257413"/>
                </a:lnTo>
                <a:cubicBezTo>
                  <a:pt x="166152" y="257413"/>
                  <a:pt x="168040" y="259299"/>
                  <a:pt x="168040" y="261780"/>
                </a:cubicBezTo>
                <a:lnTo>
                  <a:pt x="168040" y="263375"/>
                </a:lnTo>
                <a:cubicBezTo>
                  <a:pt x="168040" y="268324"/>
                  <a:pt x="171688" y="272399"/>
                  <a:pt x="178250" y="272399"/>
                </a:cubicBezTo>
                <a:lnTo>
                  <a:pt x="182760" y="272399"/>
                </a:lnTo>
                <a:cubicBezTo>
                  <a:pt x="189322" y="272399"/>
                  <a:pt x="193262" y="268324"/>
                  <a:pt x="193262" y="263375"/>
                </a:cubicBezTo>
                <a:cubicBezTo>
                  <a:pt x="193262" y="252743"/>
                  <a:pt x="154649" y="258717"/>
                  <a:pt x="154649" y="233237"/>
                </a:cubicBezTo>
                <a:cubicBezTo>
                  <a:pt x="154649" y="218251"/>
                  <a:pt x="167026" y="210100"/>
                  <a:pt x="179846" y="210100"/>
                </a:cubicBezTo>
                <a:close/>
                <a:moveTo>
                  <a:pt x="16603" y="196835"/>
                </a:moveTo>
                <a:lnTo>
                  <a:pt x="16603" y="226402"/>
                </a:lnTo>
                <a:lnTo>
                  <a:pt x="29854" y="226402"/>
                </a:lnTo>
                <a:cubicBezTo>
                  <a:pt x="35682" y="226402"/>
                  <a:pt x="40204" y="221605"/>
                  <a:pt x="40204" y="215922"/>
                </a:cubicBezTo>
                <a:lnTo>
                  <a:pt x="40204" y="207037"/>
                </a:lnTo>
                <a:cubicBezTo>
                  <a:pt x="40204" y="201353"/>
                  <a:pt x="35682" y="196835"/>
                  <a:pt x="29854" y="196835"/>
                </a:cubicBezTo>
                <a:close/>
                <a:moveTo>
                  <a:pt x="252701" y="182013"/>
                </a:moveTo>
                <a:lnTo>
                  <a:pt x="264483" y="182013"/>
                </a:lnTo>
                <a:cubicBezTo>
                  <a:pt x="266966" y="182013"/>
                  <a:pt x="268853" y="183899"/>
                  <a:pt x="268853" y="186380"/>
                </a:cubicBezTo>
                <a:lnTo>
                  <a:pt x="268853" y="198316"/>
                </a:lnTo>
                <a:cubicBezTo>
                  <a:pt x="268853" y="200784"/>
                  <a:pt x="266966" y="202683"/>
                  <a:pt x="264483" y="202683"/>
                </a:cubicBezTo>
                <a:lnTo>
                  <a:pt x="252701" y="202683"/>
                </a:lnTo>
                <a:cubicBezTo>
                  <a:pt x="250218" y="202683"/>
                  <a:pt x="248179" y="200784"/>
                  <a:pt x="248179" y="198316"/>
                </a:cubicBezTo>
                <a:lnTo>
                  <a:pt x="248179" y="186380"/>
                </a:lnTo>
                <a:cubicBezTo>
                  <a:pt x="248179" y="183899"/>
                  <a:pt x="250218" y="182013"/>
                  <a:pt x="252701" y="182013"/>
                </a:cubicBezTo>
                <a:close/>
                <a:moveTo>
                  <a:pt x="6127" y="182013"/>
                </a:moveTo>
                <a:lnTo>
                  <a:pt x="29854" y="182013"/>
                </a:lnTo>
                <a:cubicBezTo>
                  <a:pt x="43840" y="182013"/>
                  <a:pt x="55064" y="193063"/>
                  <a:pt x="55064" y="207037"/>
                </a:cubicBezTo>
                <a:lnTo>
                  <a:pt x="55064" y="215922"/>
                </a:lnTo>
                <a:cubicBezTo>
                  <a:pt x="55064" y="222618"/>
                  <a:pt x="52581" y="228440"/>
                  <a:pt x="48502" y="232946"/>
                </a:cubicBezTo>
                <a:cubicBezTo>
                  <a:pt x="53455" y="237604"/>
                  <a:pt x="56660" y="244300"/>
                  <a:pt x="56660" y="251578"/>
                </a:cubicBezTo>
                <a:lnTo>
                  <a:pt x="56660" y="260464"/>
                </a:lnTo>
                <a:cubicBezTo>
                  <a:pt x="56660" y="274298"/>
                  <a:pt x="45297" y="285639"/>
                  <a:pt x="31463" y="285639"/>
                </a:cubicBezTo>
                <a:lnTo>
                  <a:pt x="6127" y="285639"/>
                </a:lnTo>
                <a:cubicBezTo>
                  <a:pt x="3656" y="285639"/>
                  <a:pt x="1756" y="283740"/>
                  <a:pt x="1756" y="281272"/>
                </a:cubicBezTo>
                <a:lnTo>
                  <a:pt x="1756" y="186380"/>
                </a:lnTo>
                <a:cubicBezTo>
                  <a:pt x="1756" y="183899"/>
                  <a:pt x="3656" y="182013"/>
                  <a:pt x="6127" y="182013"/>
                </a:cubicBezTo>
                <a:close/>
                <a:moveTo>
                  <a:pt x="598772" y="68692"/>
                </a:moveTo>
                <a:cubicBezTo>
                  <a:pt x="592071" y="72046"/>
                  <a:pt x="587257" y="72337"/>
                  <a:pt x="581721" y="74666"/>
                </a:cubicBezTo>
                <a:cubicBezTo>
                  <a:pt x="577338" y="76552"/>
                  <a:pt x="575159" y="79906"/>
                  <a:pt x="575159" y="82969"/>
                </a:cubicBezTo>
                <a:lnTo>
                  <a:pt x="575159" y="85298"/>
                </a:lnTo>
                <a:cubicBezTo>
                  <a:pt x="575159" y="88057"/>
                  <a:pt x="577338" y="91994"/>
                  <a:pt x="582595" y="91994"/>
                </a:cubicBezTo>
                <a:lnTo>
                  <a:pt x="585357" y="91994"/>
                </a:lnTo>
                <a:cubicBezTo>
                  <a:pt x="592653" y="91994"/>
                  <a:pt x="598772" y="87766"/>
                  <a:pt x="598772" y="81488"/>
                </a:cubicBezTo>
                <a:close/>
                <a:moveTo>
                  <a:pt x="98060" y="30998"/>
                </a:moveTo>
                <a:lnTo>
                  <a:pt x="124853" y="30998"/>
                </a:lnTo>
                <a:cubicBezTo>
                  <a:pt x="127323" y="30998"/>
                  <a:pt x="129211" y="32897"/>
                  <a:pt x="129211" y="35365"/>
                </a:cubicBezTo>
                <a:lnTo>
                  <a:pt x="129211" y="90386"/>
                </a:lnTo>
                <a:lnTo>
                  <a:pt x="145528" y="90386"/>
                </a:lnTo>
                <a:cubicBezTo>
                  <a:pt x="147859" y="90386"/>
                  <a:pt x="149898" y="92424"/>
                  <a:pt x="149898" y="94892"/>
                </a:cubicBezTo>
                <a:lnTo>
                  <a:pt x="149898" y="100854"/>
                </a:lnTo>
                <a:cubicBezTo>
                  <a:pt x="149898" y="103335"/>
                  <a:pt x="148010" y="105221"/>
                  <a:pt x="145528" y="105221"/>
                </a:cubicBezTo>
                <a:lnTo>
                  <a:pt x="91941" y="105221"/>
                </a:lnTo>
                <a:cubicBezTo>
                  <a:pt x="89458" y="105221"/>
                  <a:pt x="87570" y="103335"/>
                  <a:pt x="87570" y="100854"/>
                </a:cubicBezTo>
                <a:lnTo>
                  <a:pt x="87570" y="94753"/>
                </a:lnTo>
                <a:cubicBezTo>
                  <a:pt x="87570" y="92285"/>
                  <a:pt x="89458" y="90386"/>
                  <a:pt x="91941" y="90386"/>
                </a:cubicBezTo>
                <a:lnTo>
                  <a:pt x="114376" y="90386"/>
                </a:lnTo>
                <a:lnTo>
                  <a:pt x="114376" y="45832"/>
                </a:lnTo>
                <a:lnTo>
                  <a:pt x="97908" y="45832"/>
                </a:lnTo>
                <a:cubicBezTo>
                  <a:pt x="95437" y="45832"/>
                  <a:pt x="93537" y="43946"/>
                  <a:pt x="93537" y="41466"/>
                </a:cubicBezTo>
                <a:lnTo>
                  <a:pt x="93537" y="35365"/>
                </a:lnTo>
                <a:cubicBezTo>
                  <a:pt x="93537" y="32897"/>
                  <a:pt x="95577" y="30998"/>
                  <a:pt x="98060" y="30998"/>
                </a:cubicBezTo>
                <a:close/>
                <a:moveTo>
                  <a:pt x="586965" y="29694"/>
                </a:moveTo>
                <a:lnTo>
                  <a:pt x="588574" y="29694"/>
                </a:lnTo>
                <a:cubicBezTo>
                  <a:pt x="601534" y="29694"/>
                  <a:pt x="613619" y="38554"/>
                  <a:pt x="613619" y="53402"/>
                </a:cubicBezTo>
                <a:lnTo>
                  <a:pt x="613619" y="88931"/>
                </a:lnTo>
                <a:cubicBezTo>
                  <a:pt x="613619" y="89665"/>
                  <a:pt x="614342" y="90386"/>
                  <a:pt x="615216" y="90386"/>
                </a:cubicBezTo>
                <a:cubicBezTo>
                  <a:pt x="617547" y="90386"/>
                  <a:pt x="619586" y="92285"/>
                  <a:pt x="619586" y="94753"/>
                </a:cubicBezTo>
                <a:lnTo>
                  <a:pt x="619586" y="100854"/>
                </a:lnTo>
                <a:cubicBezTo>
                  <a:pt x="619586" y="103322"/>
                  <a:pt x="617699" y="105221"/>
                  <a:pt x="615216" y="105221"/>
                </a:cubicBezTo>
                <a:lnTo>
                  <a:pt x="612163" y="105221"/>
                </a:lnTo>
                <a:cubicBezTo>
                  <a:pt x="608375" y="105221"/>
                  <a:pt x="605030" y="103613"/>
                  <a:pt x="602560" y="101145"/>
                </a:cubicBezTo>
                <a:cubicBezTo>
                  <a:pt x="597467" y="104639"/>
                  <a:pt x="591336" y="106816"/>
                  <a:pt x="585357" y="106816"/>
                </a:cubicBezTo>
                <a:lnTo>
                  <a:pt x="582443" y="106816"/>
                </a:lnTo>
                <a:cubicBezTo>
                  <a:pt x="570066" y="106816"/>
                  <a:pt x="560311" y="97955"/>
                  <a:pt x="560311" y="86020"/>
                </a:cubicBezTo>
                <a:lnTo>
                  <a:pt x="560311" y="82969"/>
                </a:lnTo>
                <a:cubicBezTo>
                  <a:pt x="560311" y="68400"/>
                  <a:pt x="571954" y="63882"/>
                  <a:pt x="581721" y="60971"/>
                </a:cubicBezTo>
                <a:cubicBezTo>
                  <a:pt x="584191" y="60249"/>
                  <a:pt x="598772" y="58059"/>
                  <a:pt x="598772" y="52680"/>
                </a:cubicBezTo>
                <a:cubicBezTo>
                  <a:pt x="598772" y="47579"/>
                  <a:pt x="595124" y="44516"/>
                  <a:pt x="588574" y="44516"/>
                </a:cubicBezTo>
                <a:lnTo>
                  <a:pt x="586965" y="44516"/>
                </a:lnTo>
                <a:cubicBezTo>
                  <a:pt x="581277" y="44516"/>
                  <a:pt x="576616" y="49035"/>
                  <a:pt x="576616" y="54857"/>
                </a:cubicBezTo>
                <a:cubicBezTo>
                  <a:pt x="576616" y="57477"/>
                  <a:pt x="574715" y="59224"/>
                  <a:pt x="572245" y="59224"/>
                </a:cubicBezTo>
                <a:lnTo>
                  <a:pt x="566139" y="59224"/>
                </a:lnTo>
                <a:cubicBezTo>
                  <a:pt x="563656" y="59224"/>
                  <a:pt x="561768" y="57477"/>
                  <a:pt x="561768" y="54857"/>
                </a:cubicBezTo>
                <a:cubicBezTo>
                  <a:pt x="561768" y="40883"/>
                  <a:pt x="572980" y="29694"/>
                  <a:pt x="586965" y="29694"/>
                </a:cubicBezTo>
                <a:close/>
                <a:moveTo>
                  <a:pt x="432248" y="29694"/>
                </a:moveTo>
                <a:lnTo>
                  <a:pt x="435453" y="29694"/>
                </a:lnTo>
                <a:cubicBezTo>
                  <a:pt x="449300" y="29694"/>
                  <a:pt x="460498" y="40883"/>
                  <a:pt x="460498" y="54857"/>
                </a:cubicBezTo>
                <a:cubicBezTo>
                  <a:pt x="460498" y="57477"/>
                  <a:pt x="458459" y="59224"/>
                  <a:pt x="456140" y="59224"/>
                </a:cubicBezTo>
                <a:lnTo>
                  <a:pt x="450022" y="59224"/>
                </a:lnTo>
                <a:cubicBezTo>
                  <a:pt x="447551" y="59224"/>
                  <a:pt x="445664" y="57477"/>
                  <a:pt x="445664" y="54857"/>
                </a:cubicBezTo>
                <a:cubicBezTo>
                  <a:pt x="445664" y="49187"/>
                  <a:pt x="441141" y="44516"/>
                  <a:pt x="435453" y="44516"/>
                </a:cubicBezTo>
                <a:lnTo>
                  <a:pt x="432248" y="44516"/>
                </a:lnTo>
                <a:cubicBezTo>
                  <a:pt x="426560" y="44516"/>
                  <a:pt x="422038" y="49187"/>
                  <a:pt x="422038" y="54857"/>
                </a:cubicBezTo>
                <a:lnTo>
                  <a:pt x="422038" y="81653"/>
                </a:lnTo>
                <a:cubicBezTo>
                  <a:pt x="422038" y="87336"/>
                  <a:pt x="426560" y="91994"/>
                  <a:pt x="432248" y="91994"/>
                </a:cubicBezTo>
                <a:lnTo>
                  <a:pt x="435453" y="91994"/>
                </a:lnTo>
                <a:cubicBezTo>
                  <a:pt x="441141" y="91994"/>
                  <a:pt x="445664" y="87336"/>
                  <a:pt x="445664" y="81653"/>
                </a:cubicBezTo>
                <a:cubicBezTo>
                  <a:pt x="445664" y="79172"/>
                  <a:pt x="447551" y="77134"/>
                  <a:pt x="450022" y="77134"/>
                </a:cubicBezTo>
                <a:lnTo>
                  <a:pt x="456140" y="77134"/>
                </a:lnTo>
                <a:cubicBezTo>
                  <a:pt x="458459" y="77134"/>
                  <a:pt x="460498" y="79172"/>
                  <a:pt x="460498" y="81653"/>
                </a:cubicBezTo>
                <a:cubicBezTo>
                  <a:pt x="460498" y="95475"/>
                  <a:pt x="449300" y="106816"/>
                  <a:pt x="435453" y="106816"/>
                </a:cubicBezTo>
                <a:lnTo>
                  <a:pt x="432248" y="106816"/>
                </a:lnTo>
                <a:cubicBezTo>
                  <a:pt x="418402" y="106816"/>
                  <a:pt x="407203" y="95475"/>
                  <a:pt x="407203" y="81653"/>
                </a:cubicBezTo>
                <a:lnTo>
                  <a:pt x="407203" y="54857"/>
                </a:lnTo>
                <a:cubicBezTo>
                  <a:pt x="407203" y="40883"/>
                  <a:pt x="418402" y="29694"/>
                  <a:pt x="432248" y="29694"/>
                </a:cubicBezTo>
                <a:close/>
                <a:moveTo>
                  <a:pt x="358823" y="29694"/>
                </a:moveTo>
                <a:lnTo>
                  <a:pt x="360419" y="29694"/>
                </a:lnTo>
                <a:cubicBezTo>
                  <a:pt x="373404" y="29694"/>
                  <a:pt x="385477" y="38554"/>
                  <a:pt x="385477" y="53553"/>
                </a:cubicBezTo>
                <a:cubicBezTo>
                  <a:pt x="385477" y="56022"/>
                  <a:pt x="383589" y="57920"/>
                  <a:pt x="381106" y="57920"/>
                </a:cubicBezTo>
                <a:lnTo>
                  <a:pt x="375000" y="57920"/>
                </a:lnTo>
                <a:cubicBezTo>
                  <a:pt x="372530" y="57920"/>
                  <a:pt x="370630" y="56022"/>
                  <a:pt x="370630" y="53553"/>
                </a:cubicBezTo>
                <a:cubicBezTo>
                  <a:pt x="370630" y="48301"/>
                  <a:pt x="366981" y="44516"/>
                  <a:pt x="360419" y="44516"/>
                </a:cubicBezTo>
                <a:lnTo>
                  <a:pt x="358823" y="44516"/>
                </a:lnTo>
                <a:cubicBezTo>
                  <a:pt x="351969" y="44516"/>
                  <a:pt x="348473" y="48009"/>
                  <a:pt x="348473" y="52819"/>
                </a:cubicBezTo>
                <a:cubicBezTo>
                  <a:pt x="348473" y="63300"/>
                  <a:pt x="387073" y="57629"/>
                  <a:pt x="387073" y="82969"/>
                </a:cubicBezTo>
                <a:cubicBezTo>
                  <a:pt x="387073" y="97804"/>
                  <a:pt x="374709" y="106816"/>
                  <a:pt x="361737" y="106816"/>
                </a:cubicBezTo>
                <a:lnTo>
                  <a:pt x="357214" y="106816"/>
                </a:lnTo>
                <a:cubicBezTo>
                  <a:pt x="344255" y="106816"/>
                  <a:pt x="332169" y="97804"/>
                  <a:pt x="332169" y="82969"/>
                </a:cubicBezTo>
                <a:lnTo>
                  <a:pt x="332169" y="81362"/>
                </a:lnTo>
                <a:cubicBezTo>
                  <a:pt x="332169" y="78881"/>
                  <a:pt x="334069" y="76995"/>
                  <a:pt x="336539" y="76995"/>
                </a:cubicBezTo>
                <a:lnTo>
                  <a:pt x="342645" y="76995"/>
                </a:lnTo>
                <a:cubicBezTo>
                  <a:pt x="345129" y="76995"/>
                  <a:pt x="347016" y="78881"/>
                  <a:pt x="347016" y="81362"/>
                </a:cubicBezTo>
                <a:lnTo>
                  <a:pt x="347016" y="82969"/>
                </a:lnTo>
                <a:cubicBezTo>
                  <a:pt x="347016" y="87918"/>
                  <a:pt x="350652" y="91994"/>
                  <a:pt x="357214" y="91994"/>
                </a:cubicBezTo>
                <a:lnTo>
                  <a:pt x="361737" y="91994"/>
                </a:lnTo>
                <a:cubicBezTo>
                  <a:pt x="368299" y="91994"/>
                  <a:pt x="372239" y="87918"/>
                  <a:pt x="372239" y="82969"/>
                </a:cubicBezTo>
                <a:cubicBezTo>
                  <a:pt x="372239" y="72337"/>
                  <a:pt x="333626" y="78299"/>
                  <a:pt x="333626" y="52819"/>
                </a:cubicBezTo>
                <a:cubicBezTo>
                  <a:pt x="333626" y="37833"/>
                  <a:pt x="345990" y="29694"/>
                  <a:pt x="358823" y="29694"/>
                </a:cubicBezTo>
                <a:close/>
                <a:moveTo>
                  <a:pt x="202649" y="29694"/>
                </a:moveTo>
                <a:lnTo>
                  <a:pt x="205562" y="29694"/>
                </a:lnTo>
                <a:cubicBezTo>
                  <a:pt x="220131" y="29694"/>
                  <a:pt x="230759" y="41618"/>
                  <a:pt x="230759" y="54857"/>
                </a:cubicBezTo>
                <a:lnTo>
                  <a:pt x="230759" y="65198"/>
                </a:lnTo>
                <a:cubicBezTo>
                  <a:pt x="230759" y="67679"/>
                  <a:pt x="228859" y="69565"/>
                  <a:pt x="226389" y="69565"/>
                </a:cubicBezTo>
                <a:lnTo>
                  <a:pt x="220283" y="69565"/>
                </a:lnTo>
                <a:cubicBezTo>
                  <a:pt x="217813" y="69565"/>
                  <a:pt x="215912" y="67679"/>
                  <a:pt x="215912" y="65198"/>
                </a:cubicBezTo>
                <a:lnTo>
                  <a:pt x="215912" y="54857"/>
                </a:lnTo>
                <a:cubicBezTo>
                  <a:pt x="215912" y="48883"/>
                  <a:pt x="210807" y="44516"/>
                  <a:pt x="205562" y="44516"/>
                </a:cubicBezTo>
                <a:lnTo>
                  <a:pt x="202649" y="44516"/>
                </a:lnTo>
                <a:cubicBezTo>
                  <a:pt x="197113" y="44516"/>
                  <a:pt x="192147" y="48883"/>
                  <a:pt x="192147" y="54857"/>
                </a:cubicBezTo>
                <a:lnTo>
                  <a:pt x="192147" y="90386"/>
                </a:lnTo>
                <a:lnTo>
                  <a:pt x="214456" y="90386"/>
                </a:lnTo>
                <a:cubicBezTo>
                  <a:pt x="216939" y="90386"/>
                  <a:pt x="218826" y="92285"/>
                  <a:pt x="218826" y="94753"/>
                </a:cubicBezTo>
                <a:lnTo>
                  <a:pt x="218826" y="100854"/>
                </a:lnTo>
                <a:cubicBezTo>
                  <a:pt x="218826" y="103335"/>
                  <a:pt x="216939" y="105221"/>
                  <a:pt x="214456" y="105221"/>
                </a:cubicBezTo>
                <a:lnTo>
                  <a:pt x="169737" y="105221"/>
                </a:lnTo>
                <a:cubicBezTo>
                  <a:pt x="167406" y="105221"/>
                  <a:pt x="165366" y="103335"/>
                  <a:pt x="165366" y="100854"/>
                </a:cubicBezTo>
                <a:lnTo>
                  <a:pt x="165366" y="94753"/>
                </a:lnTo>
                <a:cubicBezTo>
                  <a:pt x="165366" y="92285"/>
                  <a:pt x="167406" y="90386"/>
                  <a:pt x="169737" y="90386"/>
                </a:cubicBezTo>
                <a:lnTo>
                  <a:pt x="177312" y="90386"/>
                </a:lnTo>
                <a:lnTo>
                  <a:pt x="177312" y="54857"/>
                </a:lnTo>
                <a:cubicBezTo>
                  <a:pt x="177312" y="41618"/>
                  <a:pt x="188080" y="29694"/>
                  <a:pt x="202649" y="29694"/>
                </a:cubicBezTo>
                <a:close/>
                <a:moveTo>
                  <a:pt x="735564" y="1595"/>
                </a:moveTo>
                <a:lnTo>
                  <a:pt x="741822" y="1595"/>
                </a:lnTo>
                <a:cubicBezTo>
                  <a:pt x="744292" y="1595"/>
                  <a:pt x="746193" y="3493"/>
                  <a:pt x="746193" y="5962"/>
                </a:cubicBezTo>
                <a:lnTo>
                  <a:pt x="746193" y="34061"/>
                </a:lnTo>
                <a:lnTo>
                  <a:pt x="771263" y="34061"/>
                </a:lnTo>
                <a:cubicBezTo>
                  <a:pt x="773733" y="34061"/>
                  <a:pt x="775773" y="35947"/>
                  <a:pt x="775773" y="38415"/>
                </a:cubicBezTo>
                <a:lnTo>
                  <a:pt x="775773" y="44529"/>
                </a:lnTo>
                <a:cubicBezTo>
                  <a:pt x="775773" y="46997"/>
                  <a:pt x="773733" y="48883"/>
                  <a:pt x="771263" y="48883"/>
                </a:cubicBezTo>
                <a:lnTo>
                  <a:pt x="746193" y="48883"/>
                </a:lnTo>
                <a:lnTo>
                  <a:pt x="746193" y="81653"/>
                </a:lnTo>
                <a:cubicBezTo>
                  <a:pt x="746193" y="87336"/>
                  <a:pt x="750715" y="91994"/>
                  <a:pt x="756543" y="91994"/>
                </a:cubicBezTo>
                <a:cubicBezTo>
                  <a:pt x="762231" y="91994"/>
                  <a:pt x="766893" y="87336"/>
                  <a:pt x="766893" y="81653"/>
                </a:cubicBezTo>
                <a:lnTo>
                  <a:pt x="766893" y="78450"/>
                </a:lnTo>
                <a:cubicBezTo>
                  <a:pt x="766893" y="75970"/>
                  <a:pt x="768780" y="74084"/>
                  <a:pt x="771263" y="74084"/>
                </a:cubicBezTo>
                <a:lnTo>
                  <a:pt x="777369" y="74084"/>
                </a:lnTo>
                <a:cubicBezTo>
                  <a:pt x="779839" y="74084"/>
                  <a:pt x="781740" y="75970"/>
                  <a:pt x="781740" y="78450"/>
                </a:cubicBezTo>
                <a:lnTo>
                  <a:pt x="781740" y="81653"/>
                </a:lnTo>
                <a:cubicBezTo>
                  <a:pt x="781740" y="95627"/>
                  <a:pt x="770389" y="106816"/>
                  <a:pt x="756543" y="106816"/>
                </a:cubicBezTo>
                <a:cubicBezTo>
                  <a:pt x="742557" y="106816"/>
                  <a:pt x="731346" y="95627"/>
                  <a:pt x="731346" y="81653"/>
                </a:cubicBezTo>
                <a:lnTo>
                  <a:pt x="731346" y="48883"/>
                </a:lnTo>
                <a:lnTo>
                  <a:pt x="723770" y="48883"/>
                </a:lnTo>
                <a:cubicBezTo>
                  <a:pt x="721299" y="48883"/>
                  <a:pt x="719399" y="46858"/>
                  <a:pt x="719399" y="44377"/>
                </a:cubicBezTo>
                <a:lnTo>
                  <a:pt x="719399" y="38567"/>
                </a:lnTo>
                <a:cubicBezTo>
                  <a:pt x="719399" y="36099"/>
                  <a:pt x="721299" y="34061"/>
                  <a:pt x="723770" y="34061"/>
                </a:cubicBezTo>
                <a:lnTo>
                  <a:pt x="731346" y="34061"/>
                </a:lnTo>
                <a:lnTo>
                  <a:pt x="731346" y="5962"/>
                </a:lnTo>
                <a:cubicBezTo>
                  <a:pt x="731346" y="3493"/>
                  <a:pt x="732942" y="1595"/>
                  <a:pt x="735564" y="1595"/>
                </a:cubicBezTo>
                <a:close/>
                <a:moveTo>
                  <a:pt x="488634" y="1595"/>
                </a:moveTo>
                <a:lnTo>
                  <a:pt x="494741" y="1595"/>
                </a:lnTo>
                <a:cubicBezTo>
                  <a:pt x="497211" y="1595"/>
                  <a:pt x="499111" y="3493"/>
                  <a:pt x="499111" y="5962"/>
                </a:cubicBezTo>
                <a:lnTo>
                  <a:pt x="499111" y="31871"/>
                </a:lnTo>
                <a:cubicBezTo>
                  <a:pt x="502316" y="30416"/>
                  <a:pt x="505813" y="29694"/>
                  <a:pt x="509600" y="29694"/>
                </a:cubicBezTo>
                <a:lnTo>
                  <a:pt x="512527" y="29694"/>
                </a:lnTo>
                <a:cubicBezTo>
                  <a:pt x="526361" y="29694"/>
                  <a:pt x="537711" y="41035"/>
                  <a:pt x="537711" y="54857"/>
                </a:cubicBezTo>
                <a:lnTo>
                  <a:pt x="537711" y="100854"/>
                </a:lnTo>
                <a:cubicBezTo>
                  <a:pt x="537711" y="103322"/>
                  <a:pt x="535824" y="105221"/>
                  <a:pt x="533353" y="105221"/>
                </a:cubicBezTo>
                <a:lnTo>
                  <a:pt x="527235" y="105221"/>
                </a:lnTo>
                <a:cubicBezTo>
                  <a:pt x="524764" y="105221"/>
                  <a:pt x="522877" y="103322"/>
                  <a:pt x="522877" y="100854"/>
                </a:cubicBezTo>
                <a:lnTo>
                  <a:pt x="522877" y="54857"/>
                </a:lnTo>
                <a:cubicBezTo>
                  <a:pt x="522877" y="49174"/>
                  <a:pt x="518354" y="44516"/>
                  <a:pt x="512527" y="44516"/>
                </a:cubicBezTo>
                <a:lnTo>
                  <a:pt x="509600" y="44516"/>
                </a:lnTo>
                <a:cubicBezTo>
                  <a:pt x="503925" y="44516"/>
                  <a:pt x="499111" y="49174"/>
                  <a:pt x="499111" y="54857"/>
                </a:cubicBezTo>
                <a:lnTo>
                  <a:pt x="499111" y="100854"/>
                </a:lnTo>
                <a:cubicBezTo>
                  <a:pt x="499111" y="103322"/>
                  <a:pt x="497211" y="105221"/>
                  <a:pt x="494741" y="105221"/>
                </a:cubicBezTo>
                <a:lnTo>
                  <a:pt x="488634" y="105221"/>
                </a:lnTo>
                <a:cubicBezTo>
                  <a:pt x="486151" y="105221"/>
                  <a:pt x="484264" y="103322"/>
                  <a:pt x="484264" y="100854"/>
                </a:cubicBezTo>
                <a:lnTo>
                  <a:pt x="484264" y="5962"/>
                </a:lnTo>
                <a:cubicBezTo>
                  <a:pt x="484264" y="3493"/>
                  <a:pt x="486304" y="1595"/>
                  <a:pt x="488634" y="1595"/>
                </a:cubicBezTo>
                <a:close/>
                <a:moveTo>
                  <a:pt x="264862" y="1595"/>
                </a:moveTo>
                <a:lnTo>
                  <a:pt x="271121" y="1595"/>
                </a:lnTo>
                <a:cubicBezTo>
                  <a:pt x="273591" y="1595"/>
                  <a:pt x="275479" y="3493"/>
                  <a:pt x="275479" y="5962"/>
                </a:cubicBezTo>
                <a:lnTo>
                  <a:pt x="275479" y="34061"/>
                </a:lnTo>
                <a:lnTo>
                  <a:pt x="300549" y="34061"/>
                </a:lnTo>
                <a:cubicBezTo>
                  <a:pt x="303032" y="34061"/>
                  <a:pt x="305059" y="35947"/>
                  <a:pt x="305059" y="38415"/>
                </a:cubicBezTo>
                <a:lnTo>
                  <a:pt x="305059" y="44529"/>
                </a:lnTo>
                <a:cubicBezTo>
                  <a:pt x="305059" y="46997"/>
                  <a:pt x="303032" y="48883"/>
                  <a:pt x="300549" y="48883"/>
                </a:cubicBezTo>
                <a:lnTo>
                  <a:pt x="275479" y="48883"/>
                </a:lnTo>
                <a:lnTo>
                  <a:pt x="275479" y="81653"/>
                </a:lnTo>
                <a:cubicBezTo>
                  <a:pt x="275479" y="87336"/>
                  <a:pt x="280001" y="91994"/>
                  <a:pt x="285828" y="91994"/>
                </a:cubicBezTo>
                <a:cubicBezTo>
                  <a:pt x="291516" y="91994"/>
                  <a:pt x="296191" y="87336"/>
                  <a:pt x="296191" y="81653"/>
                </a:cubicBezTo>
                <a:lnTo>
                  <a:pt x="296191" y="78450"/>
                </a:lnTo>
                <a:cubicBezTo>
                  <a:pt x="296191" y="75970"/>
                  <a:pt x="298079" y="74084"/>
                  <a:pt x="300549" y="74084"/>
                </a:cubicBezTo>
                <a:lnTo>
                  <a:pt x="306668" y="74084"/>
                </a:lnTo>
                <a:cubicBezTo>
                  <a:pt x="309138" y="74084"/>
                  <a:pt x="311026" y="75970"/>
                  <a:pt x="311026" y="78450"/>
                </a:cubicBezTo>
                <a:lnTo>
                  <a:pt x="311026" y="81653"/>
                </a:lnTo>
                <a:cubicBezTo>
                  <a:pt x="311026" y="95627"/>
                  <a:pt x="299675" y="106816"/>
                  <a:pt x="285828" y="106816"/>
                </a:cubicBezTo>
                <a:cubicBezTo>
                  <a:pt x="271843" y="106816"/>
                  <a:pt x="260644" y="95627"/>
                  <a:pt x="260644" y="81653"/>
                </a:cubicBezTo>
                <a:lnTo>
                  <a:pt x="260644" y="48883"/>
                </a:lnTo>
                <a:lnTo>
                  <a:pt x="253068" y="48883"/>
                </a:lnTo>
                <a:cubicBezTo>
                  <a:pt x="250585" y="48883"/>
                  <a:pt x="248698" y="46858"/>
                  <a:pt x="248698" y="44377"/>
                </a:cubicBezTo>
                <a:lnTo>
                  <a:pt x="248698" y="38567"/>
                </a:lnTo>
                <a:cubicBezTo>
                  <a:pt x="248698" y="36099"/>
                  <a:pt x="250585" y="34061"/>
                  <a:pt x="253068" y="34061"/>
                </a:cubicBezTo>
                <a:lnTo>
                  <a:pt x="260644" y="34061"/>
                </a:lnTo>
                <a:lnTo>
                  <a:pt x="260644" y="5962"/>
                </a:lnTo>
                <a:cubicBezTo>
                  <a:pt x="260644" y="3493"/>
                  <a:pt x="262240" y="1595"/>
                  <a:pt x="264862" y="1595"/>
                </a:cubicBezTo>
                <a:close/>
                <a:moveTo>
                  <a:pt x="114376" y="1595"/>
                </a:moveTo>
                <a:lnTo>
                  <a:pt x="126158" y="1595"/>
                </a:lnTo>
                <a:cubicBezTo>
                  <a:pt x="128628" y="1595"/>
                  <a:pt x="130528" y="3493"/>
                  <a:pt x="130528" y="5962"/>
                </a:cubicBezTo>
                <a:lnTo>
                  <a:pt x="130528" y="17898"/>
                </a:lnTo>
                <a:cubicBezTo>
                  <a:pt x="130528" y="20378"/>
                  <a:pt x="128628" y="22264"/>
                  <a:pt x="126158" y="22264"/>
                </a:cubicBezTo>
                <a:lnTo>
                  <a:pt x="114376" y="22264"/>
                </a:lnTo>
                <a:cubicBezTo>
                  <a:pt x="111893" y="22264"/>
                  <a:pt x="109854" y="20378"/>
                  <a:pt x="109854" y="17898"/>
                </a:cubicBezTo>
                <a:lnTo>
                  <a:pt x="109854" y="5962"/>
                </a:lnTo>
                <a:cubicBezTo>
                  <a:pt x="109854" y="3493"/>
                  <a:pt x="111893" y="1595"/>
                  <a:pt x="114376" y="1595"/>
                </a:cubicBezTo>
                <a:close/>
                <a:moveTo>
                  <a:pt x="4517" y="1595"/>
                </a:moveTo>
                <a:lnTo>
                  <a:pt x="10345" y="1595"/>
                </a:lnTo>
                <a:cubicBezTo>
                  <a:pt x="12815" y="1595"/>
                  <a:pt x="14703" y="3050"/>
                  <a:pt x="14854" y="5822"/>
                </a:cubicBezTo>
                <a:lnTo>
                  <a:pt x="17186" y="74071"/>
                </a:lnTo>
                <a:cubicBezTo>
                  <a:pt x="17325" y="77273"/>
                  <a:pt x="17325" y="87323"/>
                  <a:pt x="17325" y="88779"/>
                </a:cubicBezTo>
                <a:lnTo>
                  <a:pt x="20821" y="88779"/>
                </a:lnTo>
                <a:cubicBezTo>
                  <a:pt x="20821" y="87323"/>
                  <a:pt x="21404" y="77273"/>
                  <a:pt x="21847" y="74071"/>
                </a:cubicBezTo>
                <a:lnTo>
                  <a:pt x="25344" y="46427"/>
                </a:lnTo>
                <a:cubicBezTo>
                  <a:pt x="25635" y="44389"/>
                  <a:pt x="27092" y="43073"/>
                  <a:pt x="28992" y="43073"/>
                </a:cubicBezTo>
                <a:lnTo>
                  <a:pt x="43852" y="43073"/>
                </a:lnTo>
                <a:cubicBezTo>
                  <a:pt x="45752" y="43073"/>
                  <a:pt x="47209" y="44389"/>
                  <a:pt x="47501" y="46427"/>
                </a:cubicBezTo>
                <a:lnTo>
                  <a:pt x="50997" y="74071"/>
                </a:lnTo>
                <a:cubicBezTo>
                  <a:pt x="51440" y="77273"/>
                  <a:pt x="52023" y="87323"/>
                  <a:pt x="52023" y="88779"/>
                </a:cubicBezTo>
                <a:lnTo>
                  <a:pt x="55520" y="88779"/>
                </a:lnTo>
                <a:cubicBezTo>
                  <a:pt x="55520" y="87323"/>
                  <a:pt x="55520" y="77273"/>
                  <a:pt x="55659" y="74071"/>
                </a:cubicBezTo>
                <a:lnTo>
                  <a:pt x="57990" y="5822"/>
                </a:lnTo>
                <a:cubicBezTo>
                  <a:pt x="58142" y="3050"/>
                  <a:pt x="60030" y="1595"/>
                  <a:pt x="62500" y="1595"/>
                </a:cubicBezTo>
                <a:lnTo>
                  <a:pt x="68327" y="1595"/>
                </a:lnTo>
                <a:cubicBezTo>
                  <a:pt x="70797" y="1595"/>
                  <a:pt x="72977" y="3493"/>
                  <a:pt x="72837" y="5962"/>
                </a:cubicBezTo>
                <a:lnTo>
                  <a:pt x="71228" y="51085"/>
                </a:lnTo>
                <a:lnTo>
                  <a:pt x="66427" y="101284"/>
                </a:lnTo>
                <a:cubicBezTo>
                  <a:pt x="66136" y="103765"/>
                  <a:pt x="64248" y="105221"/>
                  <a:pt x="62069" y="105221"/>
                </a:cubicBezTo>
                <a:lnTo>
                  <a:pt x="45752" y="105221"/>
                </a:lnTo>
                <a:cubicBezTo>
                  <a:pt x="43852" y="105221"/>
                  <a:pt x="41965" y="103765"/>
                  <a:pt x="41813" y="101867"/>
                </a:cubicBezTo>
                <a:lnTo>
                  <a:pt x="38899" y="71160"/>
                </a:lnTo>
                <a:cubicBezTo>
                  <a:pt x="38468" y="66793"/>
                  <a:pt x="38177" y="59376"/>
                  <a:pt x="38177" y="57920"/>
                </a:cubicBezTo>
                <a:lnTo>
                  <a:pt x="34668" y="57920"/>
                </a:lnTo>
                <a:cubicBezTo>
                  <a:pt x="34668" y="59376"/>
                  <a:pt x="34376" y="66793"/>
                  <a:pt x="33946" y="71160"/>
                </a:cubicBezTo>
                <a:lnTo>
                  <a:pt x="31032" y="101867"/>
                </a:lnTo>
                <a:cubicBezTo>
                  <a:pt x="30880" y="103765"/>
                  <a:pt x="28992" y="105221"/>
                  <a:pt x="27092" y="105221"/>
                </a:cubicBezTo>
                <a:lnTo>
                  <a:pt x="10775" y="105221"/>
                </a:lnTo>
                <a:cubicBezTo>
                  <a:pt x="8597" y="105221"/>
                  <a:pt x="6709" y="103765"/>
                  <a:pt x="6417" y="101284"/>
                </a:cubicBezTo>
                <a:lnTo>
                  <a:pt x="1616" y="51085"/>
                </a:lnTo>
                <a:lnTo>
                  <a:pt x="7" y="5962"/>
                </a:lnTo>
                <a:cubicBezTo>
                  <a:pt x="-132" y="3493"/>
                  <a:pt x="2047" y="1595"/>
                  <a:pt x="4517" y="1595"/>
                </a:cubicBezTo>
                <a:close/>
                <a:moveTo>
                  <a:pt x="675250" y="0"/>
                </a:moveTo>
                <a:lnTo>
                  <a:pt x="681078" y="0"/>
                </a:lnTo>
                <a:cubicBezTo>
                  <a:pt x="695938" y="0"/>
                  <a:pt x="704818" y="12214"/>
                  <a:pt x="704818" y="25176"/>
                </a:cubicBezTo>
                <a:lnTo>
                  <a:pt x="704818" y="34200"/>
                </a:lnTo>
                <a:cubicBezTo>
                  <a:pt x="704818" y="36681"/>
                  <a:pt x="702918" y="38567"/>
                  <a:pt x="700448" y="38567"/>
                </a:cubicBezTo>
                <a:lnTo>
                  <a:pt x="694342" y="38567"/>
                </a:lnTo>
                <a:cubicBezTo>
                  <a:pt x="691859" y="38567"/>
                  <a:pt x="689971" y="36681"/>
                  <a:pt x="689971" y="34200"/>
                </a:cubicBezTo>
                <a:lnTo>
                  <a:pt x="689971" y="25176"/>
                </a:lnTo>
                <a:cubicBezTo>
                  <a:pt x="689971" y="18619"/>
                  <a:pt x="686031" y="14822"/>
                  <a:pt x="680939" y="14822"/>
                </a:cubicBezTo>
                <a:lnTo>
                  <a:pt x="675390" y="14822"/>
                </a:lnTo>
                <a:cubicBezTo>
                  <a:pt x="670436" y="14822"/>
                  <a:pt x="666357" y="18619"/>
                  <a:pt x="666357" y="25176"/>
                </a:cubicBezTo>
                <a:lnTo>
                  <a:pt x="666357" y="37111"/>
                </a:lnTo>
                <a:lnTo>
                  <a:pt x="679773" y="37111"/>
                </a:lnTo>
                <a:cubicBezTo>
                  <a:pt x="682104" y="37111"/>
                  <a:pt x="684144" y="39010"/>
                  <a:pt x="684144" y="41478"/>
                </a:cubicBezTo>
                <a:lnTo>
                  <a:pt x="684144" y="47579"/>
                </a:lnTo>
                <a:cubicBezTo>
                  <a:pt x="684144" y="50060"/>
                  <a:pt x="682104" y="51946"/>
                  <a:pt x="679773" y="51946"/>
                </a:cubicBezTo>
                <a:lnTo>
                  <a:pt x="666357" y="51946"/>
                </a:lnTo>
                <a:lnTo>
                  <a:pt x="666357" y="90386"/>
                </a:lnTo>
                <a:lnTo>
                  <a:pt x="688666" y="90386"/>
                </a:lnTo>
                <a:cubicBezTo>
                  <a:pt x="691136" y="90386"/>
                  <a:pt x="693024" y="92285"/>
                  <a:pt x="693024" y="94753"/>
                </a:cubicBezTo>
                <a:lnTo>
                  <a:pt x="693024" y="100854"/>
                </a:lnTo>
                <a:cubicBezTo>
                  <a:pt x="693024" y="103335"/>
                  <a:pt x="691136" y="105221"/>
                  <a:pt x="688666" y="105221"/>
                </a:cubicBezTo>
                <a:lnTo>
                  <a:pt x="642338" y="105221"/>
                </a:lnTo>
                <a:cubicBezTo>
                  <a:pt x="639855" y="105221"/>
                  <a:pt x="638107" y="103335"/>
                  <a:pt x="638107" y="100854"/>
                </a:cubicBezTo>
                <a:lnTo>
                  <a:pt x="638107" y="94753"/>
                </a:lnTo>
                <a:cubicBezTo>
                  <a:pt x="638107" y="92285"/>
                  <a:pt x="639855" y="90386"/>
                  <a:pt x="642338" y="90386"/>
                </a:cubicBezTo>
                <a:lnTo>
                  <a:pt x="651510" y="90386"/>
                </a:lnTo>
                <a:lnTo>
                  <a:pt x="651510" y="51946"/>
                </a:lnTo>
                <a:lnTo>
                  <a:pt x="643935" y="51946"/>
                </a:lnTo>
                <a:cubicBezTo>
                  <a:pt x="641464" y="51946"/>
                  <a:pt x="639564" y="50060"/>
                  <a:pt x="639564" y="47579"/>
                </a:cubicBezTo>
                <a:lnTo>
                  <a:pt x="639564" y="41478"/>
                </a:lnTo>
                <a:cubicBezTo>
                  <a:pt x="639564" y="39010"/>
                  <a:pt x="641464" y="37111"/>
                  <a:pt x="643935" y="37111"/>
                </a:cubicBezTo>
                <a:lnTo>
                  <a:pt x="651510" y="37111"/>
                </a:lnTo>
                <a:lnTo>
                  <a:pt x="651510" y="25176"/>
                </a:lnTo>
                <a:cubicBezTo>
                  <a:pt x="651510" y="12214"/>
                  <a:pt x="660391" y="0"/>
                  <a:pt x="67525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0546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Bild)">
    <p:bg>
      <p:bgPr>
        <a:solidFill>
          <a:schemeClr val="bg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68611D9B-CC85-7A84-A6AC-08BE9D88A5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5753100" cy="68580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6" name="Textplatzhalter 15">
            <a:extLst>
              <a:ext uri="{FF2B5EF4-FFF2-40B4-BE49-F238E27FC236}">
                <a16:creationId xmlns:a16="http://schemas.microsoft.com/office/drawing/2014/main" id="{C3E8BA4F-ACC0-627E-2B2C-4DBEBF86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16125" y="381233"/>
            <a:ext cx="720725" cy="663322"/>
          </a:xfrm>
          <a:custGeom>
            <a:avLst/>
            <a:gdLst>
              <a:gd name="connsiteX0" fmla="*/ 236069 w 721064"/>
              <a:gd name="connsiteY0" fmla="*/ 664 h 662921"/>
              <a:gd name="connsiteX1" fmla="*/ 252517 w 721064"/>
              <a:gd name="connsiteY1" fmla="*/ 1755 h 662921"/>
              <a:gd name="connsiteX2" fmla="*/ 708905 w 721064"/>
              <a:gd name="connsiteY2" fmla="*/ 173574 h 662921"/>
              <a:gd name="connsiteX3" fmla="*/ 721064 w 721064"/>
              <a:gd name="connsiteY3" fmla="*/ 191161 h 662921"/>
              <a:gd name="connsiteX4" fmla="*/ 721064 w 721064"/>
              <a:gd name="connsiteY4" fmla="*/ 533787 h 662921"/>
              <a:gd name="connsiteX5" fmla="*/ 709448 w 721064"/>
              <a:gd name="connsiteY5" fmla="*/ 552628 h 662921"/>
              <a:gd name="connsiteX6" fmla="*/ 492323 w 721064"/>
              <a:gd name="connsiteY6" fmla="*/ 661621 h 662921"/>
              <a:gd name="connsiteX7" fmla="*/ 480707 w 721064"/>
              <a:gd name="connsiteY7" fmla="*/ 654440 h 662921"/>
              <a:gd name="connsiteX8" fmla="*/ 480707 w 721064"/>
              <a:gd name="connsiteY8" fmla="*/ 469319 h 662921"/>
              <a:gd name="connsiteX9" fmla="*/ 469090 w 721064"/>
              <a:gd name="connsiteY9" fmla="*/ 462139 h 662921"/>
              <a:gd name="connsiteX10" fmla="*/ 251965 w 721064"/>
              <a:gd name="connsiteY10" fmla="*/ 571132 h 662921"/>
              <a:gd name="connsiteX11" fmla="*/ 240358 w 721064"/>
              <a:gd name="connsiteY11" fmla="*/ 563953 h 662921"/>
              <a:gd name="connsiteX12" fmla="*/ 240358 w 721064"/>
              <a:gd name="connsiteY12" fmla="*/ 378833 h 662921"/>
              <a:gd name="connsiteX13" fmla="*/ 228741 w 721064"/>
              <a:gd name="connsiteY13" fmla="*/ 371652 h 662921"/>
              <a:gd name="connsiteX14" fmla="*/ 11616 w 721064"/>
              <a:gd name="connsiteY14" fmla="*/ 480642 h 662921"/>
              <a:gd name="connsiteX15" fmla="*/ 0 w 721064"/>
              <a:gd name="connsiteY15" fmla="*/ 473463 h 662921"/>
              <a:gd name="connsiteX16" fmla="*/ 0 w 721064"/>
              <a:gd name="connsiteY16" fmla="*/ 130836 h 662921"/>
              <a:gd name="connsiteX17" fmla="*/ 11616 w 721064"/>
              <a:gd name="connsiteY17" fmla="*/ 111995 h 662921"/>
              <a:gd name="connsiteX18" fmla="*/ 228741 w 721064"/>
              <a:gd name="connsiteY18" fmla="*/ 3007 h 662921"/>
              <a:gd name="connsiteX19" fmla="*/ 236069 w 721064"/>
              <a:gd name="connsiteY19" fmla="*/ 664 h 66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21064" h="662921">
                <a:moveTo>
                  <a:pt x="236069" y="664"/>
                </a:moveTo>
                <a:cubicBezTo>
                  <a:pt x="240493" y="-221"/>
                  <a:pt x="246437" y="-534"/>
                  <a:pt x="252517" y="1755"/>
                </a:cubicBezTo>
                <a:lnTo>
                  <a:pt x="708905" y="173574"/>
                </a:lnTo>
                <a:cubicBezTo>
                  <a:pt x="708905" y="173574"/>
                  <a:pt x="721064" y="178152"/>
                  <a:pt x="721064" y="191161"/>
                </a:cubicBezTo>
                <a:lnTo>
                  <a:pt x="721064" y="533787"/>
                </a:lnTo>
                <a:cubicBezTo>
                  <a:pt x="721064" y="533787"/>
                  <a:pt x="721064" y="546799"/>
                  <a:pt x="709448" y="552628"/>
                </a:cubicBezTo>
                <a:lnTo>
                  <a:pt x="492323" y="661621"/>
                </a:lnTo>
                <a:cubicBezTo>
                  <a:pt x="492323" y="661621"/>
                  <a:pt x="480707" y="667447"/>
                  <a:pt x="480707" y="654440"/>
                </a:cubicBezTo>
                <a:lnTo>
                  <a:pt x="480707" y="469319"/>
                </a:lnTo>
                <a:cubicBezTo>
                  <a:pt x="480707" y="469319"/>
                  <a:pt x="480707" y="456310"/>
                  <a:pt x="469090" y="462139"/>
                </a:cubicBezTo>
                <a:lnTo>
                  <a:pt x="251965" y="571132"/>
                </a:lnTo>
                <a:cubicBezTo>
                  <a:pt x="251965" y="571132"/>
                  <a:pt x="240358" y="576959"/>
                  <a:pt x="240358" y="563953"/>
                </a:cubicBezTo>
                <a:lnTo>
                  <a:pt x="240358" y="378833"/>
                </a:lnTo>
                <a:cubicBezTo>
                  <a:pt x="240358" y="378833"/>
                  <a:pt x="240358" y="365820"/>
                  <a:pt x="228741" y="371652"/>
                </a:cubicBezTo>
                <a:lnTo>
                  <a:pt x="11616" y="480642"/>
                </a:lnTo>
                <a:cubicBezTo>
                  <a:pt x="11616" y="480642"/>
                  <a:pt x="0" y="486473"/>
                  <a:pt x="0" y="473463"/>
                </a:cubicBezTo>
                <a:lnTo>
                  <a:pt x="0" y="130836"/>
                </a:lnTo>
                <a:cubicBezTo>
                  <a:pt x="0" y="130836"/>
                  <a:pt x="0" y="117826"/>
                  <a:pt x="11616" y="111995"/>
                </a:cubicBezTo>
                <a:lnTo>
                  <a:pt x="228741" y="3007"/>
                </a:lnTo>
                <a:cubicBezTo>
                  <a:pt x="228741" y="3007"/>
                  <a:pt x="231645" y="1550"/>
                  <a:pt x="236069" y="664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7" name="Textplatzhalter 16">
            <a:extLst>
              <a:ext uri="{FF2B5EF4-FFF2-40B4-BE49-F238E27FC236}">
                <a16:creationId xmlns:a16="http://schemas.microsoft.com/office/drawing/2014/main" id="{A4D08608-EE45-E519-66A8-9D9952CFB7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188863"/>
            <a:ext cx="1200149" cy="317843"/>
          </a:xfrm>
          <a:custGeom>
            <a:avLst/>
            <a:gdLst>
              <a:gd name="connsiteX0" fmla="*/ 1096541 w 1200327"/>
              <a:gd name="connsiteY0" fmla="*/ 226738 h 317604"/>
              <a:gd name="connsiteX1" fmla="*/ 1086296 w 1200327"/>
              <a:gd name="connsiteY1" fmla="*/ 237131 h 317604"/>
              <a:gd name="connsiteX2" fmla="*/ 1086296 w 1200327"/>
              <a:gd name="connsiteY2" fmla="*/ 243131 h 317604"/>
              <a:gd name="connsiteX3" fmla="*/ 1110159 w 1200327"/>
              <a:gd name="connsiteY3" fmla="*/ 243131 h 317604"/>
              <a:gd name="connsiteX4" fmla="*/ 1110159 w 1200327"/>
              <a:gd name="connsiteY4" fmla="*/ 237131 h 317604"/>
              <a:gd name="connsiteX5" fmla="*/ 1099762 w 1200327"/>
              <a:gd name="connsiteY5" fmla="*/ 226738 h 317604"/>
              <a:gd name="connsiteX6" fmla="*/ 868078 w 1200327"/>
              <a:gd name="connsiteY6" fmla="*/ 226738 h 317604"/>
              <a:gd name="connsiteX7" fmla="*/ 857833 w 1200327"/>
              <a:gd name="connsiteY7" fmla="*/ 237131 h 317604"/>
              <a:gd name="connsiteX8" fmla="*/ 857833 w 1200327"/>
              <a:gd name="connsiteY8" fmla="*/ 243131 h 317604"/>
              <a:gd name="connsiteX9" fmla="*/ 881696 w 1200327"/>
              <a:gd name="connsiteY9" fmla="*/ 243131 h 317604"/>
              <a:gd name="connsiteX10" fmla="*/ 881696 w 1200327"/>
              <a:gd name="connsiteY10" fmla="*/ 237131 h 317604"/>
              <a:gd name="connsiteX11" fmla="*/ 871301 w 1200327"/>
              <a:gd name="connsiteY11" fmla="*/ 226738 h 317604"/>
              <a:gd name="connsiteX12" fmla="*/ 495250 w 1200327"/>
              <a:gd name="connsiteY12" fmla="*/ 226738 h 317604"/>
              <a:gd name="connsiteX13" fmla="*/ 484855 w 1200327"/>
              <a:gd name="connsiteY13" fmla="*/ 237131 h 317604"/>
              <a:gd name="connsiteX14" fmla="*/ 484855 w 1200327"/>
              <a:gd name="connsiteY14" fmla="*/ 264055 h 317604"/>
              <a:gd name="connsiteX15" fmla="*/ 495250 w 1200327"/>
              <a:gd name="connsiteY15" fmla="*/ 274446 h 317604"/>
              <a:gd name="connsiteX16" fmla="*/ 498177 w 1200327"/>
              <a:gd name="connsiteY16" fmla="*/ 274446 h 317604"/>
              <a:gd name="connsiteX17" fmla="*/ 508570 w 1200327"/>
              <a:gd name="connsiteY17" fmla="*/ 264055 h 317604"/>
              <a:gd name="connsiteX18" fmla="*/ 508570 w 1200327"/>
              <a:gd name="connsiteY18" fmla="*/ 237131 h 317604"/>
              <a:gd name="connsiteX19" fmla="*/ 498177 w 1200327"/>
              <a:gd name="connsiteY19" fmla="*/ 226738 h 317604"/>
              <a:gd name="connsiteX20" fmla="*/ 419497 w 1200327"/>
              <a:gd name="connsiteY20" fmla="*/ 226738 h 317604"/>
              <a:gd name="connsiteX21" fmla="*/ 409251 w 1200327"/>
              <a:gd name="connsiteY21" fmla="*/ 237131 h 317604"/>
              <a:gd name="connsiteX22" fmla="*/ 409251 w 1200327"/>
              <a:gd name="connsiteY22" fmla="*/ 243131 h 317604"/>
              <a:gd name="connsiteX23" fmla="*/ 433110 w 1200327"/>
              <a:gd name="connsiteY23" fmla="*/ 243131 h 317604"/>
              <a:gd name="connsiteX24" fmla="*/ 433110 w 1200327"/>
              <a:gd name="connsiteY24" fmla="*/ 237131 h 317604"/>
              <a:gd name="connsiteX25" fmla="*/ 422717 w 1200327"/>
              <a:gd name="connsiteY25" fmla="*/ 226738 h 317604"/>
              <a:gd name="connsiteX26" fmla="*/ 183722 w 1200327"/>
              <a:gd name="connsiteY26" fmla="*/ 226738 h 317604"/>
              <a:gd name="connsiteX27" fmla="*/ 173329 w 1200327"/>
              <a:gd name="connsiteY27" fmla="*/ 237131 h 317604"/>
              <a:gd name="connsiteX28" fmla="*/ 173329 w 1200327"/>
              <a:gd name="connsiteY28" fmla="*/ 264055 h 317604"/>
              <a:gd name="connsiteX29" fmla="*/ 183722 w 1200327"/>
              <a:gd name="connsiteY29" fmla="*/ 274446 h 317604"/>
              <a:gd name="connsiteX30" fmla="*/ 186649 w 1200327"/>
              <a:gd name="connsiteY30" fmla="*/ 274446 h 317604"/>
              <a:gd name="connsiteX31" fmla="*/ 197042 w 1200327"/>
              <a:gd name="connsiteY31" fmla="*/ 264055 h 317604"/>
              <a:gd name="connsiteX32" fmla="*/ 197042 w 1200327"/>
              <a:gd name="connsiteY32" fmla="*/ 237131 h 317604"/>
              <a:gd name="connsiteX33" fmla="*/ 186649 w 1200327"/>
              <a:gd name="connsiteY33" fmla="*/ 226738 h 317604"/>
              <a:gd name="connsiteX34" fmla="*/ 106902 w 1200327"/>
              <a:gd name="connsiteY34" fmla="*/ 226738 h 317604"/>
              <a:gd name="connsiteX35" fmla="*/ 96509 w 1200327"/>
              <a:gd name="connsiteY35" fmla="*/ 237131 h 317604"/>
              <a:gd name="connsiteX36" fmla="*/ 96509 w 1200327"/>
              <a:gd name="connsiteY36" fmla="*/ 264055 h 317604"/>
              <a:gd name="connsiteX37" fmla="*/ 106902 w 1200327"/>
              <a:gd name="connsiteY37" fmla="*/ 274446 h 317604"/>
              <a:gd name="connsiteX38" fmla="*/ 109829 w 1200327"/>
              <a:gd name="connsiteY38" fmla="*/ 274446 h 317604"/>
              <a:gd name="connsiteX39" fmla="*/ 120222 w 1200327"/>
              <a:gd name="connsiteY39" fmla="*/ 264055 h 317604"/>
              <a:gd name="connsiteX40" fmla="*/ 120222 w 1200327"/>
              <a:gd name="connsiteY40" fmla="*/ 237131 h 317604"/>
              <a:gd name="connsiteX41" fmla="*/ 109829 w 1200327"/>
              <a:gd name="connsiteY41" fmla="*/ 226738 h 317604"/>
              <a:gd name="connsiteX42" fmla="*/ 773079 w 1200327"/>
              <a:gd name="connsiteY42" fmla="*/ 213136 h 317604"/>
              <a:gd name="connsiteX43" fmla="*/ 800012 w 1200327"/>
              <a:gd name="connsiteY43" fmla="*/ 213136 h 317604"/>
              <a:gd name="connsiteX44" fmla="*/ 804404 w 1200327"/>
              <a:gd name="connsiteY44" fmla="*/ 217526 h 317604"/>
              <a:gd name="connsiteX45" fmla="*/ 804404 w 1200327"/>
              <a:gd name="connsiteY45" fmla="*/ 272834 h 317604"/>
              <a:gd name="connsiteX46" fmla="*/ 820798 w 1200327"/>
              <a:gd name="connsiteY46" fmla="*/ 272834 h 317604"/>
              <a:gd name="connsiteX47" fmla="*/ 825190 w 1200327"/>
              <a:gd name="connsiteY47" fmla="*/ 277366 h 317604"/>
              <a:gd name="connsiteX48" fmla="*/ 825190 w 1200327"/>
              <a:gd name="connsiteY48" fmla="*/ 283369 h 317604"/>
              <a:gd name="connsiteX49" fmla="*/ 820798 w 1200327"/>
              <a:gd name="connsiteY49" fmla="*/ 287757 h 317604"/>
              <a:gd name="connsiteX50" fmla="*/ 766931 w 1200327"/>
              <a:gd name="connsiteY50" fmla="*/ 287757 h 317604"/>
              <a:gd name="connsiteX51" fmla="*/ 762539 w 1200327"/>
              <a:gd name="connsiteY51" fmla="*/ 283369 h 317604"/>
              <a:gd name="connsiteX52" fmla="*/ 762539 w 1200327"/>
              <a:gd name="connsiteY52" fmla="*/ 277227 h 317604"/>
              <a:gd name="connsiteX53" fmla="*/ 766931 w 1200327"/>
              <a:gd name="connsiteY53" fmla="*/ 272834 h 317604"/>
              <a:gd name="connsiteX54" fmla="*/ 789473 w 1200327"/>
              <a:gd name="connsiteY54" fmla="*/ 272834 h 317604"/>
              <a:gd name="connsiteX55" fmla="*/ 789473 w 1200327"/>
              <a:gd name="connsiteY55" fmla="*/ 228059 h 317604"/>
              <a:gd name="connsiteX56" fmla="*/ 772932 w 1200327"/>
              <a:gd name="connsiteY56" fmla="*/ 228059 h 317604"/>
              <a:gd name="connsiteX57" fmla="*/ 768541 w 1200327"/>
              <a:gd name="connsiteY57" fmla="*/ 223668 h 317604"/>
              <a:gd name="connsiteX58" fmla="*/ 768541 w 1200327"/>
              <a:gd name="connsiteY58" fmla="*/ 217526 h 317604"/>
              <a:gd name="connsiteX59" fmla="*/ 773079 w 1200327"/>
              <a:gd name="connsiteY59" fmla="*/ 213136 h 317604"/>
              <a:gd name="connsiteX60" fmla="*/ 323545 w 1200327"/>
              <a:gd name="connsiteY60" fmla="*/ 213136 h 317604"/>
              <a:gd name="connsiteX61" fmla="*/ 350478 w 1200327"/>
              <a:gd name="connsiteY61" fmla="*/ 213136 h 317604"/>
              <a:gd name="connsiteX62" fmla="*/ 354870 w 1200327"/>
              <a:gd name="connsiteY62" fmla="*/ 217526 h 317604"/>
              <a:gd name="connsiteX63" fmla="*/ 354870 w 1200327"/>
              <a:gd name="connsiteY63" fmla="*/ 272834 h 317604"/>
              <a:gd name="connsiteX64" fmla="*/ 371266 w 1200327"/>
              <a:gd name="connsiteY64" fmla="*/ 272834 h 317604"/>
              <a:gd name="connsiteX65" fmla="*/ 375656 w 1200327"/>
              <a:gd name="connsiteY65" fmla="*/ 277366 h 317604"/>
              <a:gd name="connsiteX66" fmla="*/ 375656 w 1200327"/>
              <a:gd name="connsiteY66" fmla="*/ 283369 h 317604"/>
              <a:gd name="connsiteX67" fmla="*/ 371266 w 1200327"/>
              <a:gd name="connsiteY67" fmla="*/ 287757 h 317604"/>
              <a:gd name="connsiteX68" fmla="*/ 317397 w 1200327"/>
              <a:gd name="connsiteY68" fmla="*/ 287757 h 317604"/>
              <a:gd name="connsiteX69" fmla="*/ 313005 w 1200327"/>
              <a:gd name="connsiteY69" fmla="*/ 283369 h 317604"/>
              <a:gd name="connsiteX70" fmla="*/ 313005 w 1200327"/>
              <a:gd name="connsiteY70" fmla="*/ 277227 h 317604"/>
              <a:gd name="connsiteX71" fmla="*/ 317397 w 1200327"/>
              <a:gd name="connsiteY71" fmla="*/ 272834 h 317604"/>
              <a:gd name="connsiteX72" fmla="*/ 339939 w 1200327"/>
              <a:gd name="connsiteY72" fmla="*/ 272834 h 317604"/>
              <a:gd name="connsiteX73" fmla="*/ 339939 w 1200327"/>
              <a:gd name="connsiteY73" fmla="*/ 228059 h 317604"/>
              <a:gd name="connsiteX74" fmla="*/ 323398 w 1200327"/>
              <a:gd name="connsiteY74" fmla="*/ 228059 h 317604"/>
              <a:gd name="connsiteX75" fmla="*/ 319007 w 1200327"/>
              <a:gd name="connsiteY75" fmla="*/ 223668 h 317604"/>
              <a:gd name="connsiteX76" fmla="*/ 319007 w 1200327"/>
              <a:gd name="connsiteY76" fmla="*/ 217526 h 317604"/>
              <a:gd name="connsiteX77" fmla="*/ 323545 w 1200327"/>
              <a:gd name="connsiteY77" fmla="*/ 213136 h 317604"/>
              <a:gd name="connsiteX78" fmla="*/ 1171931 w 1200327"/>
              <a:gd name="connsiteY78" fmla="*/ 211817 h 317604"/>
              <a:gd name="connsiteX79" fmla="*/ 1173542 w 1200327"/>
              <a:gd name="connsiteY79" fmla="*/ 211817 h 317604"/>
              <a:gd name="connsiteX80" fmla="*/ 1198716 w 1200327"/>
              <a:gd name="connsiteY80" fmla="*/ 235811 h 317604"/>
              <a:gd name="connsiteX81" fmla="*/ 1194324 w 1200327"/>
              <a:gd name="connsiteY81" fmla="*/ 240201 h 317604"/>
              <a:gd name="connsiteX82" fmla="*/ 1188180 w 1200327"/>
              <a:gd name="connsiteY82" fmla="*/ 240201 h 317604"/>
              <a:gd name="connsiteX83" fmla="*/ 1183787 w 1200327"/>
              <a:gd name="connsiteY83" fmla="*/ 235811 h 317604"/>
              <a:gd name="connsiteX84" fmla="*/ 1173542 w 1200327"/>
              <a:gd name="connsiteY84" fmla="*/ 226738 h 317604"/>
              <a:gd name="connsiteX85" fmla="*/ 1171931 w 1200327"/>
              <a:gd name="connsiteY85" fmla="*/ 226738 h 317604"/>
              <a:gd name="connsiteX86" fmla="*/ 1161536 w 1200327"/>
              <a:gd name="connsiteY86" fmla="*/ 235079 h 317604"/>
              <a:gd name="connsiteX87" fmla="*/ 1200327 w 1200327"/>
              <a:gd name="connsiteY87" fmla="*/ 265374 h 317604"/>
              <a:gd name="connsiteX88" fmla="*/ 1174855 w 1200327"/>
              <a:gd name="connsiteY88" fmla="*/ 289369 h 317604"/>
              <a:gd name="connsiteX89" fmla="*/ 1170321 w 1200327"/>
              <a:gd name="connsiteY89" fmla="*/ 289369 h 317604"/>
              <a:gd name="connsiteX90" fmla="*/ 1145139 w 1200327"/>
              <a:gd name="connsiteY90" fmla="*/ 265374 h 317604"/>
              <a:gd name="connsiteX91" fmla="*/ 1145139 w 1200327"/>
              <a:gd name="connsiteY91" fmla="*/ 263764 h 317604"/>
              <a:gd name="connsiteX92" fmla="*/ 1149531 w 1200327"/>
              <a:gd name="connsiteY92" fmla="*/ 259373 h 317604"/>
              <a:gd name="connsiteX93" fmla="*/ 1155683 w 1200327"/>
              <a:gd name="connsiteY93" fmla="*/ 259373 h 317604"/>
              <a:gd name="connsiteX94" fmla="*/ 1160075 w 1200327"/>
              <a:gd name="connsiteY94" fmla="*/ 263764 h 317604"/>
              <a:gd name="connsiteX95" fmla="*/ 1160075 w 1200327"/>
              <a:gd name="connsiteY95" fmla="*/ 265374 h 317604"/>
              <a:gd name="connsiteX96" fmla="*/ 1170321 w 1200327"/>
              <a:gd name="connsiteY96" fmla="*/ 274446 h 317604"/>
              <a:gd name="connsiteX97" fmla="*/ 1174853 w 1200327"/>
              <a:gd name="connsiteY97" fmla="*/ 274446 h 317604"/>
              <a:gd name="connsiteX98" fmla="*/ 1185400 w 1200327"/>
              <a:gd name="connsiteY98" fmla="*/ 265374 h 317604"/>
              <a:gd name="connsiteX99" fmla="*/ 1146607 w 1200327"/>
              <a:gd name="connsiteY99" fmla="*/ 235079 h 317604"/>
              <a:gd name="connsiteX100" fmla="*/ 1171931 w 1200327"/>
              <a:gd name="connsiteY100" fmla="*/ 211817 h 317604"/>
              <a:gd name="connsiteX101" fmla="*/ 1096541 w 1200327"/>
              <a:gd name="connsiteY101" fmla="*/ 211817 h 317604"/>
              <a:gd name="connsiteX102" fmla="*/ 1099762 w 1200327"/>
              <a:gd name="connsiteY102" fmla="*/ 211817 h 317604"/>
              <a:gd name="connsiteX103" fmla="*/ 1124937 w 1200327"/>
              <a:gd name="connsiteY103" fmla="*/ 237131 h 317604"/>
              <a:gd name="connsiteX104" fmla="*/ 1124937 w 1200327"/>
              <a:gd name="connsiteY104" fmla="*/ 253662 h 317604"/>
              <a:gd name="connsiteX105" fmla="*/ 1120554 w 1200327"/>
              <a:gd name="connsiteY105" fmla="*/ 258055 h 317604"/>
              <a:gd name="connsiteX106" fmla="*/ 1086296 w 1200327"/>
              <a:gd name="connsiteY106" fmla="*/ 258055 h 317604"/>
              <a:gd name="connsiteX107" fmla="*/ 1086296 w 1200327"/>
              <a:gd name="connsiteY107" fmla="*/ 264055 h 317604"/>
              <a:gd name="connsiteX108" fmla="*/ 1096541 w 1200327"/>
              <a:gd name="connsiteY108" fmla="*/ 274446 h 317604"/>
              <a:gd name="connsiteX109" fmla="*/ 1099762 w 1200327"/>
              <a:gd name="connsiteY109" fmla="*/ 274446 h 317604"/>
              <a:gd name="connsiteX110" fmla="*/ 1109718 w 1200327"/>
              <a:gd name="connsiteY110" fmla="*/ 266685 h 317604"/>
              <a:gd name="connsiteX111" fmla="*/ 1115131 w 1200327"/>
              <a:gd name="connsiteY111" fmla="*/ 263615 h 317604"/>
              <a:gd name="connsiteX112" fmla="*/ 1120985 w 1200327"/>
              <a:gd name="connsiteY112" fmla="*/ 264933 h 317604"/>
              <a:gd name="connsiteX113" fmla="*/ 1124207 w 1200327"/>
              <a:gd name="connsiteY113" fmla="*/ 270495 h 317604"/>
              <a:gd name="connsiteX114" fmla="*/ 1099762 w 1200327"/>
              <a:gd name="connsiteY114" fmla="*/ 289369 h 317604"/>
              <a:gd name="connsiteX115" fmla="*/ 1096541 w 1200327"/>
              <a:gd name="connsiteY115" fmla="*/ 289369 h 317604"/>
              <a:gd name="connsiteX116" fmla="*/ 1071367 w 1200327"/>
              <a:gd name="connsiteY116" fmla="*/ 264055 h 317604"/>
              <a:gd name="connsiteX117" fmla="*/ 1071367 w 1200327"/>
              <a:gd name="connsiteY117" fmla="*/ 237131 h 317604"/>
              <a:gd name="connsiteX118" fmla="*/ 1096541 w 1200327"/>
              <a:gd name="connsiteY118" fmla="*/ 211817 h 317604"/>
              <a:gd name="connsiteX119" fmla="*/ 1022181 w 1200327"/>
              <a:gd name="connsiteY119" fmla="*/ 211817 h 317604"/>
              <a:gd name="connsiteX120" fmla="*/ 1025402 w 1200327"/>
              <a:gd name="connsiteY120" fmla="*/ 211817 h 317604"/>
              <a:gd name="connsiteX121" fmla="*/ 1050577 w 1200327"/>
              <a:gd name="connsiteY121" fmla="*/ 237131 h 317604"/>
              <a:gd name="connsiteX122" fmla="*/ 1046192 w 1200327"/>
              <a:gd name="connsiteY122" fmla="*/ 241522 h 317604"/>
              <a:gd name="connsiteX123" fmla="*/ 1040040 w 1200327"/>
              <a:gd name="connsiteY123" fmla="*/ 241522 h 317604"/>
              <a:gd name="connsiteX124" fmla="*/ 1035647 w 1200327"/>
              <a:gd name="connsiteY124" fmla="*/ 237131 h 317604"/>
              <a:gd name="connsiteX125" fmla="*/ 1025402 w 1200327"/>
              <a:gd name="connsiteY125" fmla="*/ 226738 h 317604"/>
              <a:gd name="connsiteX126" fmla="*/ 1022181 w 1200327"/>
              <a:gd name="connsiteY126" fmla="*/ 226738 h 317604"/>
              <a:gd name="connsiteX127" fmla="*/ 1011935 w 1200327"/>
              <a:gd name="connsiteY127" fmla="*/ 237131 h 317604"/>
              <a:gd name="connsiteX128" fmla="*/ 1011935 w 1200327"/>
              <a:gd name="connsiteY128" fmla="*/ 264055 h 317604"/>
              <a:gd name="connsiteX129" fmla="*/ 1022181 w 1200327"/>
              <a:gd name="connsiteY129" fmla="*/ 274446 h 317604"/>
              <a:gd name="connsiteX130" fmla="*/ 1025402 w 1200327"/>
              <a:gd name="connsiteY130" fmla="*/ 274446 h 317604"/>
              <a:gd name="connsiteX131" fmla="*/ 1035647 w 1200327"/>
              <a:gd name="connsiteY131" fmla="*/ 264055 h 317604"/>
              <a:gd name="connsiteX132" fmla="*/ 1040040 w 1200327"/>
              <a:gd name="connsiteY132" fmla="*/ 259515 h 317604"/>
              <a:gd name="connsiteX133" fmla="*/ 1046192 w 1200327"/>
              <a:gd name="connsiteY133" fmla="*/ 259515 h 317604"/>
              <a:gd name="connsiteX134" fmla="*/ 1050577 w 1200327"/>
              <a:gd name="connsiteY134" fmla="*/ 264055 h 317604"/>
              <a:gd name="connsiteX135" fmla="*/ 1025402 w 1200327"/>
              <a:gd name="connsiteY135" fmla="*/ 289369 h 317604"/>
              <a:gd name="connsiteX136" fmla="*/ 1022181 w 1200327"/>
              <a:gd name="connsiteY136" fmla="*/ 289369 h 317604"/>
              <a:gd name="connsiteX137" fmla="*/ 997006 w 1200327"/>
              <a:gd name="connsiteY137" fmla="*/ 264055 h 317604"/>
              <a:gd name="connsiteX138" fmla="*/ 997006 w 1200327"/>
              <a:gd name="connsiteY138" fmla="*/ 237131 h 317604"/>
              <a:gd name="connsiteX139" fmla="*/ 1022181 w 1200327"/>
              <a:gd name="connsiteY139" fmla="*/ 211817 h 317604"/>
              <a:gd name="connsiteX140" fmla="*/ 945186 w 1200327"/>
              <a:gd name="connsiteY140" fmla="*/ 211817 h 317604"/>
              <a:gd name="connsiteX141" fmla="*/ 948110 w 1200327"/>
              <a:gd name="connsiteY141" fmla="*/ 211817 h 317604"/>
              <a:gd name="connsiteX142" fmla="*/ 973434 w 1200327"/>
              <a:gd name="connsiteY142" fmla="*/ 237131 h 317604"/>
              <a:gd name="connsiteX143" fmla="*/ 973434 w 1200327"/>
              <a:gd name="connsiteY143" fmla="*/ 283369 h 317604"/>
              <a:gd name="connsiteX144" fmla="*/ 969049 w 1200327"/>
              <a:gd name="connsiteY144" fmla="*/ 287757 h 317604"/>
              <a:gd name="connsiteX145" fmla="*/ 962898 w 1200327"/>
              <a:gd name="connsiteY145" fmla="*/ 287757 h 317604"/>
              <a:gd name="connsiteX146" fmla="*/ 958505 w 1200327"/>
              <a:gd name="connsiteY146" fmla="*/ 283369 h 317604"/>
              <a:gd name="connsiteX147" fmla="*/ 958505 w 1200327"/>
              <a:gd name="connsiteY147" fmla="*/ 237131 h 317604"/>
              <a:gd name="connsiteX148" fmla="*/ 948110 w 1200327"/>
              <a:gd name="connsiteY148" fmla="*/ 226738 h 317604"/>
              <a:gd name="connsiteX149" fmla="*/ 945186 w 1200327"/>
              <a:gd name="connsiteY149" fmla="*/ 226738 h 317604"/>
              <a:gd name="connsiteX150" fmla="*/ 934642 w 1200327"/>
              <a:gd name="connsiteY150" fmla="*/ 237131 h 317604"/>
              <a:gd name="connsiteX151" fmla="*/ 934642 w 1200327"/>
              <a:gd name="connsiteY151" fmla="*/ 283369 h 317604"/>
              <a:gd name="connsiteX152" fmla="*/ 930259 w 1200327"/>
              <a:gd name="connsiteY152" fmla="*/ 287757 h 317604"/>
              <a:gd name="connsiteX153" fmla="*/ 924107 w 1200327"/>
              <a:gd name="connsiteY153" fmla="*/ 287757 h 317604"/>
              <a:gd name="connsiteX154" fmla="*/ 919715 w 1200327"/>
              <a:gd name="connsiteY154" fmla="*/ 283369 h 317604"/>
              <a:gd name="connsiteX155" fmla="*/ 919715 w 1200327"/>
              <a:gd name="connsiteY155" fmla="*/ 217526 h 317604"/>
              <a:gd name="connsiteX156" fmla="*/ 924257 w 1200327"/>
              <a:gd name="connsiteY156" fmla="*/ 213136 h 317604"/>
              <a:gd name="connsiteX157" fmla="*/ 930259 w 1200327"/>
              <a:gd name="connsiteY157" fmla="*/ 213136 h 317604"/>
              <a:gd name="connsiteX158" fmla="*/ 933472 w 1200327"/>
              <a:gd name="connsiteY158" fmla="*/ 214596 h 317604"/>
              <a:gd name="connsiteX159" fmla="*/ 945186 w 1200327"/>
              <a:gd name="connsiteY159" fmla="*/ 211817 h 317604"/>
              <a:gd name="connsiteX160" fmla="*/ 868078 w 1200327"/>
              <a:gd name="connsiteY160" fmla="*/ 211817 h 317604"/>
              <a:gd name="connsiteX161" fmla="*/ 871301 w 1200327"/>
              <a:gd name="connsiteY161" fmla="*/ 211817 h 317604"/>
              <a:gd name="connsiteX162" fmla="*/ 896474 w 1200327"/>
              <a:gd name="connsiteY162" fmla="*/ 237131 h 317604"/>
              <a:gd name="connsiteX163" fmla="*/ 896474 w 1200327"/>
              <a:gd name="connsiteY163" fmla="*/ 253662 h 317604"/>
              <a:gd name="connsiteX164" fmla="*/ 892091 w 1200327"/>
              <a:gd name="connsiteY164" fmla="*/ 258055 h 317604"/>
              <a:gd name="connsiteX165" fmla="*/ 857833 w 1200327"/>
              <a:gd name="connsiteY165" fmla="*/ 258055 h 317604"/>
              <a:gd name="connsiteX166" fmla="*/ 857833 w 1200327"/>
              <a:gd name="connsiteY166" fmla="*/ 264055 h 317604"/>
              <a:gd name="connsiteX167" fmla="*/ 868078 w 1200327"/>
              <a:gd name="connsiteY167" fmla="*/ 274446 h 317604"/>
              <a:gd name="connsiteX168" fmla="*/ 871301 w 1200327"/>
              <a:gd name="connsiteY168" fmla="*/ 274446 h 317604"/>
              <a:gd name="connsiteX169" fmla="*/ 881255 w 1200327"/>
              <a:gd name="connsiteY169" fmla="*/ 266685 h 317604"/>
              <a:gd name="connsiteX170" fmla="*/ 886668 w 1200327"/>
              <a:gd name="connsiteY170" fmla="*/ 263615 h 317604"/>
              <a:gd name="connsiteX171" fmla="*/ 892522 w 1200327"/>
              <a:gd name="connsiteY171" fmla="*/ 264933 h 317604"/>
              <a:gd name="connsiteX172" fmla="*/ 895744 w 1200327"/>
              <a:gd name="connsiteY172" fmla="*/ 270495 h 317604"/>
              <a:gd name="connsiteX173" fmla="*/ 871301 w 1200327"/>
              <a:gd name="connsiteY173" fmla="*/ 289369 h 317604"/>
              <a:gd name="connsiteX174" fmla="*/ 868078 w 1200327"/>
              <a:gd name="connsiteY174" fmla="*/ 289369 h 317604"/>
              <a:gd name="connsiteX175" fmla="*/ 842903 w 1200327"/>
              <a:gd name="connsiteY175" fmla="*/ 264055 h 317604"/>
              <a:gd name="connsiteX176" fmla="*/ 842903 w 1200327"/>
              <a:gd name="connsiteY176" fmla="*/ 237131 h 317604"/>
              <a:gd name="connsiteX177" fmla="*/ 868078 w 1200327"/>
              <a:gd name="connsiteY177" fmla="*/ 211817 h 317604"/>
              <a:gd name="connsiteX178" fmla="*/ 715699 w 1200327"/>
              <a:gd name="connsiteY178" fmla="*/ 211817 h 317604"/>
              <a:gd name="connsiteX179" fmla="*/ 718918 w 1200327"/>
              <a:gd name="connsiteY179" fmla="*/ 211817 h 317604"/>
              <a:gd name="connsiteX180" fmla="*/ 744096 w 1200327"/>
              <a:gd name="connsiteY180" fmla="*/ 237131 h 317604"/>
              <a:gd name="connsiteX181" fmla="*/ 739704 w 1200327"/>
              <a:gd name="connsiteY181" fmla="*/ 241522 h 317604"/>
              <a:gd name="connsiteX182" fmla="*/ 733556 w 1200327"/>
              <a:gd name="connsiteY182" fmla="*/ 241522 h 317604"/>
              <a:gd name="connsiteX183" fmla="*/ 729165 w 1200327"/>
              <a:gd name="connsiteY183" fmla="*/ 237131 h 317604"/>
              <a:gd name="connsiteX184" fmla="*/ 718918 w 1200327"/>
              <a:gd name="connsiteY184" fmla="*/ 226738 h 317604"/>
              <a:gd name="connsiteX185" fmla="*/ 715699 w 1200327"/>
              <a:gd name="connsiteY185" fmla="*/ 226738 h 317604"/>
              <a:gd name="connsiteX186" fmla="*/ 705451 w 1200327"/>
              <a:gd name="connsiteY186" fmla="*/ 237131 h 317604"/>
              <a:gd name="connsiteX187" fmla="*/ 705451 w 1200327"/>
              <a:gd name="connsiteY187" fmla="*/ 264055 h 317604"/>
              <a:gd name="connsiteX188" fmla="*/ 715699 w 1200327"/>
              <a:gd name="connsiteY188" fmla="*/ 274446 h 317604"/>
              <a:gd name="connsiteX189" fmla="*/ 718918 w 1200327"/>
              <a:gd name="connsiteY189" fmla="*/ 274446 h 317604"/>
              <a:gd name="connsiteX190" fmla="*/ 729165 w 1200327"/>
              <a:gd name="connsiteY190" fmla="*/ 264055 h 317604"/>
              <a:gd name="connsiteX191" fmla="*/ 733556 w 1200327"/>
              <a:gd name="connsiteY191" fmla="*/ 259515 h 317604"/>
              <a:gd name="connsiteX192" fmla="*/ 739704 w 1200327"/>
              <a:gd name="connsiteY192" fmla="*/ 259515 h 317604"/>
              <a:gd name="connsiteX193" fmla="*/ 744096 w 1200327"/>
              <a:gd name="connsiteY193" fmla="*/ 264055 h 317604"/>
              <a:gd name="connsiteX194" fmla="*/ 718918 w 1200327"/>
              <a:gd name="connsiteY194" fmla="*/ 289369 h 317604"/>
              <a:gd name="connsiteX195" fmla="*/ 715699 w 1200327"/>
              <a:gd name="connsiteY195" fmla="*/ 289369 h 317604"/>
              <a:gd name="connsiteX196" fmla="*/ 690520 w 1200327"/>
              <a:gd name="connsiteY196" fmla="*/ 264055 h 317604"/>
              <a:gd name="connsiteX197" fmla="*/ 690520 w 1200327"/>
              <a:gd name="connsiteY197" fmla="*/ 237131 h 317604"/>
              <a:gd name="connsiteX198" fmla="*/ 715699 w 1200327"/>
              <a:gd name="connsiteY198" fmla="*/ 211817 h 317604"/>
              <a:gd name="connsiteX199" fmla="*/ 419497 w 1200327"/>
              <a:gd name="connsiteY199" fmla="*/ 211817 h 317604"/>
              <a:gd name="connsiteX200" fmla="*/ 422717 w 1200327"/>
              <a:gd name="connsiteY200" fmla="*/ 211817 h 317604"/>
              <a:gd name="connsiteX201" fmla="*/ 447896 w 1200327"/>
              <a:gd name="connsiteY201" fmla="*/ 237131 h 317604"/>
              <a:gd name="connsiteX202" fmla="*/ 447896 w 1200327"/>
              <a:gd name="connsiteY202" fmla="*/ 253662 h 317604"/>
              <a:gd name="connsiteX203" fmla="*/ 443503 w 1200327"/>
              <a:gd name="connsiteY203" fmla="*/ 258055 h 317604"/>
              <a:gd name="connsiteX204" fmla="*/ 409251 w 1200327"/>
              <a:gd name="connsiteY204" fmla="*/ 258055 h 317604"/>
              <a:gd name="connsiteX205" fmla="*/ 409251 w 1200327"/>
              <a:gd name="connsiteY205" fmla="*/ 264055 h 317604"/>
              <a:gd name="connsiteX206" fmla="*/ 419497 w 1200327"/>
              <a:gd name="connsiteY206" fmla="*/ 274446 h 317604"/>
              <a:gd name="connsiteX207" fmla="*/ 422717 w 1200327"/>
              <a:gd name="connsiteY207" fmla="*/ 274446 h 317604"/>
              <a:gd name="connsiteX208" fmla="*/ 432670 w 1200327"/>
              <a:gd name="connsiteY208" fmla="*/ 266685 h 317604"/>
              <a:gd name="connsiteX209" fmla="*/ 438087 w 1200327"/>
              <a:gd name="connsiteY209" fmla="*/ 263615 h 317604"/>
              <a:gd name="connsiteX210" fmla="*/ 443942 w 1200327"/>
              <a:gd name="connsiteY210" fmla="*/ 264933 h 317604"/>
              <a:gd name="connsiteX211" fmla="*/ 447162 w 1200327"/>
              <a:gd name="connsiteY211" fmla="*/ 270495 h 317604"/>
              <a:gd name="connsiteX212" fmla="*/ 422717 w 1200327"/>
              <a:gd name="connsiteY212" fmla="*/ 289369 h 317604"/>
              <a:gd name="connsiteX213" fmla="*/ 419497 w 1200327"/>
              <a:gd name="connsiteY213" fmla="*/ 289369 h 317604"/>
              <a:gd name="connsiteX214" fmla="*/ 394320 w 1200327"/>
              <a:gd name="connsiteY214" fmla="*/ 264055 h 317604"/>
              <a:gd name="connsiteX215" fmla="*/ 394320 w 1200327"/>
              <a:gd name="connsiteY215" fmla="*/ 237131 h 317604"/>
              <a:gd name="connsiteX216" fmla="*/ 419497 w 1200327"/>
              <a:gd name="connsiteY216" fmla="*/ 211817 h 317604"/>
              <a:gd name="connsiteX217" fmla="*/ 183722 w 1200327"/>
              <a:gd name="connsiteY217" fmla="*/ 211817 h 317604"/>
              <a:gd name="connsiteX218" fmla="*/ 186649 w 1200327"/>
              <a:gd name="connsiteY218" fmla="*/ 211817 h 317604"/>
              <a:gd name="connsiteX219" fmla="*/ 211973 w 1200327"/>
              <a:gd name="connsiteY219" fmla="*/ 237131 h 317604"/>
              <a:gd name="connsiteX220" fmla="*/ 211973 w 1200327"/>
              <a:gd name="connsiteY220" fmla="*/ 264055 h 317604"/>
              <a:gd name="connsiteX221" fmla="*/ 186649 w 1200327"/>
              <a:gd name="connsiteY221" fmla="*/ 289369 h 317604"/>
              <a:gd name="connsiteX222" fmla="*/ 183722 w 1200327"/>
              <a:gd name="connsiteY222" fmla="*/ 289369 h 317604"/>
              <a:gd name="connsiteX223" fmla="*/ 173329 w 1200327"/>
              <a:gd name="connsiteY223" fmla="*/ 287028 h 317604"/>
              <a:gd name="connsiteX224" fmla="*/ 173329 w 1200327"/>
              <a:gd name="connsiteY224" fmla="*/ 313221 h 317604"/>
              <a:gd name="connsiteX225" fmla="*/ 168792 w 1200327"/>
              <a:gd name="connsiteY225" fmla="*/ 317604 h 317604"/>
              <a:gd name="connsiteX226" fmla="*/ 162789 w 1200327"/>
              <a:gd name="connsiteY226" fmla="*/ 317604 h 317604"/>
              <a:gd name="connsiteX227" fmla="*/ 158398 w 1200327"/>
              <a:gd name="connsiteY227" fmla="*/ 313221 h 317604"/>
              <a:gd name="connsiteX228" fmla="*/ 158398 w 1200327"/>
              <a:gd name="connsiteY228" fmla="*/ 217526 h 317604"/>
              <a:gd name="connsiteX229" fmla="*/ 162789 w 1200327"/>
              <a:gd name="connsiteY229" fmla="*/ 213136 h 317604"/>
              <a:gd name="connsiteX230" fmla="*/ 168792 w 1200327"/>
              <a:gd name="connsiteY230" fmla="*/ 213136 h 317604"/>
              <a:gd name="connsiteX231" fmla="*/ 172011 w 1200327"/>
              <a:gd name="connsiteY231" fmla="*/ 214596 h 317604"/>
              <a:gd name="connsiteX232" fmla="*/ 183722 w 1200327"/>
              <a:gd name="connsiteY232" fmla="*/ 211817 h 317604"/>
              <a:gd name="connsiteX233" fmla="*/ 106902 w 1200327"/>
              <a:gd name="connsiteY233" fmla="*/ 211817 h 317604"/>
              <a:gd name="connsiteX234" fmla="*/ 109829 w 1200327"/>
              <a:gd name="connsiteY234" fmla="*/ 211817 h 317604"/>
              <a:gd name="connsiteX235" fmla="*/ 135153 w 1200327"/>
              <a:gd name="connsiteY235" fmla="*/ 237131 h 317604"/>
              <a:gd name="connsiteX236" fmla="*/ 135153 w 1200327"/>
              <a:gd name="connsiteY236" fmla="*/ 264055 h 317604"/>
              <a:gd name="connsiteX237" fmla="*/ 109829 w 1200327"/>
              <a:gd name="connsiteY237" fmla="*/ 289369 h 317604"/>
              <a:gd name="connsiteX238" fmla="*/ 106902 w 1200327"/>
              <a:gd name="connsiteY238" fmla="*/ 289369 h 317604"/>
              <a:gd name="connsiteX239" fmla="*/ 96509 w 1200327"/>
              <a:gd name="connsiteY239" fmla="*/ 287028 h 317604"/>
              <a:gd name="connsiteX240" fmla="*/ 96509 w 1200327"/>
              <a:gd name="connsiteY240" fmla="*/ 313221 h 317604"/>
              <a:gd name="connsiteX241" fmla="*/ 91971 w 1200327"/>
              <a:gd name="connsiteY241" fmla="*/ 317604 h 317604"/>
              <a:gd name="connsiteX242" fmla="*/ 85969 w 1200327"/>
              <a:gd name="connsiteY242" fmla="*/ 317604 h 317604"/>
              <a:gd name="connsiteX243" fmla="*/ 81578 w 1200327"/>
              <a:gd name="connsiteY243" fmla="*/ 313221 h 317604"/>
              <a:gd name="connsiteX244" fmla="*/ 81578 w 1200327"/>
              <a:gd name="connsiteY244" fmla="*/ 217526 h 317604"/>
              <a:gd name="connsiteX245" fmla="*/ 85969 w 1200327"/>
              <a:gd name="connsiteY245" fmla="*/ 213136 h 317604"/>
              <a:gd name="connsiteX246" fmla="*/ 91971 w 1200327"/>
              <a:gd name="connsiteY246" fmla="*/ 213136 h 317604"/>
              <a:gd name="connsiteX247" fmla="*/ 95191 w 1200327"/>
              <a:gd name="connsiteY247" fmla="*/ 214596 h 317604"/>
              <a:gd name="connsiteX248" fmla="*/ 106902 w 1200327"/>
              <a:gd name="connsiteY248" fmla="*/ 211817 h 317604"/>
              <a:gd name="connsiteX249" fmla="*/ 28105 w 1200327"/>
              <a:gd name="connsiteY249" fmla="*/ 198504 h 317604"/>
              <a:gd name="connsiteX250" fmla="*/ 17273 w 1200327"/>
              <a:gd name="connsiteY250" fmla="*/ 240201 h 317604"/>
              <a:gd name="connsiteX251" fmla="*/ 42450 w 1200327"/>
              <a:gd name="connsiteY251" fmla="*/ 240201 h 317604"/>
              <a:gd name="connsiteX252" fmla="*/ 31618 w 1200327"/>
              <a:gd name="connsiteY252" fmla="*/ 198504 h 317604"/>
              <a:gd name="connsiteX253" fmla="*/ 789473 w 1200327"/>
              <a:gd name="connsiteY253" fmla="*/ 183573 h 317604"/>
              <a:gd name="connsiteX254" fmla="*/ 801331 w 1200327"/>
              <a:gd name="connsiteY254" fmla="*/ 183573 h 317604"/>
              <a:gd name="connsiteX255" fmla="*/ 805722 w 1200327"/>
              <a:gd name="connsiteY255" fmla="*/ 187963 h 317604"/>
              <a:gd name="connsiteX256" fmla="*/ 805722 w 1200327"/>
              <a:gd name="connsiteY256" fmla="*/ 199964 h 317604"/>
              <a:gd name="connsiteX257" fmla="*/ 801331 w 1200327"/>
              <a:gd name="connsiteY257" fmla="*/ 204355 h 317604"/>
              <a:gd name="connsiteX258" fmla="*/ 789473 w 1200327"/>
              <a:gd name="connsiteY258" fmla="*/ 204355 h 317604"/>
              <a:gd name="connsiteX259" fmla="*/ 784935 w 1200327"/>
              <a:gd name="connsiteY259" fmla="*/ 199964 h 317604"/>
              <a:gd name="connsiteX260" fmla="*/ 784935 w 1200327"/>
              <a:gd name="connsiteY260" fmla="*/ 187963 h 317604"/>
              <a:gd name="connsiteX261" fmla="*/ 789473 w 1200327"/>
              <a:gd name="connsiteY261" fmla="*/ 183573 h 317604"/>
              <a:gd name="connsiteX262" fmla="*/ 512961 w 1200327"/>
              <a:gd name="connsiteY262" fmla="*/ 183573 h 317604"/>
              <a:gd name="connsiteX263" fmla="*/ 519109 w 1200327"/>
              <a:gd name="connsiteY263" fmla="*/ 183573 h 317604"/>
              <a:gd name="connsiteX264" fmla="*/ 523501 w 1200327"/>
              <a:gd name="connsiteY264" fmla="*/ 187963 h 317604"/>
              <a:gd name="connsiteX265" fmla="*/ 523501 w 1200327"/>
              <a:gd name="connsiteY265" fmla="*/ 283369 h 317604"/>
              <a:gd name="connsiteX266" fmla="*/ 519109 w 1200327"/>
              <a:gd name="connsiteY266" fmla="*/ 287757 h 317604"/>
              <a:gd name="connsiteX267" fmla="*/ 513106 w 1200327"/>
              <a:gd name="connsiteY267" fmla="*/ 287757 h 317604"/>
              <a:gd name="connsiteX268" fmla="*/ 509888 w 1200327"/>
              <a:gd name="connsiteY268" fmla="*/ 286297 h 317604"/>
              <a:gd name="connsiteX269" fmla="*/ 498177 w 1200327"/>
              <a:gd name="connsiteY269" fmla="*/ 289369 h 317604"/>
              <a:gd name="connsiteX270" fmla="*/ 495250 w 1200327"/>
              <a:gd name="connsiteY270" fmla="*/ 289369 h 317604"/>
              <a:gd name="connsiteX271" fmla="*/ 469925 w 1200327"/>
              <a:gd name="connsiteY271" fmla="*/ 264055 h 317604"/>
              <a:gd name="connsiteX272" fmla="*/ 469925 w 1200327"/>
              <a:gd name="connsiteY272" fmla="*/ 237131 h 317604"/>
              <a:gd name="connsiteX273" fmla="*/ 495250 w 1200327"/>
              <a:gd name="connsiteY273" fmla="*/ 211817 h 317604"/>
              <a:gd name="connsiteX274" fmla="*/ 498177 w 1200327"/>
              <a:gd name="connsiteY274" fmla="*/ 211817 h 317604"/>
              <a:gd name="connsiteX275" fmla="*/ 508570 w 1200327"/>
              <a:gd name="connsiteY275" fmla="*/ 214009 h 317604"/>
              <a:gd name="connsiteX276" fmla="*/ 508570 w 1200327"/>
              <a:gd name="connsiteY276" fmla="*/ 187963 h 317604"/>
              <a:gd name="connsiteX277" fmla="*/ 512961 w 1200327"/>
              <a:gd name="connsiteY277" fmla="*/ 183573 h 317604"/>
              <a:gd name="connsiteX278" fmla="*/ 339939 w 1200327"/>
              <a:gd name="connsiteY278" fmla="*/ 183573 h 317604"/>
              <a:gd name="connsiteX279" fmla="*/ 351797 w 1200327"/>
              <a:gd name="connsiteY279" fmla="*/ 183573 h 317604"/>
              <a:gd name="connsiteX280" fmla="*/ 356187 w 1200327"/>
              <a:gd name="connsiteY280" fmla="*/ 187963 h 317604"/>
              <a:gd name="connsiteX281" fmla="*/ 356187 w 1200327"/>
              <a:gd name="connsiteY281" fmla="*/ 199964 h 317604"/>
              <a:gd name="connsiteX282" fmla="*/ 351797 w 1200327"/>
              <a:gd name="connsiteY282" fmla="*/ 204355 h 317604"/>
              <a:gd name="connsiteX283" fmla="*/ 339939 w 1200327"/>
              <a:gd name="connsiteY283" fmla="*/ 204355 h 317604"/>
              <a:gd name="connsiteX284" fmla="*/ 335401 w 1200327"/>
              <a:gd name="connsiteY284" fmla="*/ 199964 h 317604"/>
              <a:gd name="connsiteX285" fmla="*/ 335401 w 1200327"/>
              <a:gd name="connsiteY285" fmla="*/ 187963 h 317604"/>
              <a:gd name="connsiteX286" fmla="*/ 339939 w 1200327"/>
              <a:gd name="connsiteY286" fmla="*/ 183573 h 317604"/>
              <a:gd name="connsiteX287" fmla="*/ 241177 w 1200327"/>
              <a:gd name="connsiteY287" fmla="*/ 183573 h 317604"/>
              <a:gd name="connsiteX288" fmla="*/ 267964 w 1200327"/>
              <a:gd name="connsiteY288" fmla="*/ 183573 h 317604"/>
              <a:gd name="connsiteX289" fmla="*/ 272502 w 1200327"/>
              <a:gd name="connsiteY289" fmla="*/ 187963 h 317604"/>
              <a:gd name="connsiteX290" fmla="*/ 272502 w 1200327"/>
              <a:gd name="connsiteY290" fmla="*/ 272836 h 317604"/>
              <a:gd name="connsiteX291" fmla="*/ 290506 w 1200327"/>
              <a:gd name="connsiteY291" fmla="*/ 272836 h 317604"/>
              <a:gd name="connsiteX292" fmla="*/ 294898 w 1200327"/>
              <a:gd name="connsiteY292" fmla="*/ 277227 h 317604"/>
              <a:gd name="connsiteX293" fmla="*/ 294898 w 1200327"/>
              <a:gd name="connsiteY293" fmla="*/ 283369 h 317604"/>
              <a:gd name="connsiteX294" fmla="*/ 290506 w 1200327"/>
              <a:gd name="connsiteY294" fmla="*/ 287757 h 317604"/>
              <a:gd name="connsiteX295" fmla="*/ 235174 w 1200327"/>
              <a:gd name="connsiteY295" fmla="*/ 287757 h 317604"/>
              <a:gd name="connsiteX296" fmla="*/ 230784 w 1200327"/>
              <a:gd name="connsiteY296" fmla="*/ 283369 h 317604"/>
              <a:gd name="connsiteX297" fmla="*/ 230784 w 1200327"/>
              <a:gd name="connsiteY297" fmla="*/ 277227 h 317604"/>
              <a:gd name="connsiteX298" fmla="*/ 235174 w 1200327"/>
              <a:gd name="connsiteY298" fmla="*/ 272836 h 317604"/>
              <a:gd name="connsiteX299" fmla="*/ 257571 w 1200327"/>
              <a:gd name="connsiteY299" fmla="*/ 272836 h 317604"/>
              <a:gd name="connsiteX300" fmla="*/ 257571 w 1200327"/>
              <a:gd name="connsiteY300" fmla="*/ 198504 h 317604"/>
              <a:gd name="connsiteX301" fmla="*/ 241177 w 1200327"/>
              <a:gd name="connsiteY301" fmla="*/ 198504 h 317604"/>
              <a:gd name="connsiteX302" fmla="*/ 236785 w 1200327"/>
              <a:gd name="connsiteY302" fmla="*/ 194113 h 317604"/>
              <a:gd name="connsiteX303" fmla="*/ 236785 w 1200327"/>
              <a:gd name="connsiteY303" fmla="*/ 187963 h 317604"/>
              <a:gd name="connsiteX304" fmla="*/ 241177 w 1200327"/>
              <a:gd name="connsiteY304" fmla="*/ 183573 h 317604"/>
              <a:gd name="connsiteX305" fmla="*/ 20200 w 1200327"/>
              <a:gd name="connsiteY305" fmla="*/ 183573 h 317604"/>
              <a:gd name="connsiteX306" fmla="*/ 39523 w 1200327"/>
              <a:gd name="connsiteY306" fmla="*/ 183573 h 317604"/>
              <a:gd name="connsiteX307" fmla="*/ 43914 w 1200327"/>
              <a:gd name="connsiteY307" fmla="*/ 186793 h 317604"/>
              <a:gd name="connsiteX308" fmla="*/ 59577 w 1200327"/>
              <a:gd name="connsiteY308" fmla="*/ 246201 h 317604"/>
              <a:gd name="connsiteX309" fmla="*/ 59723 w 1200327"/>
              <a:gd name="connsiteY309" fmla="*/ 247082 h 317604"/>
              <a:gd name="connsiteX310" fmla="*/ 59723 w 1200327"/>
              <a:gd name="connsiteY310" fmla="*/ 283369 h 317604"/>
              <a:gd name="connsiteX311" fmla="*/ 55332 w 1200327"/>
              <a:gd name="connsiteY311" fmla="*/ 287757 h 317604"/>
              <a:gd name="connsiteX312" fmla="*/ 49184 w 1200327"/>
              <a:gd name="connsiteY312" fmla="*/ 287757 h 317604"/>
              <a:gd name="connsiteX313" fmla="*/ 44792 w 1200327"/>
              <a:gd name="connsiteY313" fmla="*/ 283369 h 317604"/>
              <a:gd name="connsiteX314" fmla="*/ 44792 w 1200327"/>
              <a:gd name="connsiteY314" fmla="*/ 255124 h 317604"/>
              <a:gd name="connsiteX315" fmla="*/ 14931 w 1200327"/>
              <a:gd name="connsiteY315" fmla="*/ 255124 h 317604"/>
              <a:gd name="connsiteX316" fmla="*/ 14931 w 1200327"/>
              <a:gd name="connsiteY316" fmla="*/ 283369 h 317604"/>
              <a:gd name="connsiteX317" fmla="*/ 10686 w 1200327"/>
              <a:gd name="connsiteY317" fmla="*/ 287757 h 317604"/>
              <a:gd name="connsiteX318" fmla="*/ 4391 w 1200327"/>
              <a:gd name="connsiteY318" fmla="*/ 287757 h 317604"/>
              <a:gd name="connsiteX319" fmla="*/ 0 w 1200327"/>
              <a:gd name="connsiteY319" fmla="*/ 283369 h 317604"/>
              <a:gd name="connsiteX320" fmla="*/ 0 w 1200327"/>
              <a:gd name="connsiteY320" fmla="*/ 247082 h 317604"/>
              <a:gd name="connsiteX321" fmla="*/ 146 w 1200327"/>
              <a:gd name="connsiteY321" fmla="*/ 246201 h 317604"/>
              <a:gd name="connsiteX322" fmla="*/ 15809 w 1200327"/>
              <a:gd name="connsiteY322" fmla="*/ 186793 h 317604"/>
              <a:gd name="connsiteX323" fmla="*/ 20200 w 1200327"/>
              <a:gd name="connsiteY323" fmla="*/ 183573 h 317604"/>
              <a:gd name="connsiteX324" fmla="*/ 640606 w 1200327"/>
              <a:gd name="connsiteY324" fmla="*/ 181967 h 317604"/>
              <a:gd name="connsiteX325" fmla="*/ 643824 w 1200327"/>
              <a:gd name="connsiteY325" fmla="*/ 181967 h 317604"/>
              <a:gd name="connsiteX326" fmla="*/ 669148 w 1200327"/>
              <a:gd name="connsiteY326" fmla="*/ 207277 h 317604"/>
              <a:gd name="connsiteX327" fmla="*/ 669148 w 1200327"/>
              <a:gd name="connsiteY327" fmla="*/ 210355 h 317604"/>
              <a:gd name="connsiteX328" fmla="*/ 664758 w 1200327"/>
              <a:gd name="connsiteY328" fmla="*/ 214745 h 317604"/>
              <a:gd name="connsiteX329" fmla="*/ 658610 w 1200327"/>
              <a:gd name="connsiteY329" fmla="*/ 214745 h 317604"/>
              <a:gd name="connsiteX330" fmla="*/ 654219 w 1200327"/>
              <a:gd name="connsiteY330" fmla="*/ 210355 h 317604"/>
              <a:gd name="connsiteX331" fmla="*/ 654219 w 1200327"/>
              <a:gd name="connsiteY331" fmla="*/ 207277 h 317604"/>
              <a:gd name="connsiteX332" fmla="*/ 643824 w 1200327"/>
              <a:gd name="connsiteY332" fmla="*/ 196894 h 317604"/>
              <a:gd name="connsiteX333" fmla="*/ 640606 w 1200327"/>
              <a:gd name="connsiteY333" fmla="*/ 196894 h 317604"/>
              <a:gd name="connsiteX334" fmla="*/ 630211 w 1200327"/>
              <a:gd name="connsiteY334" fmla="*/ 207277 h 317604"/>
              <a:gd name="connsiteX335" fmla="*/ 630211 w 1200327"/>
              <a:gd name="connsiteY335" fmla="*/ 211817 h 317604"/>
              <a:gd name="connsiteX336" fmla="*/ 670466 w 1200327"/>
              <a:gd name="connsiteY336" fmla="*/ 259373 h 317604"/>
              <a:gd name="connsiteX337" fmla="*/ 670466 w 1200327"/>
              <a:gd name="connsiteY337" fmla="*/ 264055 h 317604"/>
              <a:gd name="connsiteX338" fmla="*/ 645142 w 1200327"/>
              <a:gd name="connsiteY338" fmla="*/ 289369 h 317604"/>
              <a:gd name="connsiteX339" fmla="*/ 639286 w 1200327"/>
              <a:gd name="connsiteY339" fmla="*/ 289369 h 317604"/>
              <a:gd name="connsiteX340" fmla="*/ 613964 w 1200327"/>
              <a:gd name="connsiteY340" fmla="*/ 264055 h 317604"/>
              <a:gd name="connsiteX341" fmla="*/ 613964 w 1200327"/>
              <a:gd name="connsiteY341" fmla="*/ 260834 h 317604"/>
              <a:gd name="connsiteX342" fmla="*/ 618355 w 1200327"/>
              <a:gd name="connsiteY342" fmla="*/ 256443 h 317604"/>
              <a:gd name="connsiteX343" fmla="*/ 624503 w 1200327"/>
              <a:gd name="connsiteY343" fmla="*/ 256443 h 317604"/>
              <a:gd name="connsiteX344" fmla="*/ 628895 w 1200327"/>
              <a:gd name="connsiteY344" fmla="*/ 260834 h 317604"/>
              <a:gd name="connsiteX345" fmla="*/ 628895 w 1200327"/>
              <a:gd name="connsiteY345" fmla="*/ 264055 h 317604"/>
              <a:gd name="connsiteX346" fmla="*/ 639286 w 1200327"/>
              <a:gd name="connsiteY346" fmla="*/ 274446 h 317604"/>
              <a:gd name="connsiteX347" fmla="*/ 645142 w 1200327"/>
              <a:gd name="connsiteY347" fmla="*/ 274446 h 317604"/>
              <a:gd name="connsiteX348" fmla="*/ 655535 w 1200327"/>
              <a:gd name="connsiteY348" fmla="*/ 264055 h 317604"/>
              <a:gd name="connsiteX349" fmla="*/ 655535 w 1200327"/>
              <a:gd name="connsiteY349" fmla="*/ 259373 h 317604"/>
              <a:gd name="connsiteX350" fmla="*/ 615281 w 1200327"/>
              <a:gd name="connsiteY350" fmla="*/ 211817 h 317604"/>
              <a:gd name="connsiteX351" fmla="*/ 615281 w 1200327"/>
              <a:gd name="connsiteY351" fmla="*/ 207277 h 317604"/>
              <a:gd name="connsiteX352" fmla="*/ 640606 w 1200327"/>
              <a:gd name="connsiteY352" fmla="*/ 181967 h 317604"/>
              <a:gd name="connsiteX353" fmla="*/ 851539 w 1200327"/>
              <a:gd name="connsiteY353" fmla="*/ 44853 h 317604"/>
              <a:gd name="connsiteX354" fmla="*/ 841293 w 1200327"/>
              <a:gd name="connsiteY354" fmla="*/ 55241 h 317604"/>
              <a:gd name="connsiteX355" fmla="*/ 841293 w 1200327"/>
              <a:gd name="connsiteY355" fmla="*/ 82164 h 317604"/>
              <a:gd name="connsiteX356" fmla="*/ 851539 w 1200327"/>
              <a:gd name="connsiteY356" fmla="*/ 92553 h 317604"/>
              <a:gd name="connsiteX357" fmla="*/ 854759 w 1200327"/>
              <a:gd name="connsiteY357" fmla="*/ 92553 h 317604"/>
              <a:gd name="connsiteX358" fmla="*/ 865007 w 1200327"/>
              <a:gd name="connsiteY358" fmla="*/ 82164 h 317604"/>
              <a:gd name="connsiteX359" fmla="*/ 865007 w 1200327"/>
              <a:gd name="connsiteY359" fmla="*/ 55241 h 317604"/>
              <a:gd name="connsiteX360" fmla="*/ 854759 w 1200327"/>
              <a:gd name="connsiteY360" fmla="*/ 44853 h 317604"/>
              <a:gd name="connsiteX361" fmla="*/ 330236 w 1200327"/>
              <a:gd name="connsiteY361" fmla="*/ 44853 h 317604"/>
              <a:gd name="connsiteX362" fmla="*/ 319990 w 1200327"/>
              <a:gd name="connsiteY362" fmla="*/ 55241 h 317604"/>
              <a:gd name="connsiteX363" fmla="*/ 319990 w 1200327"/>
              <a:gd name="connsiteY363" fmla="*/ 61240 h 317604"/>
              <a:gd name="connsiteX364" fmla="*/ 343849 w 1200327"/>
              <a:gd name="connsiteY364" fmla="*/ 61240 h 317604"/>
              <a:gd name="connsiteX365" fmla="*/ 343849 w 1200327"/>
              <a:gd name="connsiteY365" fmla="*/ 55241 h 317604"/>
              <a:gd name="connsiteX366" fmla="*/ 333456 w 1200327"/>
              <a:gd name="connsiteY366" fmla="*/ 44853 h 317604"/>
              <a:gd name="connsiteX367" fmla="*/ 691692 w 1200327"/>
              <a:gd name="connsiteY367" fmla="*/ 31245 h 317604"/>
              <a:gd name="connsiteX368" fmla="*/ 697840 w 1200327"/>
              <a:gd name="connsiteY368" fmla="*/ 31245 h 317604"/>
              <a:gd name="connsiteX369" fmla="*/ 702233 w 1200327"/>
              <a:gd name="connsiteY369" fmla="*/ 34317 h 317604"/>
              <a:gd name="connsiteX370" fmla="*/ 713650 w 1200327"/>
              <a:gd name="connsiteY370" fmla="*/ 79531 h 317604"/>
              <a:gd name="connsiteX371" fmla="*/ 725506 w 1200327"/>
              <a:gd name="connsiteY371" fmla="*/ 34464 h 317604"/>
              <a:gd name="connsiteX372" fmla="*/ 729751 w 1200327"/>
              <a:gd name="connsiteY372" fmla="*/ 31245 h 317604"/>
              <a:gd name="connsiteX373" fmla="*/ 735754 w 1200327"/>
              <a:gd name="connsiteY373" fmla="*/ 31245 h 317604"/>
              <a:gd name="connsiteX374" fmla="*/ 739999 w 1200327"/>
              <a:gd name="connsiteY374" fmla="*/ 36951 h 317604"/>
              <a:gd name="connsiteX375" fmla="*/ 718774 w 1200327"/>
              <a:gd name="connsiteY375" fmla="*/ 112453 h 317604"/>
              <a:gd name="connsiteX376" fmla="*/ 690813 w 1200327"/>
              <a:gd name="connsiteY376" fmla="*/ 129720 h 317604"/>
              <a:gd name="connsiteX377" fmla="*/ 687740 w 1200327"/>
              <a:gd name="connsiteY377" fmla="*/ 129720 h 317604"/>
              <a:gd name="connsiteX378" fmla="*/ 683350 w 1200327"/>
              <a:gd name="connsiteY378" fmla="*/ 125330 h 317604"/>
              <a:gd name="connsiteX379" fmla="*/ 683350 w 1200327"/>
              <a:gd name="connsiteY379" fmla="*/ 119184 h 317604"/>
              <a:gd name="connsiteX380" fmla="*/ 687740 w 1200327"/>
              <a:gd name="connsiteY380" fmla="*/ 114795 h 317604"/>
              <a:gd name="connsiteX381" fmla="*/ 694329 w 1200327"/>
              <a:gd name="connsiteY381" fmla="*/ 114795 h 317604"/>
              <a:gd name="connsiteX382" fmla="*/ 704281 w 1200327"/>
              <a:gd name="connsiteY382" fmla="*/ 108796 h 317604"/>
              <a:gd name="connsiteX383" fmla="*/ 706771 w 1200327"/>
              <a:gd name="connsiteY383" fmla="*/ 100893 h 317604"/>
              <a:gd name="connsiteX384" fmla="*/ 687447 w 1200327"/>
              <a:gd name="connsiteY384" fmla="*/ 37098 h 317604"/>
              <a:gd name="connsiteX385" fmla="*/ 691692 w 1200327"/>
              <a:gd name="connsiteY385" fmla="*/ 31245 h 317604"/>
              <a:gd name="connsiteX386" fmla="*/ 544405 w 1200327"/>
              <a:gd name="connsiteY386" fmla="*/ 31245 h 317604"/>
              <a:gd name="connsiteX387" fmla="*/ 571339 w 1200327"/>
              <a:gd name="connsiteY387" fmla="*/ 31245 h 317604"/>
              <a:gd name="connsiteX388" fmla="*/ 575729 w 1200327"/>
              <a:gd name="connsiteY388" fmla="*/ 35634 h 317604"/>
              <a:gd name="connsiteX389" fmla="*/ 575729 w 1200327"/>
              <a:gd name="connsiteY389" fmla="*/ 90944 h 317604"/>
              <a:gd name="connsiteX390" fmla="*/ 592125 w 1200327"/>
              <a:gd name="connsiteY390" fmla="*/ 90944 h 317604"/>
              <a:gd name="connsiteX391" fmla="*/ 596516 w 1200327"/>
              <a:gd name="connsiteY391" fmla="*/ 95480 h 317604"/>
              <a:gd name="connsiteX392" fmla="*/ 596516 w 1200327"/>
              <a:gd name="connsiteY392" fmla="*/ 101480 h 317604"/>
              <a:gd name="connsiteX393" fmla="*/ 592125 w 1200327"/>
              <a:gd name="connsiteY393" fmla="*/ 105869 h 317604"/>
              <a:gd name="connsiteX394" fmla="*/ 538256 w 1200327"/>
              <a:gd name="connsiteY394" fmla="*/ 105869 h 317604"/>
              <a:gd name="connsiteX395" fmla="*/ 533866 w 1200327"/>
              <a:gd name="connsiteY395" fmla="*/ 101480 h 317604"/>
              <a:gd name="connsiteX396" fmla="*/ 533866 w 1200327"/>
              <a:gd name="connsiteY396" fmla="*/ 95333 h 317604"/>
              <a:gd name="connsiteX397" fmla="*/ 538256 w 1200327"/>
              <a:gd name="connsiteY397" fmla="*/ 90944 h 317604"/>
              <a:gd name="connsiteX398" fmla="*/ 560800 w 1200327"/>
              <a:gd name="connsiteY398" fmla="*/ 90944 h 317604"/>
              <a:gd name="connsiteX399" fmla="*/ 560800 w 1200327"/>
              <a:gd name="connsiteY399" fmla="*/ 46169 h 317604"/>
              <a:gd name="connsiteX400" fmla="*/ 544259 w 1200327"/>
              <a:gd name="connsiteY400" fmla="*/ 46169 h 317604"/>
              <a:gd name="connsiteX401" fmla="*/ 539867 w 1200327"/>
              <a:gd name="connsiteY401" fmla="*/ 41779 h 317604"/>
              <a:gd name="connsiteX402" fmla="*/ 539867 w 1200327"/>
              <a:gd name="connsiteY402" fmla="*/ 35634 h 317604"/>
              <a:gd name="connsiteX403" fmla="*/ 544405 w 1200327"/>
              <a:gd name="connsiteY403" fmla="*/ 31245 h 317604"/>
              <a:gd name="connsiteX404" fmla="*/ 226832 w 1200327"/>
              <a:gd name="connsiteY404" fmla="*/ 31245 h 317604"/>
              <a:gd name="connsiteX405" fmla="*/ 233273 w 1200327"/>
              <a:gd name="connsiteY405" fmla="*/ 31245 h 317604"/>
              <a:gd name="connsiteX406" fmla="*/ 237518 w 1200327"/>
              <a:gd name="connsiteY406" fmla="*/ 34171 h 317604"/>
              <a:gd name="connsiteX407" fmla="*/ 254793 w 1200327"/>
              <a:gd name="connsiteY407" fmla="*/ 86408 h 317604"/>
              <a:gd name="connsiteX408" fmla="*/ 272063 w 1200327"/>
              <a:gd name="connsiteY408" fmla="*/ 34171 h 317604"/>
              <a:gd name="connsiteX409" fmla="*/ 276310 w 1200327"/>
              <a:gd name="connsiteY409" fmla="*/ 31245 h 317604"/>
              <a:gd name="connsiteX410" fmla="*/ 282749 w 1200327"/>
              <a:gd name="connsiteY410" fmla="*/ 31245 h 317604"/>
              <a:gd name="connsiteX411" fmla="*/ 286994 w 1200327"/>
              <a:gd name="connsiteY411" fmla="*/ 37244 h 317604"/>
              <a:gd name="connsiteX412" fmla="*/ 264012 w 1200327"/>
              <a:gd name="connsiteY412" fmla="*/ 102943 h 317604"/>
              <a:gd name="connsiteX413" fmla="*/ 260060 w 1200327"/>
              <a:gd name="connsiteY413" fmla="*/ 105869 h 317604"/>
              <a:gd name="connsiteX414" fmla="*/ 249521 w 1200327"/>
              <a:gd name="connsiteY414" fmla="*/ 105869 h 317604"/>
              <a:gd name="connsiteX415" fmla="*/ 245569 w 1200327"/>
              <a:gd name="connsiteY415" fmla="*/ 102943 h 317604"/>
              <a:gd name="connsiteX416" fmla="*/ 222587 w 1200327"/>
              <a:gd name="connsiteY416" fmla="*/ 37244 h 317604"/>
              <a:gd name="connsiteX417" fmla="*/ 226832 w 1200327"/>
              <a:gd name="connsiteY417" fmla="*/ 31245 h 317604"/>
              <a:gd name="connsiteX418" fmla="*/ 163288 w 1200327"/>
              <a:gd name="connsiteY418" fmla="*/ 31245 h 317604"/>
              <a:gd name="connsiteX419" fmla="*/ 190223 w 1200327"/>
              <a:gd name="connsiteY419" fmla="*/ 31245 h 317604"/>
              <a:gd name="connsiteX420" fmla="*/ 194615 w 1200327"/>
              <a:gd name="connsiteY420" fmla="*/ 35634 h 317604"/>
              <a:gd name="connsiteX421" fmla="*/ 194615 w 1200327"/>
              <a:gd name="connsiteY421" fmla="*/ 90944 h 317604"/>
              <a:gd name="connsiteX422" fmla="*/ 211009 w 1200327"/>
              <a:gd name="connsiteY422" fmla="*/ 90944 h 317604"/>
              <a:gd name="connsiteX423" fmla="*/ 215399 w 1200327"/>
              <a:gd name="connsiteY423" fmla="*/ 95480 h 317604"/>
              <a:gd name="connsiteX424" fmla="*/ 215399 w 1200327"/>
              <a:gd name="connsiteY424" fmla="*/ 101480 h 317604"/>
              <a:gd name="connsiteX425" fmla="*/ 211009 w 1200327"/>
              <a:gd name="connsiteY425" fmla="*/ 105869 h 317604"/>
              <a:gd name="connsiteX426" fmla="*/ 157141 w 1200327"/>
              <a:gd name="connsiteY426" fmla="*/ 105869 h 317604"/>
              <a:gd name="connsiteX427" fmla="*/ 152749 w 1200327"/>
              <a:gd name="connsiteY427" fmla="*/ 101480 h 317604"/>
              <a:gd name="connsiteX428" fmla="*/ 152749 w 1200327"/>
              <a:gd name="connsiteY428" fmla="*/ 95333 h 317604"/>
              <a:gd name="connsiteX429" fmla="*/ 157141 w 1200327"/>
              <a:gd name="connsiteY429" fmla="*/ 90944 h 317604"/>
              <a:gd name="connsiteX430" fmla="*/ 179683 w 1200327"/>
              <a:gd name="connsiteY430" fmla="*/ 90944 h 317604"/>
              <a:gd name="connsiteX431" fmla="*/ 179683 w 1200327"/>
              <a:gd name="connsiteY431" fmla="*/ 46169 h 317604"/>
              <a:gd name="connsiteX432" fmla="*/ 163142 w 1200327"/>
              <a:gd name="connsiteY432" fmla="*/ 46169 h 317604"/>
              <a:gd name="connsiteX433" fmla="*/ 158751 w 1200327"/>
              <a:gd name="connsiteY433" fmla="*/ 41779 h 317604"/>
              <a:gd name="connsiteX434" fmla="*/ 158751 w 1200327"/>
              <a:gd name="connsiteY434" fmla="*/ 35634 h 317604"/>
              <a:gd name="connsiteX435" fmla="*/ 163288 w 1200327"/>
              <a:gd name="connsiteY435" fmla="*/ 31245 h 317604"/>
              <a:gd name="connsiteX436" fmla="*/ 851539 w 1200327"/>
              <a:gd name="connsiteY436" fmla="*/ 29928 h 317604"/>
              <a:gd name="connsiteX437" fmla="*/ 854759 w 1200327"/>
              <a:gd name="connsiteY437" fmla="*/ 29928 h 317604"/>
              <a:gd name="connsiteX438" fmla="*/ 879934 w 1200327"/>
              <a:gd name="connsiteY438" fmla="*/ 55241 h 317604"/>
              <a:gd name="connsiteX439" fmla="*/ 879934 w 1200327"/>
              <a:gd name="connsiteY439" fmla="*/ 82164 h 317604"/>
              <a:gd name="connsiteX440" fmla="*/ 854759 w 1200327"/>
              <a:gd name="connsiteY440" fmla="*/ 107478 h 317604"/>
              <a:gd name="connsiteX441" fmla="*/ 851539 w 1200327"/>
              <a:gd name="connsiteY441" fmla="*/ 107478 h 317604"/>
              <a:gd name="connsiteX442" fmla="*/ 826362 w 1200327"/>
              <a:gd name="connsiteY442" fmla="*/ 82164 h 317604"/>
              <a:gd name="connsiteX443" fmla="*/ 826362 w 1200327"/>
              <a:gd name="connsiteY443" fmla="*/ 55241 h 317604"/>
              <a:gd name="connsiteX444" fmla="*/ 851539 w 1200327"/>
              <a:gd name="connsiteY444" fmla="*/ 29928 h 317604"/>
              <a:gd name="connsiteX445" fmla="*/ 488635 w 1200327"/>
              <a:gd name="connsiteY445" fmla="*/ 29928 h 317604"/>
              <a:gd name="connsiteX446" fmla="*/ 490245 w 1200327"/>
              <a:gd name="connsiteY446" fmla="*/ 29928 h 317604"/>
              <a:gd name="connsiteX447" fmla="*/ 515421 w 1200327"/>
              <a:gd name="connsiteY447" fmla="*/ 53924 h 317604"/>
              <a:gd name="connsiteX448" fmla="*/ 511031 w 1200327"/>
              <a:gd name="connsiteY448" fmla="*/ 58314 h 317604"/>
              <a:gd name="connsiteX449" fmla="*/ 504883 w 1200327"/>
              <a:gd name="connsiteY449" fmla="*/ 58314 h 317604"/>
              <a:gd name="connsiteX450" fmla="*/ 500491 w 1200327"/>
              <a:gd name="connsiteY450" fmla="*/ 53924 h 317604"/>
              <a:gd name="connsiteX451" fmla="*/ 490245 w 1200327"/>
              <a:gd name="connsiteY451" fmla="*/ 44853 h 317604"/>
              <a:gd name="connsiteX452" fmla="*/ 488635 w 1200327"/>
              <a:gd name="connsiteY452" fmla="*/ 44853 h 317604"/>
              <a:gd name="connsiteX453" fmla="*/ 478240 w 1200327"/>
              <a:gd name="connsiteY453" fmla="*/ 53193 h 317604"/>
              <a:gd name="connsiteX454" fmla="*/ 517032 w 1200327"/>
              <a:gd name="connsiteY454" fmla="*/ 83482 h 317604"/>
              <a:gd name="connsiteX455" fmla="*/ 491562 w 1200327"/>
              <a:gd name="connsiteY455" fmla="*/ 107478 h 317604"/>
              <a:gd name="connsiteX456" fmla="*/ 487022 w 1200327"/>
              <a:gd name="connsiteY456" fmla="*/ 107478 h 317604"/>
              <a:gd name="connsiteX457" fmla="*/ 461846 w 1200327"/>
              <a:gd name="connsiteY457" fmla="*/ 83482 h 317604"/>
              <a:gd name="connsiteX458" fmla="*/ 461846 w 1200327"/>
              <a:gd name="connsiteY458" fmla="*/ 81872 h 317604"/>
              <a:gd name="connsiteX459" fmla="*/ 466238 w 1200327"/>
              <a:gd name="connsiteY459" fmla="*/ 77482 h 317604"/>
              <a:gd name="connsiteX460" fmla="*/ 472384 w 1200327"/>
              <a:gd name="connsiteY460" fmla="*/ 77482 h 317604"/>
              <a:gd name="connsiteX461" fmla="*/ 476777 w 1200327"/>
              <a:gd name="connsiteY461" fmla="*/ 81872 h 317604"/>
              <a:gd name="connsiteX462" fmla="*/ 476777 w 1200327"/>
              <a:gd name="connsiteY462" fmla="*/ 83482 h 317604"/>
              <a:gd name="connsiteX463" fmla="*/ 487022 w 1200327"/>
              <a:gd name="connsiteY463" fmla="*/ 92553 h 317604"/>
              <a:gd name="connsiteX464" fmla="*/ 491562 w 1200327"/>
              <a:gd name="connsiteY464" fmla="*/ 92553 h 317604"/>
              <a:gd name="connsiteX465" fmla="*/ 502101 w 1200327"/>
              <a:gd name="connsiteY465" fmla="*/ 83482 h 317604"/>
              <a:gd name="connsiteX466" fmla="*/ 463310 w 1200327"/>
              <a:gd name="connsiteY466" fmla="*/ 53193 h 317604"/>
              <a:gd name="connsiteX467" fmla="*/ 488635 w 1200327"/>
              <a:gd name="connsiteY467" fmla="*/ 29928 h 317604"/>
              <a:gd name="connsiteX468" fmla="*/ 413248 w 1200327"/>
              <a:gd name="connsiteY468" fmla="*/ 29928 h 317604"/>
              <a:gd name="connsiteX469" fmla="*/ 416176 w 1200327"/>
              <a:gd name="connsiteY469" fmla="*/ 29928 h 317604"/>
              <a:gd name="connsiteX470" fmla="*/ 441500 w 1200327"/>
              <a:gd name="connsiteY470" fmla="*/ 55241 h 317604"/>
              <a:gd name="connsiteX471" fmla="*/ 441500 w 1200327"/>
              <a:gd name="connsiteY471" fmla="*/ 65630 h 317604"/>
              <a:gd name="connsiteX472" fmla="*/ 437108 w 1200327"/>
              <a:gd name="connsiteY472" fmla="*/ 70020 h 317604"/>
              <a:gd name="connsiteX473" fmla="*/ 430959 w 1200327"/>
              <a:gd name="connsiteY473" fmla="*/ 70020 h 317604"/>
              <a:gd name="connsiteX474" fmla="*/ 426569 w 1200327"/>
              <a:gd name="connsiteY474" fmla="*/ 65630 h 317604"/>
              <a:gd name="connsiteX475" fmla="*/ 426569 w 1200327"/>
              <a:gd name="connsiteY475" fmla="*/ 55241 h 317604"/>
              <a:gd name="connsiteX476" fmla="*/ 416176 w 1200327"/>
              <a:gd name="connsiteY476" fmla="*/ 44853 h 317604"/>
              <a:gd name="connsiteX477" fmla="*/ 413248 w 1200327"/>
              <a:gd name="connsiteY477" fmla="*/ 44853 h 317604"/>
              <a:gd name="connsiteX478" fmla="*/ 402710 w 1200327"/>
              <a:gd name="connsiteY478" fmla="*/ 55241 h 317604"/>
              <a:gd name="connsiteX479" fmla="*/ 402710 w 1200327"/>
              <a:gd name="connsiteY479" fmla="*/ 90944 h 317604"/>
              <a:gd name="connsiteX480" fmla="*/ 425106 w 1200327"/>
              <a:gd name="connsiteY480" fmla="*/ 90944 h 317604"/>
              <a:gd name="connsiteX481" fmla="*/ 429496 w 1200327"/>
              <a:gd name="connsiteY481" fmla="*/ 95333 h 317604"/>
              <a:gd name="connsiteX482" fmla="*/ 429496 w 1200327"/>
              <a:gd name="connsiteY482" fmla="*/ 101480 h 317604"/>
              <a:gd name="connsiteX483" fmla="*/ 425106 w 1200327"/>
              <a:gd name="connsiteY483" fmla="*/ 105869 h 317604"/>
              <a:gd name="connsiteX484" fmla="*/ 380166 w 1200327"/>
              <a:gd name="connsiteY484" fmla="*/ 105869 h 317604"/>
              <a:gd name="connsiteX485" fmla="*/ 375773 w 1200327"/>
              <a:gd name="connsiteY485" fmla="*/ 101480 h 317604"/>
              <a:gd name="connsiteX486" fmla="*/ 375773 w 1200327"/>
              <a:gd name="connsiteY486" fmla="*/ 95333 h 317604"/>
              <a:gd name="connsiteX487" fmla="*/ 380166 w 1200327"/>
              <a:gd name="connsiteY487" fmla="*/ 90944 h 317604"/>
              <a:gd name="connsiteX488" fmla="*/ 387777 w 1200327"/>
              <a:gd name="connsiteY488" fmla="*/ 90944 h 317604"/>
              <a:gd name="connsiteX489" fmla="*/ 387777 w 1200327"/>
              <a:gd name="connsiteY489" fmla="*/ 55241 h 317604"/>
              <a:gd name="connsiteX490" fmla="*/ 413248 w 1200327"/>
              <a:gd name="connsiteY490" fmla="*/ 29928 h 317604"/>
              <a:gd name="connsiteX491" fmla="*/ 330236 w 1200327"/>
              <a:gd name="connsiteY491" fmla="*/ 29928 h 317604"/>
              <a:gd name="connsiteX492" fmla="*/ 333456 w 1200327"/>
              <a:gd name="connsiteY492" fmla="*/ 29928 h 317604"/>
              <a:gd name="connsiteX493" fmla="*/ 358633 w 1200327"/>
              <a:gd name="connsiteY493" fmla="*/ 55241 h 317604"/>
              <a:gd name="connsiteX494" fmla="*/ 358633 w 1200327"/>
              <a:gd name="connsiteY494" fmla="*/ 71776 h 317604"/>
              <a:gd name="connsiteX495" fmla="*/ 354242 w 1200327"/>
              <a:gd name="connsiteY495" fmla="*/ 76165 h 317604"/>
              <a:gd name="connsiteX496" fmla="*/ 319990 w 1200327"/>
              <a:gd name="connsiteY496" fmla="*/ 76165 h 317604"/>
              <a:gd name="connsiteX497" fmla="*/ 319990 w 1200327"/>
              <a:gd name="connsiteY497" fmla="*/ 82164 h 317604"/>
              <a:gd name="connsiteX498" fmla="*/ 330236 w 1200327"/>
              <a:gd name="connsiteY498" fmla="*/ 92553 h 317604"/>
              <a:gd name="connsiteX499" fmla="*/ 333456 w 1200327"/>
              <a:gd name="connsiteY499" fmla="*/ 92553 h 317604"/>
              <a:gd name="connsiteX500" fmla="*/ 343411 w 1200327"/>
              <a:gd name="connsiteY500" fmla="*/ 84798 h 317604"/>
              <a:gd name="connsiteX501" fmla="*/ 348826 w 1200327"/>
              <a:gd name="connsiteY501" fmla="*/ 81726 h 317604"/>
              <a:gd name="connsiteX502" fmla="*/ 354681 w 1200327"/>
              <a:gd name="connsiteY502" fmla="*/ 83043 h 317604"/>
              <a:gd name="connsiteX503" fmla="*/ 357901 w 1200327"/>
              <a:gd name="connsiteY503" fmla="*/ 88602 h 317604"/>
              <a:gd name="connsiteX504" fmla="*/ 333456 w 1200327"/>
              <a:gd name="connsiteY504" fmla="*/ 107478 h 317604"/>
              <a:gd name="connsiteX505" fmla="*/ 330236 w 1200327"/>
              <a:gd name="connsiteY505" fmla="*/ 107478 h 317604"/>
              <a:gd name="connsiteX506" fmla="*/ 305059 w 1200327"/>
              <a:gd name="connsiteY506" fmla="*/ 82164 h 317604"/>
              <a:gd name="connsiteX507" fmla="*/ 305059 w 1200327"/>
              <a:gd name="connsiteY507" fmla="*/ 55241 h 317604"/>
              <a:gd name="connsiteX508" fmla="*/ 330236 w 1200327"/>
              <a:gd name="connsiteY508" fmla="*/ 29928 h 317604"/>
              <a:gd name="connsiteX509" fmla="*/ 105908 w 1200327"/>
              <a:gd name="connsiteY509" fmla="*/ 29928 h 317604"/>
              <a:gd name="connsiteX510" fmla="*/ 108835 w 1200327"/>
              <a:gd name="connsiteY510" fmla="*/ 29928 h 317604"/>
              <a:gd name="connsiteX511" fmla="*/ 134159 w 1200327"/>
              <a:gd name="connsiteY511" fmla="*/ 55241 h 317604"/>
              <a:gd name="connsiteX512" fmla="*/ 134159 w 1200327"/>
              <a:gd name="connsiteY512" fmla="*/ 101480 h 317604"/>
              <a:gd name="connsiteX513" fmla="*/ 129768 w 1200327"/>
              <a:gd name="connsiteY513" fmla="*/ 105869 h 317604"/>
              <a:gd name="connsiteX514" fmla="*/ 123620 w 1200327"/>
              <a:gd name="connsiteY514" fmla="*/ 105869 h 317604"/>
              <a:gd name="connsiteX515" fmla="*/ 119228 w 1200327"/>
              <a:gd name="connsiteY515" fmla="*/ 101480 h 317604"/>
              <a:gd name="connsiteX516" fmla="*/ 119228 w 1200327"/>
              <a:gd name="connsiteY516" fmla="*/ 55241 h 317604"/>
              <a:gd name="connsiteX517" fmla="*/ 108835 w 1200327"/>
              <a:gd name="connsiteY517" fmla="*/ 44853 h 317604"/>
              <a:gd name="connsiteX518" fmla="*/ 105908 w 1200327"/>
              <a:gd name="connsiteY518" fmla="*/ 44853 h 317604"/>
              <a:gd name="connsiteX519" fmla="*/ 95368 w 1200327"/>
              <a:gd name="connsiteY519" fmla="*/ 55241 h 317604"/>
              <a:gd name="connsiteX520" fmla="*/ 95368 w 1200327"/>
              <a:gd name="connsiteY520" fmla="*/ 101480 h 317604"/>
              <a:gd name="connsiteX521" fmla="*/ 90977 w 1200327"/>
              <a:gd name="connsiteY521" fmla="*/ 105869 h 317604"/>
              <a:gd name="connsiteX522" fmla="*/ 84829 w 1200327"/>
              <a:gd name="connsiteY522" fmla="*/ 105869 h 317604"/>
              <a:gd name="connsiteX523" fmla="*/ 80437 w 1200327"/>
              <a:gd name="connsiteY523" fmla="*/ 101480 h 317604"/>
              <a:gd name="connsiteX524" fmla="*/ 80437 w 1200327"/>
              <a:gd name="connsiteY524" fmla="*/ 35634 h 317604"/>
              <a:gd name="connsiteX525" fmla="*/ 84975 w 1200327"/>
              <a:gd name="connsiteY525" fmla="*/ 31245 h 317604"/>
              <a:gd name="connsiteX526" fmla="*/ 90977 w 1200327"/>
              <a:gd name="connsiteY526" fmla="*/ 31245 h 317604"/>
              <a:gd name="connsiteX527" fmla="*/ 94197 w 1200327"/>
              <a:gd name="connsiteY527" fmla="*/ 32708 h 317604"/>
              <a:gd name="connsiteX528" fmla="*/ 105908 w 1200327"/>
              <a:gd name="connsiteY528" fmla="*/ 29928 h 317604"/>
              <a:gd name="connsiteX529" fmla="*/ 622411 w 1200327"/>
              <a:gd name="connsiteY529" fmla="*/ 1687 h 317604"/>
              <a:gd name="connsiteX530" fmla="*/ 628704 w 1200327"/>
              <a:gd name="connsiteY530" fmla="*/ 1687 h 317604"/>
              <a:gd name="connsiteX531" fmla="*/ 633097 w 1200327"/>
              <a:gd name="connsiteY531" fmla="*/ 6077 h 317604"/>
              <a:gd name="connsiteX532" fmla="*/ 633097 w 1200327"/>
              <a:gd name="connsiteY532" fmla="*/ 34317 h 317604"/>
              <a:gd name="connsiteX533" fmla="*/ 658275 w 1200327"/>
              <a:gd name="connsiteY533" fmla="*/ 34317 h 317604"/>
              <a:gd name="connsiteX534" fmla="*/ 662811 w 1200327"/>
              <a:gd name="connsiteY534" fmla="*/ 38707 h 317604"/>
              <a:gd name="connsiteX535" fmla="*/ 662811 w 1200327"/>
              <a:gd name="connsiteY535" fmla="*/ 44853 h 317604"/>
              <a:gd name="connsiteX536" fmla="*/ 658275 w 1200327"/>
              <a:gd name="connsiteY536" fmla="*/ 49242 h 317604"/>
              <a:gd name="connsiteX537" fmla="*/ 633097 w 1200327"/>
              <a:gd name="connsiteY537" fmla="*/ 49242 h 317604"/>
              <a:gd name="connsiteX538" fmla="*/ 633097 w 1200327"/>
              <a:gd name="connsiteY538" fmla="*/ 82165 h 317604"/>
              <a:gd name="connsiteX539" fmla="*/ 643490 w 1200327"/>
              <a:gd name="connsiteY539" fmla="*/ 92553 h 317604"/>
              <a:gd name="connsiteX540" fmla="*/ 653883 w 1200327"/>
              <a:gd name="connsiteY540" fmla="*/ 82165 h 317604"/>
              <a:gd name="connsiteX541" fmla="*/ 653883 w 1200327"/>
              <a:gd name="connsiteY541" fmla="*/ 78945 h 317604"/>
              <a:gd name="connsiteX542" fmla="*/ 658275 w 1200327"/>
              <a:gd name="connsiteY542" fmla="*/ 74555 h 317604"/>
              <a:gd name="connsiteX543" fmla="*/ 664421 w 1200327"/>
              <a:gd name="connsiteY543" fmla="*/ 74555 h 317604"/>
              <a:gd name="connsiteX544" fmla="*/ 668814 w 1200327"/>
              <a:gd name="connsiteY544" fmla="*/ 78945 h 317604"/>
              <a:gd name="connsiteX545" fmla="*/ 668814 w 1200327"/>
              <a:gd name="connsiteY545" fmla="*/ 82164 h 317604"/>
              <a:gd name="connsiteX546" fmla="*/ 643490 w 1200327"/>
              <a:gd name="connsiteY546" fmla="*/ 107478 h 317604"/>
              <a:gd name="connsiteX547" fmla="*/ 618166 w 1200327"/>
              <a:gd name="connsiteY547" fmla="*/ 82164 h 317604"/>
              <a:gd name="connsiteX548" fmla="*/ 618166 w 1200327"/>
              <a:gd name="connsiteY548" fmla="*/ 49242 h 317604"/>
              <a:gd name="connsiteX549" fmla="*/ 610555 w 1200327"/>
              <a:gd name="connsiteY549" fmla="*/ 49242 h 317604"/>
              <a:gd name="connsiteX550" fmla="*/ 606162 w 1200327"/>
              <a:gd name="connsiteY550" fmla="*/ 44706 h 317604"/>
              <a:gd name="connsiteX551" fmla="*/ 606162 w 1200327"/>
              <a:gd name="connsiteY551" fmla="*/ 38853 h 317604"/>
              <a:gd name="connsiteX552" fmla="*/ 610555 w 1200327"/>
              <a:gd name="connsiteY552" fmla="*/ 34317 h 317604"/>
              <a:gd name="connsiteX553" fmla="*/ 618166 w 1200327"/>
              <a:gd name="connsiteY553" fmla="*/ 34317 h 317604"/>
              <a:gd name="connsiteX554" fmla="*/ 618166 w 1200327"/>
              <a:gd name="connsiteY554" fmla="*/ 6077 h 317604"/>
              <a:gd name="connsiteX555" fmla="*/ 622411 w 1200327"/>
              <a:gd name="connsiteY555" fmla="*/ 1687 h 317604"/>
              <a:gd name="connsiteX556" fmla="*/ 560800 w 1200327"/>
              <a:gd name="connsiteY556" fmla="*/ 1687 h 317604"/>
              <a:gd name="connsiteX557" fmla="*/ 572656 w 1200327"/>
              <a:gd name="connsiteY557" fmla="*/ 1687 h 317604"/>
              <a:gd name="connsiteX558" fmla="*/ 577047 w 1200327"/>
              <a:gd name="connsiteY558" fmla="*/ 6077 h 317604"/>
              <a:gd name="connsiteX559" fmla="*/ 577047 w 1200327"/>
              <a:gd name="connsiteY559" fmla="*/ 18076 h 317604"/>
              <a:gd name="connsiteX560" fmla="*/ 572656 w 1200327"/>
              <a:gd name="connsiteY560" fmla="*/ 22465 h 317604"/>
              <a:gd name="connsiteX561" fmla="*/ 560800 w 1200327"/>
              <a:gd name="connsiteY561" fmla="*/ 22465 h 317604"/>
              <a:gd name="connsiteX562" fmla="*/ 556261 w 1200327"/>
              <a:gd name="connsiteY562" fmla="*/ 18076 h 317604"/>
              <a:gd name="connsiteX563" fmla="*/ 556261 w 1200327"/>
              <a:gd name="connsiteY563" fmla="*/ 6077 h 317604"/>
              <a:gd name="connsiteX564" fmla="*/ 560800 w 1200327"/>
              <a:gd name="connsiteY564" fmla="*/ 1687 h 317604"/>
              <a:gd name="connsiteX565" fmla="*/ 179683 w 1200327"/>
              <a:gd name="connsiteY565" fmla="*/ 1687 h 317604"/>
              <a:gd name="connsiteX566" fmla="*/ 191540 w 1200327"/>
              <a:gd name="connsiteY566" fmla="*/ 1687 h 317604"/>
              <a:gd name="connsiteX567" fmla="*/ 195930 w 1200327"/>
              <a:gd name="connsiteY567" fmla="*/ 6077 h 317604"/>
              <a:gd name="connsiteX568" fmla="*/ 195930 w 1200327"/>
              <a:gd name="connsiteY568" fmla="*/ 18076 h 317604"/>
              <a:gd name="connsiteX569" fmla="*/ 191540 w 1200327"/>
              <a:gd name="connsiteY569" fmla="*/ 22465 h 317604"/>
              <a:gd name="connsiteX570" fmla="*/ 179683 w 1200327"/>
              <a:gd name="connsiteY570" fmla="*/ 22465 h 317604"/>
              <a:gd name="connsiteX571" fmla="*/ 175146 w 1200327"/>
              <a:gd name="connsiteY571" fmla="*/ 18076 h 317604"/>
              <a:gd name="connsiteX572" fmla="*/ 175146 w 1200327"/>
              <a:gd name="connsiteY572" fmla="*/ 6077 h 317604"/>
              <a:gd name="connsiteX573" fmla="*/ 179683 w 1200327"/>
              <a:gd name="connsiteY573" fmla="*/ 1687 h 317604"/>
              <a:gd name="connsiteX574" fmla="*/ 7540 w 1200327"/>
              <a:gd name="connsiteY574" fmla="*/ 1687 h 317604"/>
              <a:gd name="connsiteX575" fmla="*/ 13542 w 1200327"/>
              <a:gd name="connsiteY575" fmla="*/ 1687 h 317604"/>
              <a:gd name="connsiteX576" fmla="*/ 17933 w 1200327"/>
              <a:gd name="connsiteY576" fmla="*/ 6077 h 317604"/>
              <a:gd name="connsiteX577" fmla="*/ 17933 w 1200327"/>
              <a:gd name="connsiteY577" fmla="*/ 82164 h 317604"/>
              <a:gd name="connsiteX578" fmla="*/ 28326 w 1200327"/>
              <a:gd name="connsiteY578" fmla="*/ 92553 h 317604"/>
              <a:gd name="connsiteX579" fmla="*/ 31546 w 1200327"/>
              <a:gd name="connsiteY579" fmla="*/ 92553 h 317604"/>
              <a:gd name="connsiteX580" fmla="*/ 41939 w 1200327"/>
              <a:gd name="connsiteY580" fmla="*/ 82164 h 317604"/>
              <a:gd name="connsiteX581" fmla="*/ 41939 w 1200327"/>
              <a:gd name="connsiteY581" fmla="*/ 6077 h 317604"/>
              <a:gd name="connsiteX582" fmla="*/ 46331 w 1200327"/>
              <a:gd name="connsiteY582" fmla="*/ 1687 h 317604"/>
              <a:gd name="connsiteX583" fmla="*/ 52332 w 1200327"/>
              <a:gd name="connsiteY583" fmla="*/ 1687 h 317604"/>
              <a:gd name="connsiteX584" fmla="*/ 56724 w 1200327"/>
              <a:gd name="connsiteY584" fmla="*/ 6077 h 317604"/>
              <a:gd name="connsiteX585" fmla="*/ 56724 w 1200327"/>
              <a:gd name="connsiteY585" fmla="*/ 82164 h 317604"/>
              <a:gd name="connsiteX586" fmla="*/ 31546 w 1200327"/>
              <a:gd name="connsiteY586" fmla="*/ 107478 h 317604"/>
              <a:gd name="connsiteX587" fmla="*/ 28326 w 1200327"/>
              <a:gd name="connsiteY587" fmla="*/ 107478 h 317604"/>
              <a:gd name="connsiteX588" fmla="*/ 3149 w 1200327"/>
              <a:gd name="connsiteY588" fmla="*/ 82164 h 317604"/>
              <a:gd name="connsiteX589" fmla="*/ 3149 w 1200327"/>
              <a:gd name="connsiteY589" fmla="*/ 6077 h 317604"/>
              <a:gd name="connsiteX590" fmla="*/ 7540 w 1200327"/>
              <a:gd name="connsiteY590" fmla="*/ 1687 h 317604"/>
              <a:gd name="connsiteX591" fmla="*/ 937375 w 1200327"/>
              <a:gd name="connsiteY591" fmla="*/ 0 h 317604"/>
              <a:gd name="connsiteX592" fmla="*/ 943236 w 1200327"/>
              <a:gd name="connsiteY592" fmla="*/ 0 h 317604"/>
              <a:gd name="connsiteX593" fmla="*/ 967090 w 1200327"/>
              <a:gd name="connsiteY593" fmla="*/ 25313 h 317604"/>
              <a:gd name="connsiteX594" fmla="*/ 967090 w 1200327"/>
              <a:gd name="connsiteY594" fmla="*/ 34385 h 317604"/>
              <a:gd name="connsiteX595" fmla="*/ 962699 w 1200327"/>
              <a:gd name="connsiteY595" fmla="*/ 38775 h 317604"/>
              <a:gd name="connsiteX596" fmla="*/ 956555 w 1200327"/>
              <a:gd name="connsiteY596" fmla="*/ 38775 h 317604"/>
              <a:gd name="connsiteX597" fmla="*/ 952162 w 1200327"/>
              <a:gd name="connsiteY597" fmla="*/ 34385 h 317604"/>
              <a:gd name="connsiteX598" fmla="*/ 952162 w 1200327"/>
              <a:gd name="connsiteY598" fmla="*/ 25313 h 317604"/>
              <a:gd name="connsiteX599" fmla="*/ 943087 w 1200327"/>
              <a:gd name="connsiteY599" fmla="*/ 14924 h 317604"/>
              <a:gd name="connsiteX600" fmla="*/ 937524 w 1200327"/>
              <a:gd name="connsiteY600" fmla="*/ 14924 h 317604"/>
              <a:gd name="connsiteX601" fmla="*/ 928449 w 1200327"/>
              <a:gd name="connsiteY601" fmla="*/ 25313 h 317604"/>
              <a:gd name="connsiteX602" fmla="*/ 928449 w 1200327"/>
              <a:gd name="connsiteY602" fmla="*/ 37390 h 317604"/>
              <a:gd name="connsiteX603" fmla="*/ 941917 w 1200327"/>
              <a:gd name="connsiteY603" fmla="*/ 37390 h 317604"/>
              <a:gd name="connsiteX604" fmla="*/ 946309 w 1200327"/>
              <a:gd name="connsiteY604" fmla="*/ 41779 h 317604"/>
              <a:gd name="connsiteX605" fmla="*/ 946309 w 1200327"/>
              <a:gd name="connsiteY605" fmla="*/ 47925 h 317604"/>
              <a:gd name="connsiteX606" fmla="*/ 941917 w 1200327"/>
              <a:gd name="connsiteY606" fmla="*/ 52315 h 317604"/>
              <a:gd name="connsiteX607" fmla="*/ 928449 w 1200327"/>
              <a:gd name="connsiteY607" fmla="*/ 52315 h 317604"/>
              <a:gd name="connsiteX608" fmla="*/ 928449 w 1200327"/>
              <a:gd name="connsiteY608" fmla="*/ 90944 h 317604"/>
              <a:gd name="connsiteX609" fmla="*/ 950841 w 1200327"/>
              <a:gd name="connsiteY609" fmla="*/ 90944 h 317604"/>
              <a:gd name="connsiteX610" fmla="*/ 955234 w 1200327"/>
              <a:gd name="connsiteY610" fmla="*/ 95333 h 317604"/>
              <a:gd name="connsiteX611" fmla="*/ 955234 w 1200327"/>
              <a:gd name="connsiteY611" fmla="*/ 101480 h 317604"/>
              <a:gd name="connsiteX612" fmla="*/ 950841 w 1200327"/>
              <a:gd name="connsiteY612" fmla="*/ 105869 h 317604"/>
              <a:gd name="connsiteX613" fmla="*/ 904296 w 1200327"/>
              <a:gd name="connsiteY613" fmla="*/ 105869 h 317604"/>
              <a:gd name="connsiteX614" fmla="*/ 900053 w 1200327"/>
              <a:gd name="connsiteY614" fmla="*/ 101480 h 317604"/>
              <a:gd name="connsiteX615" fmla="*/ 900053 w 1200327"/>
              <a:gd name="connsiteY615" fmla="*/ 95333 h 317604"/>
              <a:gd name="connsiteX616" fmla="*/ 904296 w 1200327"/>
              <a:gd name="connsiteY616" fmla="*/ 90944 h 317604"/>
              <a:gd name="connsiteX617" fmla="*/ 913519 w 1200327"/>
              <a:gd name="connsiteY617" fmla="*/ 90944 h 317604"/>
              <a:gd name="connsiteX618" fmla="*/ 913519 w 1200327"/>
              <a:gd name="connsiteY618" fmla="*/ 52315 h 317604"/>
              <a:gd name="connsiteX619" fmla="*/ 905907 w 1200327"/>
              <a:gd name="connsiteY619" fmla="*/ 52315 h 317604"/>
              <a:gd name="connsiteX620" fmla="*/ 901514 w 1200327"/>
              <a:gd name="connsiteY620" fmla="*/ 47925 h 317604"/>
              <a:gd name="connsiteX621" fmla="*/ 901514 w 1200327"/>
              <a:gd name="connsiteY621" fmla="*/ 41779 h 317604"/>
              <a:gd name="connsiteX622" fmla="*/ 905907 w 1200327"/>
              <a:gd name="connsiteY622" fmla="*/ 37390 h 317604"/>
              <a:gd name="connsiteX623" fmla="*/ 913519 w 1200327"/>
              <a:gd name="connsiteY623" fmla="*/ 37390 h 317604"/>
              <a:gd name="connsiteX624" fmla="*/ 913519 w 1200327"/>
              <a:gd name="connsiteY624" fmla="*/ 25313 h 317604"/>
              <a:gd name="connsiteX625" fmla="*/ 937375 w 1200327"/>
              <a:gd name="connsiteY625" fmla="*/ 0 h 31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</a:cxnLst>
            <a:rect l="l" t="t" r="r" b="b"/>
            <a:pathLst>
              <a:path w="1200327" h="317604">
                <a:moveTo>
                  <a:pt x="1096541" y="226738"/>
                </a:moveTo>
                <a:cubicBezTo>
                  <a:pt x="1090837" y="226738"/>
                  <a:pt x="1086296" y="231420"/>
                  <a:pt x="1086296" y="237131"/>
                </a:cubicBezTo>
                <a:lnTo>
                  <a:pt x="1086296" y="243131"/>
                </a:lnTo>
                <a:lnTo>
                  <a:pt x="1110159" y="243131"/>
                </a:lnTo>
                <a:lnTo>
                  <a:pt x="1110159" y="237131"/>
                </a:lnTo>
                <a:cubicBezTo>
                  <a:pt x="1110159" y="231420"/>
                  <a:pt x="1105475" y="226738"/>
                  <a:pt x="1099762" y="226738"/>
                </a:cubicBezTo>
                <a:close/>
                <a:moveTo>
                  <a:pt x="868078" y="226738"/>
                </a:moveTo>
                <a:cubicBezTo>
                  <a:pt x="862374" y="226738"/>
                  <a:pt x="857833" y="231420"/>
                  <a:pt x="857833" y="237131"/>
                </a:cubicBezTo>
                <a:lnTo>
                  <a:pt x="857833" y="243131"/>
                </a:lnTo>
                <a:lnTo>
                  <a:pt x="881696" y="243131"/>
                </a:lnTo>
                <a:lnTo>
                  <a:pt x="881696" y="237131"/>
                </a:lnTo>
                <a:cubicBezTo>
                  <a:pt x="881696" y="231420"/>
                  <a:pt x="877012" y="226738"/>
                  <a:pt x="871301" y="226738"/>
                </a:cubicBezTo>
                <a:close/>
                <a:moveTo>
                  <a:pt x="495250" y="226738"/>
                </a:moveTo>
                <a:cubicBezTo>
                  <a:pt x="489394" y="226738"/>
                  <a:pt x="484855" y="231420"/>
                  <a:pt x="484855" y="237131"/>
                </a:cubicBezTo>
                <a:lnTo>
                  <a:pt x="484855" y="264055"/>
                </a:lnTo>
                <a:cubicBezTo>
                  <a:pt x="484855" y="269757"/>
                  <a:pt x="489394" y="274446"/>
                  <a:pt x="495250" y="274446"/>
                </a:cubicBezTo>
                <a:lnTo>
                  <a:pt x="498177" y="274446"/>
                </a:lnTo>
                <a:cubicBezTo>
                  <a:pt x="503885" y="274446"/>
                  <a:pt x="508570" y="269757"/>
                  <a:pt x="508570" y="264055"/>
                </a:cubicBezTo>
                <a:lnTo>
                  <a:pt x="508570" y="237131"/>
                </a:lnTo>
                <a:cubicBezTo>
                  <a:pt x="508570" y="231420"/>
                  <a:pt x="503885" y="226738"/>
                  <a:pt x="498177" y="226738"/>
                </a:cubicBezTo>
                <a:close/>
                <a:moveTo>
                  <a:pt x="419497" y="226738"/>
                </a:moveTo>
                <a:cubicBezTo>
                  <a:pt x="413789" y="226738"/>
                  <a:pt x="409251" y="231420"/>
                  <a:pt x="409251" y="237131"/>
                </a:cubicBezTo>
                <a:lnTo>
                  <a:pt x="409251" y="243131"/>
                </a:lnTo>
                <a:lnTo>
                  <a:pt x="433110" y="243131"/>
                </a:lnTo>
                <a:lnTo>
                  <a:pt x="433110" y="237131"/>
                </a:lnTo>
                <a:cubicBezTo>
                  <a:pt x="433110" y="231420"/>
                  <a:pt x="428427" y="226738"/>
                  <a:pt x="422717" y="226738"/>
                </a:cubicBezTo>
                <a:close/>
                <a:moveTo>
                  <a:pt x="183722" y="226738"/>
                </a:moveTo>
                <a:cubicBezTo>
                  <a:pt x="178013" y="226738"/>
                  <a:pt x="173329" y="231420"/>
                  <a:pt x="173329" y="237131"/>
                </a:cubicBezTo>
                <a:lnTo>
                  <a:pt x="173329" y="264055"/>
                </a:lnTo>
                <a:cubicBezTo>
                  <a:pt x="173329" y="269757"/>
                  <a:pt x="178013" y="274446"/>
                  <a:pt x="183722" y="274446"/>
                </a:cubicBezTo>
                <a:lnTo>
                  <a:pt x="186649" y="274446"/>
                </a:lnTo>
                <a:cubicBezTo>
                  <a:pt x="192504" y="274446"/>
                  <a:pt x="197042" y="269757"/>
                  <a:pt x="197042" y="264055"/>
                </a:cubicBezTo>
                <a:lnTo>
                  <a:pt x="197042" y="237131"/>
                </a:lnTo>
                <a:cubicBezTo>
                  <a:pt x="197042" y="231420"/>
                  <a:pt x="192504" y="226738"/>
                  <a:pt x="186649" y="226738"/>
                </a:cubicBezTo>
                <a:close/>
                <a:moveTo>
                  <a:pt x="106902" y="226738"/>
                </a:moveTo>
                <a:cubicBezTo>
                  <a:pt x="101192" y="226738"/>
                  <a:pt x="96509" y="231420"/>
                  <a:pt x="96509" y="237131"/>
                </a:cubicBezTo>
                <a:lnTo>
                  <a:pt x="96509" y="264055"/>
                </a:lnTo>
                <a:cubicBezTo>
                  <a:pt x="96509" y="269757"/>
                  <a:pt x="101192" y="274446"/>
                  <a:pt x="106902" y="274446"/>
                </a:cubicBezTo>
                <a:lnTo>
                  <a:pt x="109829" y="274446"/>
                </a:lnTo>
                <a:cubicBezTo>
                  <a:pt x="115684" y="274446"/>
                  <a:pt x="120222" y="269757"/>
                  <a:pt x="120222" y="264055"/>
                </a:cubicBezTo>
                <a:lnTo>
                  <a:pt x="120222" y="237131"/>
                </a:lnTo>
                <a:cubicBezTo>
                  <a:pt x="120222" y="231420"/>
                  <a:pt x="115684" y="226738"/>
                  <a:pt x="109829" y="226738"/>
                </a:cubicBezTo>
                <a:close/>
                <a:moveTo>
                  <a:pt x="773079" y="213136"/>
                </a:moveTo>
                <a:lnTo>
                  <a:pt x="800012" y="213136"/>
                </a:lnTo>
                <a:cubicBezTo>
                  <a:pt x="802501" y="213136"/>
                  <a:pt x="804404" y="215036"/>
                  <a:pt x="804404" y="217526"/>
                </a:cubicBezTo>
                <a:lnTo>
                  <a:pt x="804404" y="272834"/>
                </a:lnTo>
                <a:lnTo>
                  <a:pt x="820798" y="272834"/>
                </a:lnTo>
                <a:cubicBezTo>
                  <a:pt x="823142" y="272834"/>
                  <a:pt x="825190" y="274886"/>
                  <a:pt x="825190" y="277366"/>
                </a:cubicBezTo>
                <a:lnTo>
                  <a:pt x="825190" y="283369"/>
                </a:lnTo>
                <a:cubicBezTo>
                  <a:pt x="825190" y="285857"/>
                  <a:pt x="823287" y="287757"/>
                  <a:pt x="820798" y="287757"/>
                </a:cubicBezTo>
                <a:lnTo>
                  <a:pt x="766931" y="287757"/>
                </a:lnTo>
                <a:cubicBezTo>
                  <a:pt x="764442" y="287757"/>
                  <a:pt x="762539" y="285857"/>
                  <a:pt x="762539" y="283369"/>
                </a:cubicBezTo>
                <a:lnTo>
                  <a:pt x="762539" y="277227"/>
                </a:lnTo>
                <a:cubicBezTo>
                  <a:pt x="762539" y="274737"/>
                  <a:pt x="764442" y="272834"/>
                  <a:pt x="766931" y="272834"/>
                </a:cubicBezTo>
                <a:lnTo>
                  <a:pt x="789473" y="272834"/>
                </a:lnTo>
                <a:lnTo>
                  <a:pt x="789473" y="228059"/>
                </a:lnTo>
                <a:lnTo>
                  <a:pt x="772932" y="228059"/>
                </a:lnTo>
                <a:cubicBezTo>
                  <a:pt x="770445" y="228059"/>
                  <a:pt x="768541" y="226158"/>
                  <a:pt x="768541" y="223668"/>
                </a:cubicBezTo>
                <a:lnTo>
                  <a:pt x="768541" y="217526"/>
                </a:lnTo>
                <a:cubicBezTo>
                  <a:pt x="768541" y="215036"/>
                  <a:pt x="770590" y="213136"/>
                  <a:pt x="773079" y="213136"/>
                </a:cubicBezTo>
                <a:close/>
                <a:moveTo>
                  <a:pt x="323545" y="213136"/>
                </a:moveTo>
                <a:lnTo>
                  <a:pt x="350478" y="213136"/>
                </a:lnTo>
                <a:cubicBezTo>
                  <a:pt x="352967" y="213136"/>
                  <a:pt x="354870" y="215036"/>
                  <a:pt x="354870" y="217526"/>
                </a:cubicBezTo>
                <a:lnTo>
                  <a:pt x="354870" y="272834"/>
                </a:lnTo>
                <a:lnTo>
                  <a:pt x="371266" y="272834"/>
                </a:lnTo>
                <a:cubicBezTo>
                  <a:pt x="373607" y="272834"/>
                  <a:pt x="375656" y="274886"/>
                  <a:pt x="375656" y="277366"/>
                </a:cubicBezTo>
                <a:lnTo>
                  <a:pt x="375656" y="283369"/>
                </a:lnTo>
                <a:cubicBezTo>
                  <a:pt x="375656" y="285857"/>
                  <a:pt x="373753" y="287757"/>
                  <a:pt x="371266" y="287757"/>
                </a:cubicBezTo>
                <a:lnTo>
                  <a:pt x="317397" y="287757"/>
                </a:lnTo>
                <a:cubicBezTo>
                  <a:pt x="314908" y="287757"/>
                  <a:pt x="313005" y="285857"/>
                  <a:pt x="313005" y="283369"/>
                </a:cubicBezTo>
                <a:lnTo>
                  <a:pt x="313005" y="277227"/>
                </a:lnTo>
                <a:cubicBezTo>
                  <a:pt x="313005" y="274737"/>
                  <a:pt x="314908" y="272834"/>
                  <a:pt x="317397" y="272834"/>
                </a:cubicBezTo>
                <a:lnTo>
                  <a:pt x="339939" y="272834"/>
                </a:lnTo>
                <a:lnTo>
                  <a:pt x="339939" y="228059"/>
                </a:lnTo>
                <a:lnTo>
                  <a:pt x="323398" y="228059"/>
                </a:lnTo>
                <a:cubicBezTo>
                  <a:pt x="320909" y="228059"/>
                  <a:pt x="319007" y="226158"/>
                  <a:pt x="319007" y="223668"/>
                </a:cubicBezTo>
                <a:lnTo>
                  <a:pt x="319007" y="217526"/>
                </a:lnTo>
                <a:cubicBezTo>
                  <a:pt x="319007" y="215036"/>
                  <a:pt x="321056" y="213136"/>
                  <a:pt x="323545" y="213136"/>
                </a:cubicBezTo>
                <a:close/>
                <a:moveTo>
                  <a:pt x="1171931" y="211817"/>
                </a:moveTo>
                <a:lnTo>
                  <a:pt x="1173542" y="211817"/>
                </a:lnTo>
                <a:cubicBezTo>
                  <a:pt x="1186569" y="211817"/>
                  <a:pt x="1198716" y="220738"/>
                  <a:pt x="1198716" y="235811"/>
                </a:cubicBezTo>
                <a:cubicBezTo>
                  <a:pt x="1198716" y="238301"/>
                  <a:pt x="1196815" y="240201"/>
                  <a:pt x="1194324" y="240201"/>
                </a:cubicBezTo>
                <a:lnTo>
                  <a:pt x="1188180" y="240201"/>
                </a:lnTo>
                <a:cubicBezTo>
                  <a:pt x="1185689" y="240201"/>
                  <a:pt x="1183787" y="238301"/>
                  <a:pt x="1183787" y="235811"/>
                </a:cubicBezTo>
                <a:cubicBezTo>
                  <a:pt x="1183787" y="230549"/>
                  <a:pt x="1180126" y="226738"/>
                  <a:pt x="1173542" y="226738"/>
                </a:cubicBezTo>
                <a:lnTo>
                  <a:pt x="1171931" y="226738"/>
                </a:lnTo>
                <a:cubicBezTo>
                  <a:pt x="1165048" y="226738"/>
                  <a:pt x="1161536" y="230250"/>
                  <a:pt x="1161536" y="235079"/>
                </a:cubicBezTo>
                <a:cubicBezTo>
                  <a:pt x="1161536" y="245621"/>
                  <a:pt x="1200327" y="239910"/>
                  <a:pt x="1200327" y="265374"/>
                </a:cubicBezTo>
                <a:cubicBezTo>
                  <a:pt x="1200327" y="280297"/>
                  <a:pt x="1187881" y="289369"/>
                  <a:pt x="1174855" y="289369"/>
                </a:cubicBezTo>
                <a:lnTo>
                  <a:pt x="1170321" y="289369"/>
                </a:lnTo>
                <a:cubicBezTo>
                  <a:pt x="1157293" y="289369"/>
                  <a:pt x="1145139" y="280297"/>
                  <a:pt x="1145139" y="265374"/>
                </a:cubicBezTo>
                <a:lnTo>
                  <a:pt x="1145139" y="263764"/>
                </a:lnTo>
                <a:cubicBezTo>
                  <a:pt x="1145139" y="261274"/>
                  <a:pt x="1147048" y="259373"/>
                  <a:pt x="1149531" y="259373"/>
                </a:cubicBezTo>
                <a:lnTo>
                  <a:pt x="1155683" y="259373"/>
                </a:lnTo>
                <a:cubicBezTo>
                  <a:pt x="1158165" y="259373"/>
                  <a:pt x="1160075" y="261274"/>
                  <a:pt x="1160075" y="263764"/>
                </a:cubicBezTo>
                <a:lnTo>
                  <a:pt x="1160075" y="265374"/>
                </a:lnTo>
                <a:cubicBezTo>
                  <a:pt x="1160075" y="270346"/>
                  <a:pt x="1163729" y="274446"/>
                  <a:pt x="1170321" y="274446"/>
                </a:cubicBezTo>
                <a:lnTo>
                  <a:pt x="1174853" y="274446"/>
                </a:lnTo>
                <a:cubicBezTo>
                  <a:pt x="1181448" y="274446"/>
                  <a:pt x="1185400" y="270346"/>
                  <a:pt x="1185400" y="265374"/>
                </a:cubicBezTo>
                <a:cubicBezTo>
                  <a:pt x="1185400" y="254692"/>
                  <a:pt x="1146607" y="260684"/>
                  <a:pt x="1146607" y="235079"/>
                </a:cubicBezTo>
                <a:cubicBezTo>
                  <a:pt x="1146607" y="220009"/>
                  <a:pt x="1159045" y="211817"/>
                  <a:pt x="1171931" y="211817"/>
                </a:cubicBezTo>
                <a:close/>
                <a:moveTo>
                  <a:pt x="1096541" y="211817"/>
                </a:moveTo>
                <a:lnTo>
                  <a:pt x="1099762" y="211817"/>
                </a:lnTo>
                <a:cubicBezTo>
                  <a:pt x="1113670" y="211817"/>
                  <a:pt x="1124937" y="223228"/>
                  <a:pt x="1124937" y="237131"/>
                </a:cubicBezTo>
                <a:lnTo>
                  <a:pt x="1124937" y="253662"/>
                </a:lnTo>
                <a:cubicBezTo>
                  <a:pt x="1124937" y="256152"/>
                  <a:pt x="1123035" y="258055"/>
                  <a:pt x="1120554" y="258055"/>
                </a:cubicBezTo>
                <a:lnTo>
                  <a:pt x="1086296" y="258055"/>
                </a:lnTo>
                <a:lnTo>
                  <a:pt x="1086296" y="264055"/>
                </a:lnTo>
                <a:cubicBezTo>
                  <a:pt x="1086296" y="269757"/>
                  <a:pt x="1090837" y="274446"/>
                  <a:pt x="1096541" y="274446"/>
                </a:cubicBezTo>
                <a:lnTo>
                  <a:pt x="1099762" y="274446"/>
                </a:lnTo>
                <a:cubicBezTo>
                  <a:pt x="1107086" y="274446"/>
                  <a:pt x="1109569" y="267565"/>
                  <a:pt x="1109718" y="266685"/>
                </a:cubicBezTo>
                <a:cubicBezTo>
                  <a:pt x="1110299" y="264344"/>
                  <a:pt x="1112790" y="263025"/>
                  <a:pt x="1115131" y="263615"/>
                </a:cubicBezTo>
                <a:lnTo>
                  <a:pt x="1120985" y="264933"/>
                </a:lnTo>
                <a:cubicBezTo>
                  <a:pt x="1123334" y="265515"/>
                  <a:pt x="1124797" y="268296"/>
                  <a:pt x="1124207" y="270495"/>
                </a:cubicBezTo>
                <a:cubicBezTo>
                  <a:pt x="1121134" y="281466"/>
                  <a:pt x="1111329" y="289369"/>
                  <a:pt x="1099762" y="289369"/>
                </a:cubicBezTo>
                <a:lnTo>
                  <a:pt x="1096541" y="289369"/>
                </a:lnTo>
                <a:cubicBezTo>
                  <a:pt x="1082635" y="289369"/>
                  <a:pt x="1071367" y="277956"/>
                  <a:pt x="1071367" y="264055"/>
                </a:cubicBezTo>
                <a:lnTo>
                  <a:pt x="1071367" y="237131"/>
                </a:lnTo>
                <a:cubicBezTo>
                  <a:pt x="1071367" y="223228"/>
                  <a:pt x="1082635" y="211817"/>
                  <a:pt x="1096541" y="211817"/>
                </a:cubicBezTo>
                <a:close/>
                <a:moveTo>
                  <a:pt x="1022181" y="211817"/>
                </a:moveTo>
                <a:lnTo>
                  <a:pt x="1025402" y="211817"/>
                </a:lnTo>
                <a:cubicBezTo>
                  <a:pt x="1039310" y="211817"/>
                  <a:pt x="1050577" y="223088"/>
                  <a:pt x="1050577" y="237131"/>
                </a:cubicBezTo>
                <a:cubicBezTo>
                  <a:pt x="1050577" y="239761"/>
                  <a:pt x="1048533" y="241522"/>
                  <a:pt x="1046192" y="241522"/>
                </a:cubicBezTo>
                <a:lnTo>
                  <a:pt x="1040040" y="241522"/>
                </a:lnTo>
                <a:cubicBezTo>
                  <a:pt x="1037549" y="241522"/>
                  <a:pt x="1035647" y="239761"/>
                  <a:pt x="1035647" y="237131"/>
                </a:cubicBezTo>
                <a:cubicBezTo>
                  <a:pt x="1035647" y="231420"/>
                  <a:pt x="1031113" y="226738"/>
                  <a:pt x="1025402" y="226738"/>
                </a:cubicBezTo>
                <a:lnTo>
                  <a:pt x="1022181" y="226738"/>
                </a:lnTo>
                <a:cubicBezTo>
                  <a:pt x="1016475" y="226738"/>
                  <a:pt x="1011935" y="231420"/>
                  <a:pt x="1011935" y="237131"/>
                </a:cubicBezTo>
                <a:lnTo>
                  <a:pt x="1011935" y="264055"/>
                </a:lnTo>
                <a:cubicBezTo>
                  <a:pt x="1011935" y="269757"/>
                  <a:pt x="1016475" y="274446"/>
                  <a:pt x="1022181" y="274446"/>
                </a:cubicBezTo>
                <a:lnTo>
                  <a:pt x="1025402" y="274446"/>
                </a:lnTo>
                <a:cubicBezTo>
                  <a:pt x="1031113" y="274446"/>
                  <a:pt x="1035647" y="269757"/>
                  <a:pt x="1035647" y="264055"/>
                </a:cubicBezTo>
                <a:cubicBezTo>
                  <a:pt x="1035647" y="261565"/>
                  <a:pt x="1037549" y="259515"/>
                  <a:pt x="1040040" y="259515"/>
                </a:cubicBezTo>
                <a:lnTo>
                  <a:pt x="1046192" y="259515"/>
                </a:lnTo>
                <a:cubicBezTo>
                  <a:pt x="1048533" y="259515"/>
                  <a:pt x="1050577" y="261565"/>
                  <a:pt x="1050577" y="264055"/>
                </a:cubicBezTo>
                <a:cubicBezTo>
                  <a:pt x="1050577" y="277956"/>
                  <a:pt x="1039310" y="289369"/>
                  <a:pt x="1025402" y="289369"/>
                </a:cubicBezTo>
                <a:lnTo>
                  <a:pt x="1022181" y="289369"/>
                </a:lnTo>
                <a:cubicBezTo>
                  <a:pt x="1008273" y="289369"/>
                  <a:pt x="997006" y="277956"/>
                  <a:pt x="997006" y="264055"/>
                </a:cubicBezTo>
                <a:lnTo>
                  <a:pt x="997006" y="237131"/>
                </a:lnTo>
                <a:cubicBezTo>
                  <a:pt x="997006" y="223088"/>
                  <a:pt x="1008273" y="211817"/>
                  <a:pt x="1022181" y="211817"/>
                </a:cubicBezTo>
                <a:close/>
                <a:moveTo>
                  <a:pt x="945186" y="211817"/>
                </a:moveTo>
                <a:lnTo>
                  <a:pt x="948110" y="211817"/>
                </a:lnTo>
                <a:cubicBezTo>
                  <a:pt x="962017" y="211817"/>
                  <a:pt x="973434" y="223228"/>
                  <a:pt x="973434" y="237131"/>
                </a:cubicBezTo>
                <a:lnTo>
                  <a:pt x="973434" y="283369"/>
                </a:lnTo>
                <a:cubicBezTo>
                  <a:pt x="973434" y="285857"/>
                  <a:pt x="971682" y="287757"/>
                  <a:pt x="969049" y="287757"/>
                </a:cubicBezTo>
                <a:lnTo>
                  <a:pt x="962898" y="287757"/>
                </a:lnTo>
                <a:cubicBezTo>
                  <a:pt x="960407" y="287757"/>
                  <a:pt x="958505" y="285857"/>
                  <a:pt x="958505" y="283369"/>
                </a:cubicBezTo>
                <a:lnTo>
                  <a:pt x="958505" y="237131"/>
                </a:lnTo>
                <a:cubicBezTo>
                  <a:pt x="958505" y="231420"/>
                  <a:pt x="953971" y="226738"/>
                  <a:pt x="948110" y="226738"/>
                </a:cubicBezTo>
                <a:lnTo>
                  <a:pt x="945186" y="226738"/>
                </a:lnTo>
                <a:cubicBezTo>
                  <a:pt x="939475" y="226738"/>
                  <a:pt x="934642" y="231420"/>
                  <a:pt x="934642" y="237131"/>
                </a:cubicBezTo>
                <a:lnTo>
                  <a:pt x="934642" y="283369"/>
                </a:lnTo>
                <a:cubicBezTo>
                  <a:pt x="934642" y="285857"/>
                  <a:pt x="932741" y="287757"/>
                  <a:pt x="930259" y="287757"/>
                </a:cubicBezTo>
                <a:lnTo>
                  <a:pt x="924107" y="287757"/>
                </a:lnTo>
                <a:cubicBezTo>
                  <a:pt x="921616" y="287757"/>
                  <a:pt x="919715" y="285857"/>
                  <a:pt x="919715" y="283369"/>
                </a:cubicBezTo>
                <a:lnTo>
                  <a:pt x="919715" y="217526"/>
                </a:lnTo>
                <a:cubicBezTo>
                  <a:pt x="919715" y="215036"/>
                  <a:pt x="921766" y="213136"/>
                  <a:pt x="924257" y="213136"/>
                </a:cubicBezTo>
                <a:lnTo>
                  <a:pt x="930259" y="213136"/>
                </a:lnTo>
                <a:cubicBezTo>
                  <a:pt x="931429" y="213136"/>
                  <a:pt x="932741" y="213718"/>
                  <a:pt x="933472" y="214596"/>
                </a:cubicBezTo>
                <a:cubicBezTo>
                  <a:pt x="936993" y="212696"/>
                  <a:pt x="940945" y="211817"/>
                  <a:pt x="945186" y="211817"/>
                </a:cubicBezTo>
                <a:close/>
                <a:moveTo>
                  <a:pt x="868078" y="211817"/>
                </a:moveTo>
                <a:lnTo>
                  <a:pt x="871301" y="211817"/>
                </a:lnTo>
                <a:cubicBezTo>
                  <a:pt x="885207" y="211817"/>
                  <a:pt x="896474" y="223228"/>
                  <a:pt x="896474" y="237131"/>
                </a:cubicBezTo>
                <a:lnTo>
                  <a:pt x="896474" y="253662"/>
                </a:lnTo>
                <a:cubicBezTo>
                  <a:pt x="896474" y="256152"/>
                  <a:pt x="894572" y="258055"/>
                  <a:pt x="892091" y="258055"/>
                </a:cubicBezTo>
                <a:lnTo>
                  <a:pt x="857833" y="258055"/>
                </a:lnTo>
                <a:lnTo>
                  <a:pt x="857833" y="264055"/>
                </a:lnTo>
                <a:cubicBezTo>
                  <a:pt x="857833" y="269757"/>
                  <a:pt x="862374" y="274446"/>
                  <a:pt x="868078" y="274446"/>
                </a:cubicBezTo>
                <a:lnTo>
                  <a:pt x="871301" y="274446"/>
                </a:lnTo>
                <a:cubicBezTo>
                  <a:pt x="878623" y="274446"/>
                  <a:pt x="881106" y="267565"/>
                  <a:pt x="881255" y="266685"/>
                </a:cubicBezTo>
                <a:cubicBezTo>
                  <a:pt x="881835" y="264344"/>
                  <a:pt x="884327" y="263025"/>
                  <a:pt x="886668" y="263615"/>
                </a:cubicBezTo>
                <a:lnTo>
                  <a:pt x="892522" y="264933"/>
                </a:lnTo>
                <a:cubicBezTo>
                  <a:pt x="894863" y="265515"/>
                  <a:pt x="896334" y="268296"/>
                  <a:pt x="895744" y="270495"/>
                </a:cubicBezTo>
                <a:cubicBezTo>
                  <a:pt x="892671" y="281466"/>
                  <a:pt x="882866" y="289369"/>
                  <a:pt x="871301" y="289369"/>
                </a:cubicBezTo>
                <a:lnTo>
                  <a:pt x="868078" y="289369"/>
                </a:lnTo>
                <a:cubicBezTo>
                  <a:pt x="854172" y="289369"/>
                  <a:pt x="842903" y="277956"/>
                  <a:pt x="842903" y="264055"/>
                </a:cubicBezTo>
                <a:lnTo>
                  <a:pt x="842903" y="237131"/>
                </a:lnTo>
                <a:cubicBezTo>
                  <a:pt x="842903" y="223228"/>
                  <a:pt x="854172" y="211817"/>
                  <a:pt x="868078" y="211817"/>
                </a:cubicBezTo>
                <a:close/>
                <a:moveTo>
                  <a:pt x="715699" y="211817"/>
                </a:moveTo>
                <a:lnTo>
                  <a:pt x="718918" y="211817"/>
                </a:lnTo>
                <a:cubicBezTo>
                  <a:pt x="732824" y="211817"/>
                  <a:pt x="744096" y="223088"/>
                  <a:pt x="744096" y="237131"/>
                </a:cubicBezTo>
                <a:cubicBezTo>
                  <a:pt x="744096" y="239761"/>
                  <a:pt x="742047" y="241522"/>
                  <a:pt x="739704" y="241522"/>
                </a:cubicBezTo>
                <a:lnTo>
                  <a:pt x="733556" y="241522"/>
                </a:lnTo>
                <a:cubicBezTo>
                  <a:pt x="731068" y="241522"/>
                  <a:pt x="729165" y="239761"/>
                  <a:pt x="729165" y="237131"/>
                </a:cubicBezTo>
                <a:cubicBezTo>
                  <a:pt x="729165" y="231420"/>
                  <a:pt x="724627" y="226738"/>
                  <a:pt x="718918" y="226738"/>
                </a:cubicBezTo>
                <a:lnTo>
                  <a:pt x="715699" y="226738"/>
                </a:lnTo>
                <a:cubicBezTo>
                  <a:pt x="709989" y="226738"/>
                  <a:pt x="705451" y="231420"/>
                  <a:pt x="705451" y="237131"/>
                </a:cubicBezTo>
                <a:lnTo>
                  <a:pt x="705451" y="264055"/>
                </a:lnTo>
                <a:cubicBezTo>
                  <a:pt x="705451" y="269757"/>
                  <a:pt x="709989" y="274446"/>
                  <a:pt x="715699" y="274446"/>
                </a:cubicBezTo>
                <a:lnTo>
                  <a:pt x="718918" y="274446"/>
                </a:lnTo>
                <a:cubicBezTo>
                  <a:pt x="724627" y="274446"/>
                  <a:pt x="729165" y="269757"/>
                  <a:pt x="729165" y="264055"/>
                </a:cubicBezTo>
                <a:cubicBezTo>
                  <a:pt x="729165" y="261565"/>
                  <a:pt x="731068" y="259515"/>
                  <a:pt x="733556" y="259515"/>
                </a:cubicBezTo>
                <a:lnTo>
                  <a:pt x="739704" y="259515"/>
                </a:lnTo>
                <a:cubicBezTo>
                  <a:pt x="742047" y="259515"/>
                  <a:pt x="744096" y="261565"/>
                  <a:pt x="744096" y="264055"/>
                </a:cubicBezTo>
                <a:cubicBezTo>
                  <a:pt x="744096" y="277956"/>
                  <a:pt x="732824" y="289369"/>
                  <a:pt x="718918" y="289369"/>
                </a:cubicBezTo>
                <a:lnTo>
                  <a:pt x="715699" y="289369"/>
                </a:lnTo>
                <a:cubicBezTo>
                  <a:pt x="701792" y="289369"/>
                  <a:pt x="690520" y="277956"/>
                  <a:pt x="690520" y="264055"/>
                </a:cubicBezTo>
                <a:lnTo>
                  <a:pt x="690520" y="237131"/>
                </a:lnTo>
                <a:cubicBezTo>
                  <a:pt x="690520" y="223088"/>
                  <a:pt x="701792" y="211817"/>
                  <a:pt x="715699" y="211817"/>
                </a:cubicBezTo>
                <a:close/>
                <a:moveTo>
                  <a:pt x="419497" y="211817"/>
                </a:moveTo>
                <a:lnTo>
                  <a:pt x="422717" y="211817"/>
                </a:lnTo>
                <a:cubicBezTo>
                  <a:pt x="436624" y="211817"/>
                  <a:pt x="447896" y="223228"/>
                  <a:pt x="447896" y="237131"/>
                </a:cubicBezTo>
                <a:lnTo>
                  <a:pt x="447896" y="253662"/>
                </a:lnTo>
                <a:cubicBezTo>
                  <a:pt x="447896" y="256152"/>
                  <a:pt x="445992" y="258055"/>
                  <a:pt x="443503" y="258055"/>
                </a:cubicBezTo>
                <a:lnTo>
                  <a:pt x="409251" y="258055"/>
                </a:lnTo>
                <a:lnTo>
                  <a:pt x="409251" y="264055"/>
                </a:lnTo>
                <a:cubicBezTo>
                  <a:pt x="409251" y="269757"/>
                  <a:pt x="413789" y="274446"/>
                  <a:pt x="419497" y="274446"/>
                </a:cubicBezTo>
                <a:lnTo>
                  <a:pt x="422717" y="274446"/>
                </a:lnTo>
                <a:cubicBezTo>
                  <a:pt x="430037" y="274446"/>
                  <a:pt x="432524" y="267565"/>
                  <a:pt x="432670" y="266685"/>
                </a:cubicBezTo>
                <a:cubicBezTo>
                  <a:pt x="433258" y="264344"/>
                  <a:pt x="435745" y="263025"/>
                  <a:pt x="438087" y="263615"/>
                </a:cubicBezTo>
                <a:lnTo>
                  <a:pt x="443942" y="264933"/>
                </a:lnTo>
                <a:cubicBezTo>
                  <a:pt x="446283" y="265515"/>
                  <a:pt x="447748" y="268296"/>
                  <a:pt x="447162" y="270495"/>
                </a:cubicBezTo>
                <a:cubicBezTo>
                  <a:pt x="444089" y="281466"/>
                  <a:pt x="434282" y="289369"/>
                  <a:pt x="422717" y="289369"/>
                </a:cubicBezTo>
                <a:lnTo>
                  <a:pt x="419497" y="289369"/>
                </a:lnTo>
                <a:cubicBezTo>
                  <a:pt x="405590" y="289369"/>
                  <a:pt x="394320" y="277956"/>
                  <a:pt x="394320" y="264055"/>
                </a:cubicBezTo>
                <a:lnTo>
                  <a:pt x="394320" y="237131"/>
                </a:lnTo>
                <a:cubicBezTo>
                  <a:pt x="394320" y="223228"/>
                  <a:pt x="405590" y="211817"/>
                  <a:pt x="419497" y="211817"/>
                </a:cubicBezTo>
                <a:close/>
                <a:moveTo>
                  <a:pt x="183722" y="211817"/>
                </a:moveTo>
                <a:lnTo>
                  <a:pt x="186649" y="211817"/>
                </a:lnTo>
                <a:cubicBezTo>
                  <a:pt x="200703" y="211817"/>
                  <a:pt x="211973" y="223228"/>
                  <a:pt x="211973" y="237131"/>
                </a:cubicBezTo>
                <a:lnTo>
                  <a:pt x="211973" y="264055"/>
                </a:lnTo>
                <a:cubicBezTo>
                  <a:pt x="211973" y="278098"/>
                  <a:pt x="200703" y="289369"/>
                  <a:pt x="186649" y="289369"/>
                </a:cubicBezTo>
                <a:lnTo>
                  <a:pt x="183722" y="289369"/>
                </a:lnTo>
                <a:cubicBezTo>
                  <a:pt x="179916" y="289369"/>
                  <a:pt x="176403" y="288488"/>
                  <a:pt x="173329" y="287028"/>
                </a:cubicBezTo>
                <a:lnTo>
                  <a:pt x="173329" y="313221"/>
                </a:lnTo>
                <a:cubicBezTo>
                  <a:pt x="173329" y="315852"/>
                  <a:pt x="171280" y="317604"/>
                  <a:pt x="168792" y="317604"/>
                </a:cubicBezTo>
                <a:lnTo>
                  <a:pt x="162789" y="317604"/>
                </a:lnTo>
                <a:cubicBezTo>
                  <a:pt x="160301" y="317604"/>
                  <a:pt x="158398" y="315852"/>
                  <a:pt x="158398" y="313221"/>
                </a:cubicBezTo>
                <a:lnTo>
                  <a:pt x="158398" y="217526"/>
                </a:lnTo>
                <a:cubicBezTo>
                  <a:pt x="158398" y="215036"/>
                  <a:pt x="160301" y="213136"/>
                  <a:pt x="162789" y="213136"/>
                </a:cubicBezTo>
                <a:lnTo>
                  <a:pt x="168792" y="213136"/>
                </a:lnTo>
                <a:cubicBezTo>
                  <a:pt x="170108" y="213136"/>
                  <a:pt x="171280" y="213718"/>
                  <a:pt x="172011" y="214596"/>
                </a:cubicBezTo>
                <a:cubicBezTo>
                  <a:pt x="175524" y="212696"/>
                  <a:pt x="179477" y="211817"/>
                  <a:pt x="183722" y="211817"/>
                </a:cubicBezTo>
                <a:close/>
                <a:moveTo>
                  <a:pt x="106902" y="211817"/>
                </a:moveTo>
                <a:lnTo>
                  <a:pt x="109829" y="211817"/>
                </a:lnTo>
                <a:cubicBezTo>
                  <a:pt x="123882" y="211817"/>
                  <a:pt x="135153" y="223228"/>
                  <a:pt x="135153" y="237131"/>
                </a:cubicBezTo>
                <a:lnTo>
                  <a:pt x="135153" y="264055"/>
                </a:lnTo>
                <a:cubicBezTo>
                  <a:pt x="135153" y="278098"/>
                  <a:pt x="123882" y="289369"/>
                  <a:pt x="109829" y="289369"/>
                </a:cubicBezTo>
                <a:lnTo>
                  <a:pt x="106902" y="289369"/>
                </a:lnTo>
                <a:cubicBezTo>
                  <a:pt x="103096" y="289369"/>
                  <a:pt x="99583" y="288488"/>
                  <a:pt x="96509" y="287028"/>
                </a:cubicBezTo>
                <a:lnTo>
                  <a:pt x="96509" y="313221"/>
                </a:lnTo>
                <a:cubicBezTo>
                  <a:pt x="96509" y="315852"/>
                  <a:pt x="94459" y="317604"/>
                  <a:pt x="91971" y="317604"/>
                </a:cubicBezTo>
                <a:lnTo>
                  <a:pt x="85969" y="317604"/>
                </a:lnTo>
                <a:cubicBezTo>
                  <a:pt x="83481" y="317604"/>
                  <a:pt x="81578" y="315852"/>
                  <a:pt x="81578" y="313221"/>
                </a:cubicBezTo>
                <a:lnTo>
                  <a:pt x="81578" y="217526"/>
                </a:lnTo>
                <a:cubicBezTo>
                  <a:pt x="81578" y="215036"/>
                  <a:pt x="83481" y="213136"/>
                  <a:pt x="85969" y="213136"/>
                </a:cubicBezTo>
                <a:lnTo>
                  <a:pt x="91971" y="213136"/>
                </a:lnTo>
                <a:cubicBezTo>
                  <a:pt x="93288" y="213136"/>
                  <a:pt x="94459" y="213718"/>
                  <a:pt x="95191" y="214596"/>
                </a:cubicBezTo>
                <a:cubicBezTo>
                  <a:pt x="98704" y="212696"/>
                  <a:pt x="102656" y="211817"/>
                  <a:pt x="106902" y="211817"/>
                </a:cubicBezTo>
                <a:close/>
                <a:moveTo>
                  <a:pt x="28105" y="198504"/>
                </a:moveTo>
                <a:lnTo>
                  <a:pt x="17273" y="240201"/>
                </a:lnTo>
                <a:lnTo>
                  <a:pt x="42450" y="240201"/>
                </a:lnTo>
                <a:lnTo>
                  <a:pt x="31618" y="198504"/>
                </a:lnTo>
                <a:close/>
                <a:moveTo>
                  <a:pt x="789473" y="183573"/>
                </a:moveTo>
                <a:lnTo>
                  <a:pt x="801331" y="183573"/>
                </a:lnTo>
                <a:cubicBezTo>
                  <a:pt x="803818" y="183573"/>
                  <a:pt x="805722" y="185482"/>
                  <a:pt x="805722" y="187963"/>
                </a:cubicBezTo>
                <a:lnTo>
                  <a:pt x="805722" y="199964"/>
                </a:lnTo>
                <a:cubicBezTo>
                  <a:pt x="805722" y="202454"/>
                  <a:pt x="803818" y="204355"/>
                  <a:pt x="801331" y="204355"/>
                </a:cubicBezTo>
                <a:lnTo>
                  <a:pt x="789473" y="204355"/>
                </a:lnTo>
                <a:cubicBezTo>
                  <a:pt x="786986" y="204355"/>
                  <a:pt x="784935" y="202454"/>
                  <a:pt x="784935" y="199964"/>
                </a:cubicBezTo>
                <a:lnTo>
                  <a:pt x="784935" y="187963"/>
                </a:lnTo>
                <a:cubicBezTo>
                  <a:pt x="784935" y="185482"/>
                  <a:pt x="786986" y="183573"/>
                  <a:pt x="789473" y="183573"/>
                </a:cubicBezTo>
                <a:close/>
                <a:moveTo>
                  <a:pt x="512961" y="183573"/>
                </a:moveTo>
                <a:lnTo>
                  <a:pt x="519109" y="183573"/>
                </a:lnTo>
                <a:cubicBezTo>
                  <a:pt x="521598" y="183573"/>
                  <a:pt x="523501" y="185482"/>
                  <a:pt x="523501" y="187963"/>
                </a:cubicBezTo>
                <a:lnTo>
                  <a:pt x="523501" y="283369"/>
                </a:lnTo>
                <a:cubicBezTo>
                  <a:pt x="523501" y="285857"/>
                  <a:pt x="521598" y="287757"/>
                  <a:pt x="519109" y="287757"/>
                </a:cubicBezTo>
                <a:lnTo>
                  <a:pt x="513106" y="287757"/>
                </a:lnTo>
                <a:cubicBezTo>
                  <a:pt x="511791" y="287757"/>
                  <a:pt x="510619" y="287168"/>
                  <a:pt x="509888" y="286297"/>
                </a:cubicBezTo>
                <a:cubicBezTo>
                  <a:pt x="506374" y="288198"/>
                  <a:pt x="502420" y="289369"/>
                  <a:pt x="498177" y="289369"/>
                </a:cubicBezTo>
                <a:lnTo>
                  <a:pt x="495250" y="289369"/>
                </a:lnTo>
                <a:cubicBezTo>
                  <a:pt x="481196" y="289369"/>
                  <a:pt x="469925" y="277807"/>
                  <a:pt x="469925" y="264055"/>
                </a:cubicBezTo>
                <a:lnTo>
                  <a:pt x="469925" y="237131"/>
                </a:lnTo>
                <a:cubicBezTo>
                  <a:pt x="469925" y="223088"/>
                  <a:pt x="481196" y="211817"/>
                  <a:pt x="495250" y="211817"/>
                </a:cubicBezTo>
                <a:lnTo>
                  <a:pt x="498177" y="211817"/>
                </a:lnTo>
                <a:cubicBezTo>
                  <a:pt x="501982" y="211817"/>
                  <a:pt x="505495" y="212546"/>
                  <a:pt x="508570" y="214009"/>
                </a:cubicBezTo>
                <a:lnTo>
                  <a:pt x="508570" y="187963"/>
                </a:lnTo>
                <a:cubicBezTo>
                  <a:pt x="508570" y="185482"/>
                  <a:pt x="510472" y="183573"/>
                  <a:pt x="512961" y="183573"/>
                </a:cubicBezTo>
                <a:close/>
                <a:moveTo>
                  <a:pt x="339939" y="183573"/>
                </a:moveTo>
                <a:lnTo>
                  <a:pt x="351797" y="183573"/>
                </a:lnTo>
                <a:cubicBezTo>
                  <a:pt x="354284" y="183573"/>
                  <a:pt x="356187" y="185482"/>
                  <a:pt x="356187" y="187963"/>
                </a:cubicBezTo>
                <a:lnTo>
                  <a:pt x="356187" y="199964"/>
                </a:lnTo>
                <a:cubicBezTo>
                  <a:pt x="356187" y="202454"/>
                  <a:pt x="354284" y="204355"/>
                  <a:pt x="351797" y="204355"/>
                </a:cubicBezTo>
                <a:lnTo>
                  <a:pt x="339939" y="204355"/>
                </a:lnTo>
                <a:cubicBezTo>
                  <a:pt x="337450" y="204355"/>
                  <a:pt x="335401" y="202454"/>
                  <a:pt x="335401" y="199964"/>
                </a:cubicBezTo>
                <a:lnTo>
                  <a:pt x="335401" y="187963"/>
                </a:lnTo>
                <a:cubicBezTo>
                  <a:pt x="335401" y="185482"/>
                  <a:pt x="337450" y="183573"/>
                  <a:pt x="339939" y="183573"/>
                </a:cubicBezTo>
                <a:close/>
                <a:moveTo>
                  <a:pt x="241177" y="183573"/>
                </a:moveTo>
                <a:lnTo>
                  <a:pt x="267964" y="183573"/>
                </a:lnTo>
                <a:cubicBezTo>
                  <a:pt x="270599" y="183573"/>
                  <a:pt x="272502" y="185482"/>
                  <a:pt x="272502" y="187963"/>
                </a:cubicBezTo>
                <a:lnTo>
                  <a:pt x="272502" y="272836"/>
                </a:lnTo>
                <a:lnTo>
                  <a:pt x="290506" y="272836"/>
                </a:lnTo>
                <a:cubicBezTo>
                  <a:pt x="292995" y="272836"/>
                  <a:pt x="294898" y="274737"/>
                  <a:pt x="294898" y="277227"/>
                </a:cubicBezTo>
                <a:lnTo>
                  <a:pt x="294898" y="283369"/>
                </a:lnTo>
                <a:cubicBezTo>
                  <a:pt x="294898" y="285857"/>
                  <a:pt x="292995" y="287757"/>
                  <a:pt x="290506" y="287757"/>
                </a:cubicBezTo>
                <a:lnTo>
                  <a:pt x="235174" y="287757"/>
                </a:lnTo>
                <a:cubicBezTo>
                  <a:pt x="232685" y="287757"/>
                  <a:pt x="230784" y="285857"/>
                  <a:pt x="230784" y="283369"/>
                </a:cubicBezTo>
                <a:lnTo>
                  <a:pt x="230784" y="277227"/>
                </a:lnTo>
                <a:cubicBezTo>
                  <a:pt x="230784" y="274737"/>
                  <a:pt x="232685" y="272836"/>
                  <a:pt x="235174" y="272836"/>
                </a:cubicBezTo>
                <a:lnTo>
                  <a:pt x="257571" y="272836"/>
                </a:lnTo>
                <a:lnTo>
                  <a:pt x="257571" y="198504"/>
                </a:lnTo>
                <a:lnTo>
                  <a:pt x="241177" y="198504"/>
                </a:lnTo>
                <a:cubicBezTo>
                  <a:pt x="238688" y="198504"/>
                  <a:pt x="236785" y="196595"/>
                  <a:pt x="236785" y="194113"/>
                </a:cubicBezTo>
                <a:lnTo>
                  <a:pt x="236785" y="187963"/>
                </a:lnTo>
                <a:cubicBezTo>
                  <a:pt x="236785" y="185482"/>
                  <a:pt x="238688" y="183573"/>
                  <a:pt x="241177" y="183573"/>
                </a:cubicBezTo>
                <a:close/>
                <a:moveTo>
                  <a:pt x="20200" y="183573"/>
                </a:moveTo>
                <a:lnTo>
                  <a:pt x="39523" y="183573"/>
                </a:lnTo>
                <a:cubicBezTo>
                  <a:pt x="41572" y="183573"/>
                  <a:pt x="43329" y="184602"/>
                  <a:pt x="43914" y="186793"/>
                </a:cubicBezTo>
                <a:lnTo>
                  <a:pt x="59577" y="246201"/>
                </a:lnTo>
                <a:cubicBezTo>
                  <a:pt x="59723" y="246642"/>
                  <a:pt x="59723" y="246933"/>
                  <a:pt x="59723" y="247082"/>
                </a:cubicBezTo>
                <a:lnTo>
                  <a:pt x="59723" y="283369"/>
                </a:lnTo>
                <a:cubicBezTo>
                  <a:pt x="59723" y="285857"/>
                  <a:pt x="57820" y="287757"/>
                  <a:pt x="55332" y="287757"/>
                </a:cubicBezTo>
                <a:lnTo>
                  <a:pt x="49184" y="287757"/>
                </a:lnTo>
                <a:cubicBezTo>
                  <a:pt x="46695" y="287757"/>
                  <a:pt x="44792" y="285857"/>
                  <a:pt x="44792" y="283369"/>
                </a:cubicBezTo>
                <a:lnTo>
                  <a:pt x="44792" y="255124"/>
                </a:lnTo>
                <a:lnTo>
                  <a:pt x="14931" y="255124"/>
                </a:lnTo>
                <a:lnTo>
                  <a:pt x="14931" y="283369"/>
                </a:lnTo>
                <a:cubicBezTo>
                  <a:pt x="14931" y="285857"/>
                  <a:pt x="13174" y="287757"/>
                  <a:pt x="10686" y="287757"/>
                </a:cubicBezTo>
                <a:lnTo>
                  <a:pt x="4391" y="287757"/>
                </a:lnTo>
                <a:cubicBezTo>
                  <a:pt x="1903" y="287757"/>
                  <a:pt x="0" y="285857"/>
                  <a:pt x="0" y="283369"/>
                </a:cubicBezTo>
                <a:lnTo>
                  <a:pt x="0" y="247082"/>
                </a:lnTo>
                <a:cubicBezTo>
                  <a:pt x="0" y="246933"/>
                  <a:pt x="0" y="246642"/>
                  <a:pt x="146" y="246201"/>
                </a:cubicBezTo>
                <a:lnTo>
                  <a:pt x="15809" y="186793"/>
                </a:lnTo>
                <a:cubicBezTo>
                  <a:pt x="16395" y="184602"/>
                  <a:pt x="18151" y="183573"/>
                  <a:pt x="20200" y="183573"/>
                </a:cubicBezTo>
                <a:close/>
                <a:moveTo>
                  <a:pt x="640606" y="181967"/>
                </a:moveTo>
                <a:lnTo>
                  <a:pt x="643824" y="181967"/>
                </a:lnTo>
                <a:cubicBezTo>
                  <a:pt x="657731" y="181967"/>
                  <a:pt x="669148" y="193384"/>
                  <a:pt x="669148" y="207277"/>
                </a:cubicBezTo>
                <a:lnTo>
                  <a:pt x="669148" y="210355"/>
                </a:lnTo>
                <a:cubicBezTo>
                  <a:pt x="669148" y="212837"/>
                  <a:pt x="667245" y="214745"/>
                  <a:pt x="664758" y="214745"/>
                </a:cubicBezTo>
                <a:lnTo>
                  <a:pt x="658610" y="214745"/>
                </a:lnTo>
                <a:cubicBezTo>
                  <a:pt x="656121" y="214745"/>
                  <a:pt x="654219" y="212837"/>
                  <a:pt x="654219" y="210355"/>
                </a:cubicBezTo>
                <a:lnTo>
                  <a:pt x="654219" y="207277"/>
                </a:lnTo>
                <a:cubicBezTo>
                  <a:pt x="654219" y="201575"/>
                  <a:pt x="649534" y="196894"/>
                  <a:pt x="643824" y="196894"/>
                </a:cubicBezTo>
                <a:lnTo>
                  <a:pt x="640606" y="196894"/>
                </a:lnTo>
                <a:cubicBezTo>
                  <a:pt x="634896" y="196894"/>
                  <a:pt x="630211" y="201575"/>
                  <a:pt x="630211" y="207277"/>
                </a:cubicBezTo>
                <a:lnTo>
                  <a:pt x="630211" y="211817"/>
                </a:lnTo>
                <a:cubicBezTo>
                  <a:pt x="630211" y="230549"/>
                  <a:pt x="670466" y="227768"/>
                  <a:pt x="670466" y="259373"/>
                </a:cubicBezTo>
                <a:lnTo>
                  <a:pt x="670466" y="264055"/>
                </a:lnTo>
                <a:cubicBezTo>
                  <a:pt x="670466" y="277956"/>
                  <a:pt x="659196" y="289369"/>
                  <a:pt x="645142" y="289369"/>
                </a:cubicBezTo>
                <a:lnTo>
                  <a:pt x="639286" y="289369"/>
                </a:lnTo>
                <a:cubicBezTo>
                  <a:pt x="625234" y="289369"/>
                  <a:pt x="613964" y="277956"/>
                  <a:pt x="613964" y="264055"/>
                </a:cubicBezTo>
                <a:lnTo>
                  <a:pt x="613964" y="260834"/>
                </a:lnTo>
                <a:cubicBezTo>
                  <a:pt x="613964" y="258344"/>
                  <a:pt x="615866" y="256443"/>
                  <a:pt x="618355" y="256443"/>
                </a:cubicBezTo>
                <a:lnTo>
                  <a:pt x="624503" y="256443"/>
                </a:lnTo>
                <a:cubicBezTo>
                  <a:pt x="626992" y="256443"/>
                  <a:pt x="628895" y="258344"/>
                  <a:pt x="628895" y="260834"/>
                </a:cubicBezTo>
                <a:lnTo>
                  <a:pt x="628895" y="264055"/>
                </a:lnTo>
                <a:cubicBezTo>
                  <a:pt x="628895" y="269757"/>
                  <a:pt x="633431" y="274446"/>
                  <a:pt x="639286" y="274446"/>
                </a:cubicBezTo>
                <a:lnTo>
                  <a:pt x="645142" y="274446"/>
                </a:lnTo>
                <a:cubicBezTo>
                  <a:pt x="650997" y="274446"/>
                  <a:pt x="655535" y="269757"/>
                  <a:pt x="655535" y="264055"/>
                </a:cubicBezTo>
                <a:lnTo>
                  <a:pt x="655535" y="259373"/>
                </a:lnTo>
                <a:cubicBezTo>
                  <a:pt x="655535" y="239032"/>
                  <a:pt x="615281" y="242542"/>
                  <a:pt x="615281" y="211817"/>
                </a:cubicBezTo>
                <a:lnTo>
                  <a:pt x="615281" y="207277"/>
                </a:lnTo>
                <a:cubicBezTo>
                  <a:pt x="615281" y="193384"/>
                  <a:pt x="626699" y="181967"/>
                  <a:pt x="640606" y="181967"/>
                </a:cubicBezTo>
                <a:close/>
                <a:moveTo>
                  <a:pt x="851539" y="44853"/>
                </a:moveTo>
                <a:cubicBezTo>
                  <a:pt x="845835" y="44853"/>
                  <a:pt x="841293" y="49535"/>
                  <a:pt x="841293" y="55241"/>
                </a:cubicBezTo>
                <a:lnTo>
                  <a:pt x="841293" y="82164"/>
                </a:lnTo>
                <a:cubicBezTo>
                  <a:pt x="841293" y="87871"/>
                  <a:pt x="845835" y="92553"/>
                  <a:pt x="851539" y="92553"/>
                </a:cubicBezTo>
                <a:lnTo>
                  <a:pt x="854759" y="92553"/>
                </a:lnTo>
                <a:cubicBezTo>
                  <a:pt x="860473" y="92553"/>
                  <a:pt x="865007" y="87871"/>
                  <a:pt x="865007" y="82164"/>
                </a:cubicBezTo>
                <a:lnTo>
                  <a:pt x="865007" y="55241"/>
                </a:lnTo>
                <a:cubicBezTo>
                  <a:pt x="865007" y="49535"/>
                  <a:pt x="860473" y="44853"/>
                  <a:pt x="854759" y="44853"/>
                </a:cubicBezTo>
                <a:close/>
                <a:moveTo>
                  <a:pt x="330236" y="44853"/>
                </a:moveTo>
                <a:cubicBezTo>
                  <a:pt x="324526" y="44853"/>
                  <a:pt x="319990" y="49535"/>
                  <a:pt x="319990" y="55241"/>
                </a:cubicBezTo>
                <a:lnTo>
                  <a:pt x="319990" y="61240"/>
                </a:lnTo>
                <a:lnTo>
                  <a:pt x="343849" y="61240"/>
                </a:lnTo>
                <a:lnTo>
                  <a:pt x="343849" y="55241"/>
                </a:lnTo>
                <a:cubicBezTo>
                  <a:pt x="343849" y="49535"/>
                  <a:pt x="339164" y="44853"/>
                  <a:pt x="333456" y="44853"/>
                </a:cubicBezTo>
                <a:close/>
                <a:moveTo>
                  <a:pt x="691692" y="31245"/>
                </a:moveTo>
                <a:lnTo>
                  <a:pt x="697840" y="31245"/>
                </a:lnTo>
                <a:cubicBezTo>
                  <a:pt x="699889" y="31245"/>
                  <a:pt x="701792" y="32561"/>
                  <a:pt x="702233" y="34317"/>
                </a:cubicBezTo>
                <a:lnTo>
                  <a:pt x="713650" y="79531"/>
                </a:lnTo>
                <a:lnTo>
                  <a:pt x="725506" y="34464"/>
                </a:lnTo>
                <a:cubicBezTo>
                  <a:pt x="725945" y="32561"/>
                  <a:pt x="727702" y="31245"/>
                  <a:pt x="729751" y="31245"/>
                </a:cubicBezTo>
                <a:lnTo>
                  <a:pt x="735754" y="31245"/>
                </a:lnTo>
                <a:cubicBezTo>
                  <a:pt x="738827" y="31245"/>
                  <a:pt x="740730" y="33878"/>
                  <a:pt x="739999" y="36951"/>
                </a:cubicBezTo>
                <a:cubicBezTo>
                  <a:pt x="739999" y="36951"/>
                  <a:pt x="722871" y="98406"/>
                  <a:pt x="718774" y="112453"/>
                </a:cubicBezTo>
                <a:cubicBezTo>
                  <a:pt x="713943" y="128695"/>
                  <a:pt x="702233" y="129720"/>
                  <a:pt x="690813" y="129720"/>
                </a:cubicBezTo>
                <a:lnTo>
                  <a:pt x="687740" y="129720"/>
                </a:lnTo>
                <a:cubicBezTo>
                  <a:pt x="685253" y="129720"/>
                  <a:pt x="683350" y="127818"/>
                  <a:pt x="683350" y="125330"/>
                </a:cubicBezTo>
                <a:lnTo>
                  <a:pt x="683350" y="119184"/>
                </a:lnTo>
                <a:cubicBezTo>
                  <a:pt x="683350" y="116697"/>
                  <a:pt x="685253" y="114795"/>
                  <a:pt x="687740" y="114795"/>
                </a:cubicBezTo>
                <a:lnTo>
                  <a:pt x="694329" y="114795"/>
                </a:lnTo>
                <a:cubicBezTo>
                  <a:pt x="699305" y="114795"/>
                  <a:pt x="702233" y="114356"/>
                  <a:pt x="704281" y="108796"/>
                </a:cubicBezTo>
                <a:cubicBezTo>
                  <a:pt x="705013" y="106893"/>
                  <a:pt x="705746" y="104113"/>
                  <a:pt x="706771" y="100893"/>
                </a:cubicBezTo>
                <a:lnTo>
                  <a:pt x="687447" y="37098"/>
                </a:lnTo>
                <a:cubicBezTo>
                  <a:pt x="686570" y="33878"/>
                  <a:pt x="688619" y="31245"/>
                  <a:pt x="691692" y="31245"/>
                </a:cubicBezTo>
                <a:close/>
                <a:moveTo>
                  <a:pt x="544405" y="31245"/>
                </a:moveTo>
                <a:lnTo>
                  <a:pt x="571339" y="31245"/>
                </a:lnTo>
                <a:cubicBezTo>
                  <a:pt x="573826" y="31245"/>
                  <a:pt x="575729" y="33147"/>
                  <a:pt x="575729" y="35634"/>
                </a:cubicBezTo>
                <a:lnTo>
                  <a:pt x="575729" y="90944"/>
                </a:lnTo>
                <a:lnTo>
                  <a:pt x="592125" y="90944"/>
                </a:lnTo>
                <a:cubicBezTo>
                  <a:pt x="594467" y="90944"/>
                  <a:pt x="596516" y="92992"/>
                  <a:pt x="596516" y="95480"/>
                </a:cubicBezTo>
                <a:lnTo>
                  <a:pt x="596516" y="101480"/>
                </a:lnTo>
                <a:cubicBezTo>
                  <a:pt x="596516" y="103967"/>
                  <a:pt x="594612" y="105869"/>
                  <a:pt x="592125" y="105869"/>
                </a:cubicBezTo>
                <a:lnTo>
                  <a:pt x="538256" y="105869"/>
                </a:lnTo>
                <a:cubicBezTo>
                  <a:pt x="535767" y="105869"/>
                  <a:pt x="533866" y="103967"/>
                  <a:pt x="533866" y="101480"/>
                </a:cubicBezTo>
                <a:lnTo>
                  <a:pt x="533866" y="95333"/>
                </a:lnTo>
                <a:cubicBezTo>
                  <a:pt x="533866" y="92846"/>
                  <a:pt x="535767" y="90944"/>
                  <a:pt x="538256" y="90944"/>
                </a:cubicBezTo>
                <a:lnTo>
                  <a:pt x="560800" y="90944"/>
                </a:lnTo>
                <a:lnTo>
                  <a:pt x="560800" y="46169"/>
                </a:lnTo>
                <a:lnTo>
                  <a:pt x="544259" y="46169"/>
                </a:lnTo>
                <a:cubicBezTo>
                  <a:pt x="541770" y="46169"/>
                  <a:pt x="539867" y="44267"/>
                  <a:pt x="539867" y="41779"/>
                </a:cubicBezTo>
                <a:lnTo>
                  <a:pt x="539867" y="35634"/>
                </a:lnTo>
                <a:cubicBezTo>
                  <a:pt x="539867" y="33147"/>
                  <a:pt x="541916" y="31245"/>
                  <a:pt x="544405" y="31245"/>
                </a:cubicBezTo>
                <a:close/>
                <a:moveTo>
                  <a:pt x="226832" y="31245"/>
                </a:moveTo>
                <a:lnTo>
                  <a:pt x="233273" y="31245"/>
                </a:lnTo>
                <a:cubicBezTo>
                  <a:pt x="234883" y="31245"/>
                  <a:pt x="236932" y="32269"/>
                  <a:pt x="237518" y="34171"/>
                </a:cubicBezTo>
                <a:lnTo>
                  <a:pt x="254793" y="86408"/>
                </a:lnTo>
                <a:lnTo>
                  <a:pt x="272063" y="34171"/>
                </a:lnTo>
                <a:cubicBezTo>
                  <a:pt x="272649" y="32269"/>
                  <a:pt x="274698" y="31245"/>
                  <a:pt x="276310" y="31245"/>
                </a:cubicBezTo>
                <a:lnTo>
                  <a:pt x="282749" y="31245"/>
                </a:lnTo>
                <a:cubicBezTo>
                  <a:pt x="285970" y="31245"/>
                  <a:pt x="288166" y="34024"/>
                  <a:pt x="286994" y="37244"/>
                </a:cubicBezTo>
                <a:lnTo>
                  <a:pt x="264012" y="102943"/>
                </a:lnTo>
                <a:cubicBezTo>
                  <a:pt x="263428" y="104698"/>
                  <a:pt x="261963" y="105869"/>
                  <a:pt x="260060" y="105869"/>
                </a:cubicBezTo>
                <a:lnTo>
                  <a:pt x="249521" y="105869"/>
                </a:lnTo>
                <a:cubicBezTo>
                  <a:pt x="247618" y="105869"/>
                  <a:pt x="246155" y="104698"/>
                  <a:pt x="245569" y="102943"/>
                </a:cubicBezTo>
                <a:lnTo>
                  <a:pt x="222587" y="37244"/>
                </a:lnTo>
                <a:cubicBezTo>
                  <a:pt x="221417" y="34024"/>
                  <a:pt x="223613" y="31245"/>
                  <a:pt x="226832" y="31245"/>
                </a:cubicBezTo>
                <a:close/>
                <a:moveTo>
                  <a:pt x="163288" y="31245"/>
                </a:moveTo>
                <a:lnTo>
                  <a:pt x="190223" y="31245"/>
                </a:lnTo>
                <a:cubicBezTo>
                  <a:pt x="192712" y="31245"/>
                  <a:pt x="194615" y="33147"/>
                  <a:pt x="194615" y="35634"/>
                </a:cubicBezTo>
                <a:lnTo>
                  <a:pt x="194615" y="90944"/>
                </a:lnTo>
                <a:lnTo>
                  <a:pt x="211009" y="90944"/>
                </a:lnTo>
                <a:cubicBezTo>
                  <a:pt x="213351" y="90944"/>
                  <a:pt x="215399" y="92992"/>
                  <a:pt x="215399" y="95480"/>
                </a:cubicBezTo>
                <a:lnTo>
                  <a:pt x="215399" y="101480"/>
                </a:lnTo>
                <a:cubicBezTo>
                  <a:pt x="215399" y="103967"/>
                  <a:pt x="213496" y="105869"/>
                  <a:pt x="211009" y="105869"/>
                </a:cubicBezTo>
                <a:lnTo>
                  <a:pt x="157141" y="105869"/>
                </a:lnTo>
                <a:cubicBezTo>
                  <a:pt x="154653" y="105869"/>
                  <a:pt x="152749" y="103967"/>
                  <a:pt x="152749" y="101480"/>
                </a:cubicBezTo>
                <a:lnTo>
                  <a:pt x="152749" y="95333"/>
                </a:lnTo>
                <a:cubicBezTo>
                  <a:pt x="152749" y="92846"/>
                  <a:pt x="154653" y="90944"/>
                  <a:pt x="157141" y="90944"/>
                </a:cubicBezTo>
                <a:lnTo>
                  <a:pt x="179683" y="90944"/>
                </a:lnTo>
                <a:lnTo>
                  <a:pt x="179683" y="46169"/>
                </a:lnTo>
                <a:lnTo>
                  <a:pt x="163142" y="46169"/>
                </a:lnTo>
                <a:cubicBezTo>
                  <a:pt x="160654" y="46169"/>
                  <a:pt x="158751" y="44267"/>
                  <a:pt x="158751" y="41779"/>
                </a:cubicBezTo>
                <a:lnTo>
                  <a:pt x="158751" y="35634"/>
                </a:lnTo>
                <a:cubicBezTo>
                  <a:pt x="158751" y="33147"/>
                  <a:pt x="160800" y="31245"/>
                  <a:pt x="163288" y="31245"/>
                </a:cubicBezTo>
                <a:close/>
                <a:moveTo>
                  <a:pt x="851539" y="29928"/>
                </a:moveTo>
                <a:lnTo>
                  <a:pt x="854759" y="29928"/>
                </a:lnTo>
                <a:cubicBezTo>
                  <a:pt x="868668" y="29928"/>
                  <a:pt x="879934" y="41340"/>
                  <a:pt x="879934" y="55241"/>
                </a:cubicBezTo>
                <a:lnTo>
                  <a:pt x="879934" y="82164"/>
                </a:lnTo>
                <a:cubicBezTo>
                  <a:pt x="879934" y="96066"/>
                  <a:pt x="868668" y="107478"/>
                  <a:pt x="854759" y="107478"/>
                </a:cubicBezTo>
                <a:lnTo>
                  <a:pt x="851539" y="107478"/>
                </a:lnTo>
                <a:cubicBezTo>
                  <a:pt x="837632" y="107478"/>
                  <a:pt x="826362" y="96066"/>
                  <a:pt x="826362" y="82164"/>
                </a:cubicBezTo>
                <a:lnTo>
                  <a:pt x="826362" y="55241"/>
                </a:lnTo>
                <a:cubicBezTo>
                  <a:pt x="826362" y="41340"/>
                  <a:pt x="837632" y="29928"/>
                  <a:pt x="851539" y="29928"/>
                </a:cubicBezTo>
                <a:close/>
                <a:moveTo>
                  <a:pt x="488635" y="29928"/>
                </a:moveTo>
                <a:lnTo>
                  <a:pt x="490245" y="29928"/>
                </a:lnTo>
                <a:cubicBezTo>
                  <a:pt x="503273" y="29928"/>
                  <a:pt x="515421" y="38853"/>
                  <a:pt x="515421" y="53924"/>
                </a:cubicBezTo>
                <a:cubicBezTo>
                  <a:pt x="515421" y="56412"/>
                  <a:pt x="513518" y="58314"/>
                  <a:pt x="511031" y="58314"/>
                </a:cubicBezTo>
                <a:lnTo>
                  <a:pt x="504883" y="58314"/>
                </a:lnTo>
                <a:cubicBezTo>
                  <a:pt x="502394" y="58314"/>
                  <a:pt x="500491" y="56412"/>
                  <a:pt x="500491" y="53924"/>
                </a:cubicBezTo>
                <a:cubicBezTo>
                  <a:pt x="500491" y="48657"/>
                  <a:pt x="496831" y="44853"/>
                  <a:pt x="490245" y="44853"/>
                </a:cubicBezTo>
                <a:lnTo>
                  <a:pt x="488635" y="44853"/>
                </a:lnTo>
                <a:cubicBezTo>
                  <a:pt x="481755" y="44853"/>
                  <a:pt x="478240" y="48364"/>
                  <a:pt x="478240" y="53193"/>
                </a:cubicBezTo>
                <a:cubicBezTo>
                  <a:pt x="478240" y="63728"/>
                  <a:pt x="517032" y="58022"/>
                  <a:pt x="517032" y="83482"/>
                </a:cubicBezTo>
                <a:cubicBezTo>
                  <a:pt x="517032" y="98406"/>
                  <a:pt x="504588" y="107478"/>
                  <a:pt x="491562" y="107478"/>
                </a:cubicBezTo>
                <a:lnTo>
                  <a:pt x="487022" y="107478"/>
                </a:lnTo>
                <a:cubicBezTo>
                  <a:pt x="473997" y="107478"/>
                  <a:pt x="461846" y="98406"/>
                  <a:pt x="461846" y="83482"/>
                </a:cubicBezTo>
                <a:lnTo>
                  <a:pt x="461846" y="81872"/>
                </a:lnTo>
                <a:cubicBezTo>
                  <a:pt x="461846" y="79384"/>
                  <a:pt x="463749" y="77482"/>
                  <a:pt x="466238" y="77482"/>
                </a:cubicBezTo>
                <a:lnTo>
                  <a:pt x="472384" y="77482"/>
                </a:lnTo>
                <a:cubicBezTo>
                  <a:pt x="474875" y="77482"/>
                  <a:pt x="476777" y="79384"/>
                  <a:pt x="476777" y="81872"/>
                </a:cubicBezTo>
                <a:lnTo>
                  <a:pt x="476777" y="83482"/>
                </a:lnTo>
                <a:cubicBezTo>
                  <a:pt x="476777" y="88456"/>
                  <a:pt x="480436" y="92553"/>
                  <a:pt x="487022" y="92553"/>
                </a:cubicBezTo>
                <a:lnTo>
                  <a:pt x="491562" y="92553"/>
                </a:lnTo>
                <a:cubicBezTo>
                  <a:pt x="498149" y="92553"/>
                  <a:pt x="502101" y="88456"/>
                  <a:pt x="502101" y="83482"/>
                </a:cubicBezTo>
                <a:cubicBezTo>
                  <a:pt x="502101" y="72800"/>
                  <a:pt x="463310" y="78799"/>
                  <a:pt x="463310" y="53193"/>
                </a:cubicBezTo>
                <a:cubicBezTo>
                  <a:pt x="463310" y="38122"/>
                  <a:pt x="475752" y="29928"/>
                  <a:pt x="488635" y="29928"/>
                </a:cubicBezTo>
                <a:close/>
                <a:moveTo>
                  <a:pt x="413248" y="29928"/>
                </a:moveTo>
                <a:lnTo>
                  <a:pt x="416176" y="29928"/>
                </a:lnTo>
                <a:cubicBezTo>
                  <a:pt x="430814" y="29928"/>
                  <a:pt x="441500" y="41926"/>
                  <a:pt x="441500" y="55241"/>
                </a:cubicBezTo>
                <a:lnTo>
                  <a:pt x="441500" y="65630"/>
                </a:lnTo>
                <a:cubicBezTo>
                  <a:pt x="441500" y="68118"/>
                  <a:pt x="439597" y="70020"/>
                  <a:pt x="437108" y="70020"/>
                </a:cubicBezTo>
                <a:lnTo>
                  <a:pt x="430959" y="70020"/>
                </a:lnTo>
                <a:cubicBezTo>
                  <a:pt x="428470" y="70020"/>
                  <a:pt x="426569" y="68118"/>
                  <a:pt x="426569" y="65630"/>
                </a:cubicBezTo>
                <a:lnTo>
                  <a:pt x="426569" y="55241"/>
                </a:lnTo>
                <a:cubicBezTo>
                  <a:pt x="426569" y="49242"/>
                  <a:pt x="421445" y="44853"/>
                  <a:pt x="416176" y="44853"/>
                </a:cubicBezTo>
                <a:lnTo>
                  <a:pt x="413248" y="44853"/>
                </a:lnTo>
                <a:cubicBezTo>
                  <a:pt x="407686" y="44853"/>
                  <a:pt x="402710" y="49242"/>
                  <a:pt x="402710" y="55241"/>
                </a:cubicBezTo>
                <a:lnTo>
                  <a:pt x="402710" y="90944"/>
                </a:lnTo>
                <a:lnTo>
                  <a:pt x="425106" y="90944"/>
                </a:lnTo>
                <a:cubicBezTo>
                  <a:pt x="427593" y="90944"/>
                  <a:pt x="429496" y="92846"/>
                  <a:pt x="429496" y="95333"/>
                </a:cubicBezTo>
                <a:lnTo>
                  <a:pt x="429496" y="101480"/>
                </a:lnTo>
                <a:cubicBezTo>
                  <a:pt x="429496" y="103967"/>
                  <a:pt x="427593" y="105869"/>
                  <a:pt x="425106" y="105869"/>
                </a:cubicBezTo>
                <a:lnTo>
                  <a:pt x="380166" y="105869"/>
                </a:lnTo>
                <a:cubicBezTo>
                  <a:pt x="377824" y="105869"/>
                  <a:pt x="375773" y="103967"/>
                  <a:pt x="375773" y="101480"/>
                </a:cubicBezTo>
                <a:lnTo>
                  <a:pt x="375773" y="95333"/>
                </a:lnTo>
                <a:cubicBezTo>
                  <a:pt x="375773" y="92846"/>
                  <a:pt x="377824" y="90944"/>
                  <a:pt x="380166" y="90944"/>
                </a:cubicBezTo>
                <a:lnTo>
                  <a:pt x="387777" y="90944"/>
                </a:lnTo>
                <a:lnTo>
                  <a:pt x="387777" y="55241"/>
                </a:lnTo>
                <a:cubicBezTo>
                  <a:pt x="387777" y="41926"/>
                  <a:pt x="398610" y="29928"/>
                  <a:pt x="413248" y="29928"/>
                </a:cubicBezTo>
                <a:close/>
                <a:moveTo>
                  <a:pt x="330236" y="29928"/>
                </a:moveTo>
                <a:lnTo>
                  <a:pt x="333456" y="29928"/>
                </a:lnTo>
                <a:cubicBezTo>
                  <a:pt x="347363" y="29928"/>
                  <a:pt x="358633" y="41340"/>
                  <a:pt x="358633" y="55241"/>
                </a:cubicBezTo>
                <a:lnTo>
                  <a:pt x="358633" y="71776"/>
                </a:lnTo>
                <a:cubicBezTo>
                  <a:pt x="358633" y="74263"/>
                  <a:pt x="356732" y="76165"/>
                  <a:pt x="354242" y="76165"/>
                </a:cubicBezTo>
                <a:lnTo>
                  <a:pt x="319990" y="76165"/>
                </a:lnTo>
                <a:lnTo>
                  <a:pt x="319990" y="82164"/>
                </a:lnTo>
                <a:cubicBezTo>
                  <a:pt x="319990" y="87871"/>
                  <a:pt x="324526" y="92553"/>
                  <a:pt x="330236" y="92553"/>
                </a:cubicBezTo>
                <a:lnTo>
                  <a:pt x="333456" y="92553"/>
                </a:lnTo>
                <a:cubicBezTo>
                  <a:pt x="340774" y="92553"/>
                  <a:pt x="343263" y="85676"/>
                  <a:pt x="343411" y="84798"/>
                </a:cubicBezTo>
                <a:cubicBezTo>
                  <a:pt x="343995" y="82458"/>
                  <a:pt x="346484" y="81140"/>
                  <a:pt x="348826" y="81726"/>
                </a:cubicBezTo>
                <a:lnTo>
                  <a:pt x="354681" y="83043"/>
                </a:lnTo>
                <a:cubicBezTo>
                  <a:pt x="357023" y="83628"/>
                  <a:pt x="358487" y="86408"/>
                  <a:pt x="357901" y="88602"/>
                </a:cubicBezTo>
                <a:cubicBezTo>
                  <a:pt x="354828" y="99577"/>
                  <a:pt x="345019" y="107478"/>
                  <a:pt x="333456" y="107478"/>
                </a:cubicBezTo>
                <a:lnTo>
                  <a:pt x="330236" y="107478"/>
                </a:lnTo>
                <a:cubicBezTo>
                  <a:pt x="316329" y="107478"/>
                  <a:pt x="305059" y="96066"/>
                  <a:pt x="305059" y="82164"/>
                </a:cubicBezTo>
                <a:lnTo>
                  <a:pt x="305059" y="55241"/>
                </a:lnTo>
                <a:cubicBezTo>
                  <a:pt x="305059" y="41340"/>
                  <a:pt x="316329" y="29928"/>
                  <a:pt x="330236" y="29928"/>
                </a:cubicBezTo>
                <a:close/>
                <a:moveTo>
                  <a:pt x="105908" y="29928"/>
                </a:moveTo>
                <a:lnTo>
                  <a:pt x="108835" y="29928"/>
                </a:lnTo>
                <a:cubicBezTo>
                  <a:pt x="122741" y="29928"/>
                  <a:pt x="134159" y="41340"/>
                  <a:pt x="134159" y="55241"/>
                </a:cubicBezTo>
                <a:lnTo>
                  <a:pt x="134159" y="101480"/>
                </a:lnTo>
                <a:cubicBezTo>
                  <a:pt x="134159" y="103967"/>
                  <a:pt x="132402" y="105869"/>
                  <a:pt x="129768" y="105869"/>
                </a:cubicBezTo>
                <a:lnTo>
                  <a:pt x="123620" y="105869"/>
                </a:lnTo>
                <a:cubicBezTo>
                  <a:pt x="121131" y="105869"/>
                  <a:pt x="119228" y="103967"/>
                  <a:pt x="119228" y="101480"/>
                </a:cubicBezTo>
                <a:lnTo>
                  <a:pt x="119228" y="55241"/>
                </a:lnTo>
                <a:cubicBezTo>
                  <a:pt x="119228" y="49535"/>
                  <a:pt x="114691" y="44853"/>
                  <a:pt x="108835" y="44853"/>
                </a:cubicBezTo>
                <a:lnTo>
                  <a:pt x="105908" y="44853"/>
                </a:lnTo>
                <a:cubicBezTo>
                  <a:pt x="100199" y="44853"/>
                  <a:pt x="95368" y="49535"/>
                  <a:pt x="95368" y="55241"/>
                </a:cubicBezTo>
                <a:lnTo>
                  <a:pt x="95368" y="101480"/>
                </a:lnTo>
                <a:cubicBezTo>
                  <a:pt x="95368" y="103967"/>
                  <a:pt x="93465" y="105869"/>
                  <a:pt x="90977" y="105869"/>
                </a:cubicBezTo>
                <a:lnTo>
                  <a:pt x="84829" y="105869"/>
                </a:lnTo>
                <a:cubicBezTo>
                  <a:pt x="82340" y="105869"/>
                  <a:pt x="80437" y="103967"/>
                  <a:pt x="80437" y="101480"/>
                </a:cubicBezTo>
                <a:lnTo>
                  <a:pt x="80437" y="35634"/>
                </a:lnTo>
                <a:cubicBezTo>
                  <a:pt x="80437" y="33147"/>
                  <a:pt x="82487" y="31245"/>
                  <a:pt x="84975" y="31245"/>
                </a:cubicBezTo>
                <a:lnTo>
                  <a:pt x="90977" y="31245"/>
                </a:lnTo>
                <a:cubicBezTo>
                  <a:pt x="92148" y="31245"/>
                  <a:pt x="93465" y="31830"/>
                  <a:pt x="94197" y="32708"/>
                </a:cubicBezTo>
                <a:cubicBezTo>
                  <a:pt x="97710" y="30806"/>
                  <a:pt x="101662" y="29928"/>
                  <a:pt x="105908" y="29928"/>
                </a:cubicBezTo>
                <a:close/>
                <a:moveTo>
                  <a:pt x="622411" y="1687"/>
                </a:moveTo>
                <a:lnTo>
                  <a:pt x="628704" y="1687"/>
                </a:lnTo>
                <a:cubicBezTo>
                  <a:pt x="631193" y="1687"/>
                  <a:pt x="633097" y="3590"/>
                  <a:pt x="633097" y="6077"/>
                </a:cubicBezTo>
                <a:lnTo>
                  <a:pt x="633097" y="34317"/>
                </a:lnTo>
                <a:lnTo>
                  <a:pt x="658275" y="34317"/>
                </a:lnTo>
                <a:cubicBezTo>
                  <a:pt x="660762" y="34317"/>
                  <a:pt x="662811" y="36220"/>
                  <a:pt x="662811" y="38707"/>
                </a:cubicBezTo>
                <a:lnTo>
                  <a:pt x="662811" y="44853"/>
                </a:lnTo>
                <a:cubicBezTo>
                  <a:pt x="662811" y="47340"/>
                  <a:pt x="660762" y="49242"/>
                  <a:pt x="658275" y="49242"/>
                </a:cubicBezTo>
                <a:lnTo>
                  <a:pt x="633097" y="49242"/>
                </a:lnTo>
                <a:lnTo>
                  <a:pt x="633097" y="82165"/>
                </a:lnTo>
                <a:cubicBezTo>
                  <a:pt x="633097" y="87871"/>
                  <a:pt x="637634" y="92553"/>
                  <a:pt x="643490" y="92553"/>
                </a:cubicBezTo>
                <a:cubicBezTo>
                  <a:pt x="649197" y="92553"/>
                  <a:pt x="653883" y="87871"/>
                  <a:pt x="653883" y="82165"/>
                </a:cubicBezTo>
                <a:lnTo>
                  <a:pt x="653883" y="78945"/>
                </a:lnTo>
                <a:cubicBezTo>
                  <a:pt x="653883" y="76458"/>
                  <a:pt x="655786" y="74555"/>
                  <a:pt x="658275" y="74555"/>
                </a:cubicBezTo>
                <a:lnTo>
                  <a:pt x="664421" y="74555"/>
                </a:lnTo>
                <a:cubicBezTo>
                  <a:pt x="666911" y="74555"/>
                  <a:pt x="668814" y="76458"/>
                  <a:pt x="668814" y="78945"/>
                </a:cubicBezTo>
                <a:lnTo>
                  <a:pt x="668814" y="82164"/>
                </a:lnTo>
                <a:cubicBezTo>
                  <a:pt x="668814" y="96212"/>
                  <a:pt x="657396" y="107478"/>
                  <a:pt x="643490" y="107478"/>
                </a:cubicBezTo>
                <a:cubicBezTo>
                  <a:pt x="629438" y="107478"/>
                  <a:pt x="618166" y="96212"/>
                  <a:pt x="618166" y="82164"/>
                </a:cubicBezTo>
                <a:lnTo>
                  <a:pt x="618166" y="49242"/>
                </a:lnTo>
                <a:lnTo>
                  <a:pt x="610555" y="49242"/>
                </a:lnTo>
                <a:cubicBezTo>
                  <a:pt x="608065" y="49242"/>
                  <a:pt x="606162" y="47193"/>
                  <a:pt x="606162" y="44706"/>
                </a:cubicBezTo>
                <a:lnTo>
                  <a:pt x="606162" y="38853"/>
                </a:lnTo>
                <a:cubicBezTo>
                  <a:pt x="606162" y="36366"/>
                  <a:pt x="608065" y="34317"/>
                  <a:pt x="610555" y="34317"/>
                </a:cubicBezTo>
                <a:lnTo>
                  <a:pt x="618166" y="34317"/>
                </a:lnTo>
                <a:lnTo>
                  <a:pt x="618166" y="6077"/>
                </a:lnTo>
                <a:cubicBezTo>
                  <a:pt x="618166" y="3590"/>
                  <a:pt x="619776" y="1687"/>
                  <a:pt x="622411" y="1687"/>
                </a:cubicBezTo>
                <a:close/>
                <a:moveTo>
                  <a:pt x="560800" y="1687"/>
                </a:moveTo>
                <a:lnTo>
                  <a:pt x="572656" y="1687"/>
                </a:lnTo>
                <a:cubicBezTo>
                  <a:pt x="575145" y="1687"/>
                  <a:pt x="577047" y="3590"/>
                  <a:pt x="577047" y="6077"/>
                </a:cubicBezTo>
                <a:lnTo>
                  <a:pt x="577047" y="18076"/>
                </a:lnTo>
                <a:cubicBezTo>
                  <a:pt x="577047" y="20563"/>
                  <a:pt x="575145" y="22465"/>
                  <a:pt x="572656" y="22465"/>
                </a:cubicBezTo>
                <a:lnTo>
                  <a:pt x="560800" y="22465"/>
                </a:lnTo>
                <a:cubicBezTo>
                  <a:pt x="558311" y="22465"/>
                  <a:pt x="556261" y="20563"/>
                  <a:pt x="556261" y="18076"/>
                </a:cubicBezTo>
                <a:lnTo>
                  <a:pt x="556261" y="6077"/>
                </a:lnTo>
                <a:cubicBezTo>
                  <a:pt x="556261" y="3590"/>
                  <a:pt x="558311" y="1687"/>
                  <a:pt x="560800" y="1687"/>
                </a:cubicBezTo>
                <a:close/>
                <a:moveTo>
                  <a:pt x="179683" y="1687"/>
                </a:moveTo>
                <a:lnTo>
                  <a:pt x="191540" y="1687"/>
                </a:lnTo>
                <a:cubicBezTo>
                  <a:pt x="194029" y="1687"/>
                  <a:pt x="195930" y="3590"/>
                  <a:pt x="195930" y="6077"/>
                </a:cubicBezTo>
                <a:lnTo>
                  <a:pt x="195930" y="18076"/>
                </a:lnTo>
                <a:cubicBezTo>
                  <a:pt x="195930" y="20563"/>
                  <a:pt x="194029" y="22465"/>
                  <a:pt x="191540" y="22465"/>
                </a:cubicBezTo>
                <a:lnTo>
                  <a:pt x="179683" y="22465"/>
                </a:lnTo>
                <a:cubicBezTo>
                  <a:pt x="177195" y="22465"/>
                  <a:pt x="175146" y="20563"/>
                  <a:pt x="175146" y="18076"/>
                </a:cubicBezTo>
                <a:lnTo>
                  <a:pt x="175146" y="6077"/>
                </a:lnTo>
                <a:cubicBezTo>
                  <a:pt x="175146" y="3590"/>
                  <a:pt x="177195" y="1687"/>
                  <a:pt x="179683" y="1687"/>
                </a:cubicBezTo>
                <a:close/>
                <a:moveTo>
                  <a:pt x="7540" y="1687"/>
                </a:moveTo>
                <a:lnTo>
                  <a:pt x="13542" y="1687"/>
                </a:lnTo>
                <a:cubicBezTo>
                  <a:pt x="16030" y="1687"/>
                  <a:pt x="17933" y="3590"/>
                  <a:pt x="17933" y="6077"/>
                </a:cubicBezTo>
                <a:lnTo>
                  <a:pt x="17933" y="82164"/>
                </a:lnTo>
                <a:cubicBezTo>
                  <a:pt x="17933" y="87871"/>
                  <a:pt x="22617" y="92553"/>
                  <a:pt x="28326" y="92553"/>
                </a:cubicBezTo>
                <a:lnTo>
                  <a:pt x="31546" y="92553"/>
                </a:lnTo>
                <a:cubicBezTo>
                  <a:pt x="37255" y="92553"/>
                  <a:pt x="41939" y="87871"/>
                  <a:pt x="41939" y="82164"/>
                </a:cubicBezTo>
                <a:lnTo>
                  <a:pt x="41939" y="6077"/>
                </a:lnTo>
                <a:cubicBezTo>
                  <a:pt x="41939" y="3590"/>
                  <a:pt x="43842" y="1687"/>
                  <a:pt x="46331" y="1687"/>
                </a:cubicBezTo>
                <a:lnTo>
                  <a:pt x="52332" y="1687"/>
                </a:lnTo>
                <a:cubicBezTo>
                  <a:pt x="54821" y="1687"/>
                  <a:pt x="56724" y="3590"/>
                  <a:pt x="56724" y="6077"/>
                </a:cubicBezTo>
                <a:lnTo>
                  <a:pt x="56724" y="82164"/>
                </a:lnTo>
                <a:cubicBezTo>
                  <a:pt x="56724" y="96066"/>
                  <a:pt x="45452" y="107478"/>
                  <a:pt x="31546" y="107478"/>
                </a:cubicBezTo>
                <a:lnTo>
                  <a:pt x="28326" y="107478"/>
                </a:lnTo>
                <a:cubicBezTo>
                  <a:pt x="14420" y="107478"/>
                  <a:pt x="3149" y="96066"/>
                  <a:pt x="3149" y="82164"/>
                </a:cubicBezTo>
                <a:lnTo>
                  <a:pt x="3149" y="6077"/>
                </a:lnTo>
                <a:cubicBezTo>
                  <a:pt x="3149" y="3590"/>
                  <a:pt x="5051" y="1687"/>
                  <a:pt x="7540" y="1687"/>
                </a:cubicBezTo>
                <a:close/>
                <a:moveTo>
                  <a:pt x="937375" y="0"/>
                </a:moveTo>
                <a:lnTo>
                  <a:pt x="943236" y="0"/>
                </a:lnTo>
                <a:cubicBezTo>
                  <a:pt x="958165" y="0"/>
                  <a:pt x="967090" y="12291"/>
                  <a:pt x="967090" y="25313"/>
                </a:cubicBezTo>
                <a:lnTo>
                  <a:pt x="967090" y="34385"/>
                </a:lnTo>
                <a:cubicBezTo>
                  <a:pt x="967090" y="36873"/>
                  <a:pt x="965188" y="38775"/>
                  <a:pt x="962699" y="38775"/>
                </a:cubicBezTo>
                <a:lnTo>
                  <a:pt x="956555" y="38775"/>
                </a:lnTo>
                <a:cubicBezTo>
                  <a:pt x="954064" y="38775"/>
                  <a:pt x="952162" y="36873"/>
                  <a:pt x="952162" y="34385"/>
                </a:cubicBezTo>
                <a:lnTo>
                  <a:pt x="952162" y="25313"/>
                </a:lnTo>
                <a:cubicBezTo>
                  <a:pt x="952162" y="18729"/>
                  <a:pt x="948210" y="14924"/>
                  <a:pt x="943087" y="14924"/>
                </a:cubicBezTo>
                <a:lnTo>
                  <a:pt x="937524" y="14924"/>
                </a:lnTo>
                <a:cubicBezTo>
                  <a:pt x="932550" y="14924"/>
                  <a:pt x="928449" y="18729"/>
                  <a:pt x="928449" y="25313"/>
                </a:cubicBezTo>
                <a:lnTo>
                  <a:pt x="928449" y="37390"/>
                </a:lnTo>
                <a:lnTo>
                  <a:pt x="941917" y="37390"/>
                </a:lnTo>
                <a:cubicBezTo>
                  <a:pt x="944256" y="37390"/>
                  <a:pt x="946309" y="39292"/>
                  <a:pt x="946309" y="41779"/>
                </a:cubicBezTo>
                <a:lnTo>
                  <a:pt x="946309" y="47925"/>
                </a:lnTo>
                <a:cubicBezTo>
                  <a:pt x="946309" y="50413"/>
                  <a:pt x="944256" y="52315"/>
                  <a:pt x="941917" y="52315"/>
                </a:cubicBezTo>
                <a:lnTo>
                  <a:pt x="928449" y="52315"/>
                </a:lnTo>
                <a:lnTo>
                  <a:pt x="928449" y="90944"/>
                </a:lnTo>
                <a:lnTo>
                  <a:pt x="950841" y="90944"/>
                </a:lnTo>
                <a:cubicBezTo>
                  <a:pt x="953332" y="90944"/>
                  <a:pt x="955234" y="92846"/>
                  <a:pt x="955234" y="95333"/>
                </a:cubicBezTo>
                <a:lnTo>
                  <a:pt x="955234" y="101480"/>
                </a:lnTo>
                <a:cubicBezTo>
                  <a:pt x="955234" y="103967"/>
                  <a:pt x="953332" y="105869"/>
                  <a:pt x="950841" y="105869"/>
                </a:cubicBezTo>
                <a:lnTo>
                  <a:pt x="904296" y="105869"/>
                </a:lnTo>
                <a:cubicBezTo>
                  <a:pt x="901805" y="105869"/>
                  <a:pt x="900053" y="103967"/>
                  <a:pt x="900053" y="101480"/>
                </a:cubicBezTo>
                <a:lnTo>
                  <a:pt x="900053" y="95333"/>
                </a:lnTo>
                <a:cubicBezTo>
                  <a:pt x="900053" y="92846"/>
                  <a:pt x="901805" y="90944"/>
                  <a:pt x="904296" y="90944"/>
                </a:cubicBezTo>
                <a:lnTo>
                  <a:pt x="913519" y="90944"/>
                </a:lnTo>
                <a:lnTo>
                  <a:pt x="913519" y="52315"/>
                </a:lnTo>
                <a:lnTo>
                  <a:pt x="905907" y="52315"/>
                </a:lnTo>
                <a:cubicBezTo>
                  <a:pt x="903415" y="52315"/>
                  <a:pt x="901514" y="50413"/>
                  <a:pt x="901514" y="47925"/>
                </a:cubicBezTo>
                <a:lnTo>
                  <a:pt x="901514" y="41779"/>
                </a:lnTo>
                <a:cubicBezTo>
                  <a:pt x="901514" y="39292"/>
                  <a:pt x="903415" y="37390"/>
                  <a:pt x="905907" y="37390"/>
                </a:cubicBezTo>
                <a:lnTo>
                  <a:pt x="913519" y="37390"/>
                </a:lnTo>
                <a:lnTo>
                  <a:pt x="913519" y="25313"/>
                </a:lnTo>
                <a:cubicBezTo>
                  <a:pt x="913519" y="12291"/>
                  <a:pt x="922446" y="0"/>
                  <a:pt x="93737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5" name="Textplatzhalter 14">
            <a:extLst>
              <a:ext uri="{FF2B5EF4-FFF2-40B4-BE49-F238E27FC236}">
                <a16:creationId xmlns:a16="http://schemas.microsoft.com/office/drawing/2014/main" id="{FC186049-0287-BA6F-B10A-90645F7C4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83380"/>
            <a:ext cx="1368426" cy="470893"/>
          </a:xfrm>
          <a:custGeom>
            <a:avLst/>
            <a:gdLst>
              <a:gd name="connsiteX0" fmla="*/ 223905 w 1368735"/>
              <a:gd name="connsiteY0" fmla="*/ 303445 h 473089"/>
              <a:gd name="connsiteX1" fmla="*/ 203373 w 1368735"/>
              <a:gd name="connsiteY1" fmla="*/ 382705 h 473089"/>
              <a:gd name="connsiteX2" fmla="*/ 251095 w 1368735"/>
              <a:gd name="connsiteY2" fmla="*/ 382705 h 473089"/>
              <a:gd name="connsiteX3" fmla="*/ 230563 w 1368735"/>
              <a:gd name="connsiteY3" fmla="*/ 303445 h 473089"/>
              <a:gd name="connsiteX4" fmla="*/ 635292 w 1368735"/>
              <a:gd name="connsiteY4" fmla="*/ 275078 h 473089"/>
              <a:gd name="connsiteX5" fmla="*/ 717418 w 1368735"/>
              <a:gd name="connsiteY5" fmla="*/ 275078 h 473089"/>
              <a:gd name="connsiteX6" fmla="*/ 725743 w 1368735"/>
              <a:gd name="connsiteY6" fmla="*/ 283421 h 473089"/>
              <a:gd name="connsiteX7" fmla="*/ 725743 w 1368735"/>
              <a:gd name="connsiteY7" fmla="*/ 294824 h 473089"/>
              <a:gd name="connsiteX8" fmla="*/ 723521 w 1368735"/>
              <a:gd name="connsiteY8" fmla="*/ 303445 h 473089"/>
              <a:gd name="connsiteX9" fmla="*/ 657764 w 1368735"/>
              <a:gd name="connsiteY9" fmla="*/ 444724 h 473089"/>
              <a:gd name="connsiteX10" fmla="*/ 723244 w 1368735"/>
              <a:gd name="connsiteY10" fmla="*/ 444724 h 473089"/>
              <a:gd name="connsiteX11" fmla="*/ 731567 w 1368735"/>
              <a:gd name="connsiteY11" fmla="*/ 453066 h 473089"/>
              <a:gd name="connsiteX12" fmla="*/ 731567 w 1368735"/>
              <a:gd name="connsiteY12" fmla="*/ 464746 h 473089"/>
              <a:gd name="connsiteX13" fmla="*/ 723244 w 1368735"/>
              <a:gd name="connsiteY13" fmla="*/ 473089 h 473089"/>
              <a:gd name="connsiteX14" fmla="*/ 632516 w 1368735"/>
              <a:gd name="connsiteY14" fmla="*/ 473089 h 473089"/>
              <a:gd name="connsiteX15" fmla="*/ 624193 w 1368735"/>
              <a:gd name="connsiteY15" fmla="*/ 464746 h 473089"/>
              <a:gd name="connsiteX16" fmla="*/ 624193 w 1368735"/>
              <a:gd name="connsiteY16" fmla="*/ 454735 h 473089"/>
              <a:gd name="connsiteX17" fmla="*/ 626412 w 1368735"/>
              <a:gd name="connsiteY17" fmla="*/ 445279 h 473089"/>
              <a:gd name="connsiteX18" fmla="*/ 692169 w 1368735"/>
              <a:gd name="connsiteY18" fmla="*/ 303445 h 473089"/>
              <a:gd name="connsiteX19" fmla="*/ 635569 w 1368735"/>
              <a:gd name="connsiteY19" fmla="*/ 303445 h 473089"/>
              <a:gd name="connsiteX20" fmla="*/ 626966 w 1368735"/>
              <a:gd name="connsiteY20" fmla="*/ 295101 h 473089"/>
              <a:gd name="connsiteX21" fmla="*/ 626966 w 1368735"/>
              <a:gd name="connsiteY21" fmla="*/ 283421 h 473089"/>
              <a:gd name="connsiteX22" fmla="*/ 635292 w 1368735"/>
              <a:gd name="connsiteY22" fmla="*/ 275078 h 473089"/>
              <a:gd name="connsiteX23" fmla="*/ 468542 w 1368735"/>
              <a:gd name="connsiteY23" fmla="*/ 275078 h 473089"/>
              <a:gd name="connsiteX24" fmla="*/ 500448 w 1368735"/>
              <a:gd name="connsiteY24" fmla="*/ 275078 h 473089"/>
              <a:gd name="connsiteX25" fmla="*/ 508497 w 1368735"/>
              <a:gd name="connsiteY25" fmla="*/ 280362 h 473089"/>
              <a:gd name="connsiteX26" fmla="*/ 545952 w 1368735"/>
              <a:gd name="connsiteY26" fmla="*/ 408013 h 473089"/>
              <a:gd name="connsiteX27" fmla="*/ 552333 w 1368735"/>
              <a:gd name="connsiteY27" fmla="*/ 441385 h 473089"/>
              <a:gd name="connsiteX28" fmla="*/ 558993 w 1368735"/>
              <a:gd name="connsiteY28" fmla="*/ 441385 h 473089"/>
              <a:gd name="connsiteX29" fmla="*/ 556494 w 1368735"/>
              <a:gd name="connsiteY29" fmla="*/ 408013 h 473089"/>
              <a:gd name="connsiteX30" fmla="*/ 556494 w 1368735"/>
              <a:gd name="connsiteY30" fmla="*/ 283421 h 473089"/>
              <a:gd name="connsiteX31" fmla="*/ 564820 w 1368735"/>
              <a:gd name="connsiteY31" fmla="*/ 275078 h 473089"/>
              <a:gd name="connsiteX32" fmla="*/ 576470 w 1368735"/>
              <a:gd name="connsiteY32" fmla="*/ 275078 h 473089"/>
              <a:gd name="connsiteX33" fmla="*/ 584796 w 1368735"/>
              <a:gd name="connsiteY33" fmla="*/ 283421 h 473089"/>
              <a:gd name="connsiteX34" fmla="*/ 584796 w 1368735"/>
              <a:gd name="connsiteY34" fmla="*/ 464746 h 473089"/>
              <a:gd name="connsiteX35" fmla="*/ 576470 w 1368735"/>
              <a:gd name="connsiteY35" fmla="*/ 473089 h 473089"/>
              <a:gd name="connsiteX36" fmla="*/ 544287 w 1368735"/>
              <a:gd name="connsiteY36" fmla="*/ 473089 h 473089"/>
              <a:gd name="connsiteX37" fmla="*/ 536241 w 1368735"/>
              <a:gd name="connsiteY37" fmla="*/ 467529 h 473089"/>
              <a:gd name="connsiteX38" fmla="*/ 498786 w 1368735"/>
              <a:gd name="connsiteY38" fmla="*/ 339877 h 473089"/>
              <a:gd name="connsiteX39" fmla="*/ 492402 w 1368735"/>
              <a:gd name="connsiteY39" fmla="*/ 306782 h 473089"/>
              <a:gd name="connsiteX40" fmla="*/ 485745 w 1368735"/>
              <a:gd name="connsiteY40" fmla="*/ 306782 h 473089"/>
              <a:gd name="connsiteX41" fmla="*/ 488241 w 1368735"/>
              <a:gd name="connsiteY41" fmla="*/ 339877 h 473089"/>
              <a:gd name="connsiteX42" fmla="*/ 488241 w 1368735"/>
              <a:gd name="connsiteY42" fmla="*/ 464746 h 473089"/>
              <a:gd name="connsiteX43" fmla="*/ 479918 w 1368735"/>
              <a:gd name="connsiteY43" fmla="*/ 473089 h 473089"/>
              <a:gd name="connsiteX44" fmla="*/ 468265 w 1368735"/>
              <a:gd name="connsiteY44" fmla="*/ 473089 h 473089"/>
              <a:gd name="connsiteX45" fmla="*/ 459943 w 1368735"/>
              <a:gd name="connsiteY45" fmla="*/ 464746 h 473089"/>
              <a:gd name="connsiteX46" fmla="*/ 459943 w 1368735"/>
              <a:gd name="connsiteY46" fmla="*/ 283421 h 473089"/>
              <a:gd name="connsiteX47" fmla="*/ 468542 w 1368735"/>
              <a:gd name="connsiteY47" fmla="*/ 275078 h 473089"/>
              <a:gd name="connsiteX48" fmla="*/ 326285 w 1368735"/>
              <a:gd name="connsiteY48" fmla="*/ 275078 h 473089"/>
              <a:gd name="connsiteX49" fmla="*/ 411187 w 1368735"/>
              <a:gd name="connsiteY49" fmla="*/ 275078 h 473089"/>
              <a:gd name="connsiteX50" fmla="*/ 419510 w 1368735"/>
              <a:gd name="connsiteY50" fmla="*/ 283421 h 473089"/>
              <a:gd name="connsiteX51" fmla="*/ 419510 w 1368735"/>
              <a:gd name="connsiteY51" fmla="*/ 295101 h 473089"/>
              <a:gd name="connsiteX52" fmla="*/ 411187 w 1368735"/>
              <a:gd name="connsiteY52" fmla="*/ 303445 h 473089"/>
              <a:gd name="connsiteX53" fmla="*/ 382885 w 1368735"/>
              <a:gd name="connsiteY53" fmla="*/ 303445 h 473089"/>
              <a:gd name="connsiteX54" fmla="*/ 382885 w 1368735"/>
              <a:gd name="connsiteY54" fmla="*/ 444724 h 473089"/>
              <a:gd name="connsiteX55" fmla="*/ 414237 w 1368735"/>
              <a:gd name="connsiteY55" fmla="*/ 444724 h 473089"/>
              <a:gd name="connsiteX56" fmla="*/ 422563 w 1368735"/>
              <a:gd name="connsiteY56" fmla="*/ 453066 h 473089"/>
              <a:gd name="connsiteX57" fmla="*/ 422563 w 1368735"/>
              <a:gd name="connsiteY57" fmla="*/ 464746 h 473089"/>
              <a:gd name="connsiteX58" fmla="*/ 414237 w 1368735"/>
              <a:gd name="connsiteY58" fmla="*/ 473089 h 473089"/>
              <a:gd name="connsiteX59" fmla="*/ 323233 w 1368735"/>
              <a:gd name="connsiteY59" fmla="*/ 473089 h 473089"/>
              <a:gd name="connsiteX60" fmla="*/ 314910 w 1368735"/>
              <a:gd name="connsiteY60" fmla="*/ 464746 h 473089"/>
              <a:gd name="connsiteX61" fmla="*/ 314910 w 1368735"/>
              <a:gd name="connsiteY61" fmla="*/ 453066 h 473089"/>
              <a:gd name="connsiteX62" fmla="*/ 323233 w 1368735"/>
              <a:gd name="connsiteY62" fmla="*/ 444724 h 473089"/>
              <a:gd name="connsiteX63" fmla="*/ 354587 w 1368735"/>
              <a:gd name="connsiteY63" fmla="*/ 444724 h 473089"/>
              <a:gd name="connsiteX64" fmla="*/ 354587 w 1368735"/>
              <a:gd name="connsiteY64" fmla="*/ 303445 h 473089"/>
              <a:gd name="connsiteX65" fmla="*/ 326285 w 1368735"/>
              <a:gd name="connsiteY65" fmla="*/ 303445 h 473089"/>
              <a:gd name="connsiteX66" fmla="*/ 317962 w 1368735"/>
              <a:gd name="connsiteY66" fmla="*/ 295101 h 473089"/>
              <a:gd name="connsiteX67" fmla="*/ 317962 w 1368735"/>
              <a:gd name="connsiteY67" fmla="*/ 283421 h 473089"/>
              <a:gd name="connsiteX68" fmla="*/ 326285 w 1368735"/>
              <a:gd name="connsiteY68" fmla="*/ 275078 h 473089"/>
              <a:gd name="connsiteX69" fmla="*/ 208922 w 1368735"/>
              <a:gd name="connsiteY69" fmla="*/ 275078 h 473089"/>
              <a:gd name="connsiteX70" fmla="*/ 245547 w 1368735"/>
              <a:gd name="connsiteY70" fmla="*/ 275078 h 473089"/>
              <a:gd name="connsiteX71" fmla="*/ 253870 w 1368735"/>
              <a:gd name="connsiteY71" fmla="*/ 281197 h 473089"/>
              <a:gd name="connsiteX72" fmla="*/ 283558 w 1368735"/>
              <a:gd name="connsiteY72" fmla="*/ 394108 h 473089"/>
              <a:gd name="connsiteX73" fmla="*/ 283835 w 1368735"/>
              <a:gd name="connsiteY73" fmla="*/ 395777 h 473089"/>
              <a:gd name="connsiteX74" fmla="*/ 283835 w 1368735"/>
              <a:gd name="connsiteY74" fmla="*/ 464746 h 473089"/>
              <a:gd name="connsiteX75" fmla="*/ 275511 w 1368735"/>
              <a:gd name="connsiteY75" fmla="*/ 473089 h 473089"/>
              <a:gd name="connsiteX76" fmla="*/ 263859 w 1368735"/>
              <a:gd name="connsiteY76" fmla="*/ 473089 h 473089"/>
              <a:gd name="connsiteX77" fmla="*/ 255535 w 1368735"/>
              <a:gd name="connsiteY77" fmla="*/ 464746 h 473089"/>
              <a:gd name="connsiteX78" fmla="*/ 255535 w 1368735"/>
              <a:gd name="connsiteY78" fmla="*/ 411074 h 473089"/>
              <a:gd name="connsiteX79" fmla="*/ 198934 w 1368735"/>
              <a:gd name="connsiteY79" fmla="*/ 411074 h 473089"/>
              <a:gd name="connsiteX80" fmla="*/ 198934 w 1368735"/>
              <a:gd name="connsiteY80" fmla="*/ 464746 h 473089"/>
              <a:gd name="connsiteX81" fmla="*/ 190888 w 1368735"/>
              <a:gd name="connsiteY81" fmla="*/ 473089 h 473089"/>
              <a:gd name="connsiteX82" fmla="*/ 178958 w 1368735"/>
              <a:gd name="connsiteY82" fmla="*/ 473089 h 473089"/>
              <a:gd name="connsiteX83" fmla="*/ 170634 w 1368735"/>
              <a:gd name="connsiteY83" fmla="*/ 464746 h 473089"/>
              <a:gd name="connsiteX84" fmla="*/ 170634 w 1368735"/>
              <a:gd name="connsiteY84" fmla="*/ 395777 h 473089"/>
              <a:gd name="connsiteX85" fmla="*/ 170911 w 1368735"/>
              <a:gd name="connsiteY85" fmla="*/ 394108 h 473089"/>
              <a:gd name="connsiteX86" fmla="*/ 200599 w 1368735"/>
              <a:gd name="connsiteY86" fmla="*/ 281197 h 473089"/>
              <a:gd name="connsiteX87" fmla="*/ 208922 w 1368735"/>
              <a:gd name="connsiteY87" fmla="*/ 275078 h 473089"/>
              <a:gd name="connsiteX88" fmla="*/ 8324 w 1368735"/>
              <a:gd name="connsiteY88" fmla="*/ 275078 h 473089"/>
              <a:gd name="connsiteX89" fmla="*/ 40231 w 1368735"/>
              <a:gd name="connsiteY89" fmla="*/ 275078 h 473089"/>
              <a:gd name="connsiteX90" fmla="*/ 47999 w 1368735"/>
              <a:gd name="connsiteY90" fmla="*/ 280362 h 473089"/>
              <a:gd name="connsiteX91" fmla="*/ 63814 w 1368735"/>
              <a:gd name="connsiteY91" fmla="*/ 345717 h 473089"/>
              <a:gd name="connsiteX92" fmla="*/ 66866 w 1368735"/>
              <a:gd name="connsiteY92" fmla="*/ 367409 h 473089"/>
              <a:gd name="connsiteX93" fmla="*/ 69918 w 1368735"/>
              <a:gd name="connsiteY93" fmla="*/ 345717 h 473089"/>
              <a:gd name="connsiteX94" fmla="*/ 85733 w 1368735"/>
              <a:gd name="connsiteY94" fmla="*/ 280362 h 473089"/>
              <a:gd name="connsiteX95" fmla="*/ 93502 w 1368735"/>
              <a:gd name="connsiteY95" fmla="*/ 275078 h 473089"/>
              <a:gd name="connsiteX96" fmla="*/ 125409 w 1368735"/>
              <a:gd name="connsiteY96" fmla="*/ 275078 h 473089"/>
              <a:gd name="connsiteX97" fmla="*/ 133732 w 1368735"/>
              <a:gd name="connsiteY97" fmla="*/ 283421 h 473089"/>
              <a:gd name="connsiteX98" fmla="*/ 133732 w 1368735"/>
              <a:gd name="connsiteY98" fmla="*/ 464746 h 473089"/>
              <a:gd name="connsiteX99" fmla="*/ 125409 w 1368735"/>
              <a:gd name="connsiteY99" fmla="*/ 473089 h 473089"/>
              <a:gd name="connsiteX100" fmla="*/ 113756 w 1368735"/>
              <a:gd name="connsiteY100" fmla="*/ 473089 h 473089"/>
              <a:gd name="connsiteX101" fmla="*/ 105433 w 1368735"/>
              <a:gd name="connsiteY101" fmla="*/ 464746 h 473089"/>
              <a:gd name="connsiteX102" fmla="*/ 105433 w 1368735"/>
              <a:gd name="connsiteY102" fmla="*/ 339877 h 473089"/>
              <a:gd name="connsiteX103" fmla="*/ 107652 w 1368735"/>
              <a:gd name="connsiteY103" fmla="*/ 307060 h 473089"/>
              <a:gd name="connsiteX104" fmla="*/ 101271 w 1368735"/>
              <a:gd name="connsiteY104" fmla="*/ 307060 h 473089"/>
              <a:gd name="connsiteX105" fmla="*/ 96276 w 1368735"/>
              <a:gd name="connsiteY105" fmla="*/ 339877 h 473089"/>
              <a:gd name="connsiteX106" fmla="*/ 82126 w 1368735"/>
              <a:gd name="connsiteY106" fmla="*/ 388268 h 473089"/>
              <a:gd name="connsiteX107" fmla="*/ 74080 w 1368735"/>
              <a:gd name="connsiteY107" fmla="*/ 393831 h 473089"/>
              <a:gd name="connsiteX108" fmla="*/ 59652 w 1368735"/>
              <a:gd name="connsiteY108" fmla="*/ 393831 h 473089"/>
              <a:gd name="connsiteX109" fmla="*/ 51606 w 1368735"/>
              <a:gd name="connsiteY109" fmla="*/ 388268 h 473089"/>
              <a:gd name="connsiteX110" fmla="*/ 37456 w 1368735"/>
              <a:gd name="connsiteY110" fmla="*/ 339877 h 473089"/>
              <a:gd name="connsiteX111" fmla="*/ 32462 w 1368735"/>
              <a:gd name="connsiteY111" fmla="*/ 307060 h 473089"/>
              <a:gd name="connsiteX112" fmla="*/ 26081 w 1368735"/>
              <a:gd name="connsiteY112" fmla="*/ 307060 h 473089"/>
              <a:gd name="connsiteX113" fmla="*/ 28300 w 1368735"/>
              <a:gd name="connsiteY113" fmla="*/ 339877 h 473089"/>
              <a:gd name="connsiteX114" fmla="*/ 28300 w 1368735"/>
              <a:gd name="connsiteY114" fmla="*/ 464746 h 473089"/>
              <a:gd name="connsiteX115" fmla="*/ 19977 w 1368735"/>
              <a:gd name="connsiteY115" fmla="*/ 473089 h 473089"/>
              <a:gd name="connsiteX116" fmla="*/ 8324 w 1368735"/>
              <a:gd name="connsiteY116" fmla="*/ 473089 h 473089"/>
              <a:gd name="connsiteX117" fmla="*/ 0 w 1368735"/>
              <a:gd name="connsiteY117" fmla="*/ 464746 h 473089"/>
              <a:gd name="connsiteX118" fmla="*/ 0 w 1368735"/>
              <a:gd name="connsiteY118" fmla="*/ 283421 h 473089"/>
              <a:gd name="connsiteX119" fmla="*/ 8324 w 1368735"/>
              <a:gd name="connsiteY119" fmla="*/ 275078 h 473089"/>
              <a:gd name="connsiteX120" fmla="*/ 190596 w 1368735"/>
              <a:gd name="connsiteY120" fmla="*/ 28365 h 473089"/>
              <a:gd name="connsiteX121" fmla="*/ 170899 w 1368735"/>
              <a:gd name="connsiteY121" fmla="*/ 48109 h 473089"/>
              <a:gd name="connsiteX122" fmla="*/ 170899 w 1368735"/>
              <a:gd name="connsiteY122" fmla="*/ 156006 h 473089"/>
              <a:gd name="connsiteX123" fmla="*/ 190596 w 1368735"/>
              <a:gd name="connsiteY123" fmla="*/ 175750 h 473089"/>
              <a:gd name="connsiteX124" fmla="*/ 198919 w 1368735"/>
              <a:gd name="connsiteY124" fmla="*/ 175750 h 473089"/>
              <a:gd name="connsiteX125" fmla="*/ 218617 w 1368735"/>
              <a:gd name="connsiteY125" fmla="*/ 156006 h 473089"/>
              <a:gd name="connsiteX126" fmla="*/ 218617 w 1368735"/>
              <a:gd name="connsiteY126" fmla="*/ 48109 h 473089"/>
              <a:gd name="connsiteX127" fmla="*/ 198919 w 1368735"/>
              <a:gd name="connsiteY127" fmla="*/ 28365 h 473089"/>
              <a:gd name="connsiteX128" fmla="*/ 1275244 w 1368735"/>
              <a:gd name="connsiteY128" fmla="*/ 3059 h 473089"/>
              <a:gd name="connsiteX129" fmla="*/ 1360135 w 1368735"/>
              <a:gd name="connsiteY129" fmla="*/ 3059 h 473089"/>
              <a:gd name="connsiteX130" fmla="*/ 1368735 w 1368735"/>
              <a:gd name="connsiteY130" fmla="*/ 11402 h 473089"/>
              <a:gd name="connsiteX131" fmla="*/ 1368735 w 1368735"/>
              <a:gd name="connsiteY131" fmla="*/ 23081 h 473089"/>
              <a:gd name="connsiteX132" fmla="*/ 1360135 w 1368735"/>
              <a:gd name="connsiteY132" fmla="*/ 31424 h 473089"/>
              <a:gd name="connsiteX133" fmla="*/ 1295216 w 1368735"/>
              <a:gd name="connsiteY133" fmla="*/ 31424 h 473089"/>
              <a:gd name="connsiteX134" fmla="*/ 1295216 w 1368735"/>
              <a:gd name="connsiteY134" fmla="*/ 87875 h 473089"/>
              <a:gd name="connsiteX135" fmla="*/ 1354319 w 1368735"/>
              <a:gd name="connsiteY135" fmla="*/ 87875 h 473089"/>
              <a:gd name="connsiteX136" fmla="*/ 1362918 w 1368735"/>
              <a:gd name="connsiteY136" fmla="*/ 96218 h 473089"/>
              <a:gd name="connsiteX137" fmla="*/ 1362918 w 1368735"/>
              <a:gd name="connsiteY137" fmla="*/ 107897 h 473089"/>
              <a:gd name="connsiteX138" fmla="*/ 1354319 w 1368735"/>
              <a:gd name="connsiteY138" fmla="*/ 116239 h 473089"/>
              <a:gd name="connsiteX139" fmla="*/ 1295216 w 1368735"/>
              <a:gd name="connsiteY139" fmla="*/ 116239 h 473089"/>
              <a:gd name="connsiteX140" fmla="*/ 1295216 w 1368735"/>
              <a:gd name="connsiteY140" fmla="*/ 172691 h 473089"/>
              <a:gd name="connsiteX141" fmla="*/ 1360419 w 1368735"/>
              <a:gd name="connsiteY141" fmla="*/ 172691 h 473089"/>
              <a:gd name="connsiteX142" fmla="*/ 1368735 w 1368735"/>
              <a:gd name="connsiteY142" fmla="*/ 181033 h 473089"/>
              <a:gd name="connsiteX143" fmla="*/ 1368735 w 1368735"/>
              <a:gd name="connsiteY143" fmla="*/ 192714 h 473089"/>
              <a:gd name="connsiteX144" fmla="*/ 1360419 w 1368735"/>
              <a:gd name="connsiteY144" fmla="*/ 201056 h 473089"/>
              <a:gd name="connsiteX145" fmla="*/ 1275244 w 1368735"/>
              <a:gd name="connsiteY145" fmla="*/ 201056 h 473089"/>
              <a:gd name="connsiteX146" fmla="*/ 1266921 w 1368735"/>
              <a:gd name="connsiteY146" fmla="*/ 192713 h 473089"/>
              <a:gd name="connsiteX147" fmla="*/ 1266921 w 1368735"/>
              <a:gd name="connsiteY147" fmla="*/ 11123 h 473089"/>
              <a:gd name="connsiteX148" fmla="*/ 1275244 w 1368735"/>
              <a:gd name="connsiteY148" fmla="*/ 3059 h 473089"/>
              <a:gd name="connsiteX149" fmla="*/ 1150024 w 1368735"/>
              <a:gd name="connsiteY149" fmla="*/ 3059 h 473089"/>
              <a:gd name="connsiteX150" fmla="*/ 1161681 w 1368735"/>
              <a:gd name="connsiteY150" fmla="*/ 3059 h 473089"/>
              <a:gd name="connsiteX151" fmla="*/ 1170007 w 1368735"/>
              <a:gd name="connsiteY151" fmla="*/ 11402 h 473089"/>
              <a:gd name="connsiteX152" fmla="*/ 1170007 w 1368735"/>
              <a:gd name="connsiteY152" fmla="*/ 172691 h 473089"/>
              <a:gd name="connsiteX153" fmla="*/ 1229373 w 1368735"/>
              <a:gd name="connsiteY153" fmla="*/ 172691 h 473089"/>
              <a:gd name="connsiteX154" fmla="*/ 1237699 w 1368735"/>
              <a:gd name="connsiteY154" fmla="*/ 181033 h 473089"/>
              <a:gd name="connsiteX155" fmla="*/ 1237699 w 1368735"/>
              <a:gd name="connsiteY155" fmla="*/ 192714 h 473089"/>
              <a:gd name="connsiteX156" fmla="*/ 1229373 w 1368735"/>
              <a:gd name="connsiteY156" fmla="*/ 201056 h 473089"/>
              <a:gd name="connsiteX157" fmla="*/ 1150024 w 1368735"/>
              <a:gd name="connsiteY157" fmla="*/ 201056 h 473089"/>
              <a:gd name="connsiteX158" fmla="*/ 1141708 w 1368735"/>
              <a:gd name="connsiteY158" fmla="*/ 192713 h 473089"/>
              <a:gd name="connsiteX159" fmla="*/ 1141708 w 1368735"/>
              <a:gd name="connsiteY159" fmla="*/ 11402 h 473089"/>
              <a:gd name="connsiteX160" fmla="*/ 1150024 w 1368735"/>
              <a:gd name="connsiteY160" fmla="*/ 3059 h 473089"/>
              <a:gd name="connsiteX161" fmla="*/ 1004378 w 1368735"/>
              <a:gd name="connsiteY161" fmla="*/ 3059 h 473089"/>
              <a:gd name="connsiteX162" fmla="*/ 1015747 w 1368735"/>
              <a:gd name="connsiteY162" fmla="*/ 3059 h 473089"/>
              <a:gd name="connsiteX163" fmla="*/ 1024073 w 1368735"/>
              <a:gd name="connsiteY163" fmla="*/ 11402 h 473089"/>
              <a:gd name="connsiteX164" fmla="*/ 1024073 w 1368735"/>
              <a:gd name="connsiteY164" fmla="*/ 156006 h 473089"/>
              <a:gd name="connsiteX165" fmla="*/ 1043772 w 1368735"/>
              <a:gd name="connsiteY165" fmla="*/ 175750 h 473089"/>
              <a:gd name="connsiteX166" fmla="*/ 1049872 w 1368735"/>
              <a:gd name="connsiteY166" fmla="*/ 175750 h 473089"/>
              <a:gd name="connsiteX167" fmla="*/ 1069571 w 1368735"/>
              <a:gd name="connsiteY167" fmla="*/ 156006 h 473089"/>
              <a:gd name="connsiteX168" fmla="*/ 1069571 w 1368735"/>
              <a:gd name="connsiteY168" fmla="*/ 11402 h 473089"/>
              <a:gd name="connsiteX169" fmla="*/ 1077897 w 1368735"/>
              <a:gd name="connsiteY169" fmla="*/ 3059 h 473089"/>
              <a:gd name="connsiteX170" fmla="*/ 1089270 w 1368735"/>
              <a:gd name="connsiteY170" fmla="*/ 3059 h 473089"/>
              <a:gd name="connsiteX171" fmla="*/ 1097592 w 1368735"/>
              <a:gd name="connsiteY171" fmla="*/ 11402 h 473089"/>
              <a:gd name="connsiteX172" fmla="*/ 1097592 w 1368735"/>
              <a:gd name="connsiteY172" fmla="*/ 156006 h 473089"/>
              <a:gd name="connsiteX173" fmla="*/ 1049872 w 1368735"/>
              <a:gd name="connsiteY173" fmla="*/ 204115 h 473089"/>
              <a:gd name="connsiteX174" fmla="*/ 1043772 w 1368735"/>
              <a:gd name="connsiteY174" fmla="*/ 204115 h 473089"/>
              <a:gd name="connsiteX175" fmla="*/ 996052 w 1368735"/>
              <a:gd name="connsiteY175" fmla="*/ 156006 h 473089"/>
              <a:gd name="connsiteX176" fmla="*/ 996052 w 1368735"/>
              <a:gd name="connsiteY176" fmla="*/ 11402 h 473089"/>
              <a:gd name="connsiteX177" fmla="*/ 1004378 w 1368735"/>
              <a:gd name="connsiteY177" fmla="*/ 3059 h 473089"/>
              <a:gd name="connsiteX178" fmla="*/ 857336 w 1368735"/>
              <a:gd name="connsiteY178" fmla="*/ 3059 h 473089"/>
              <a:gd name="connsiteX179" fmla="*/ 868993 w 1368735"/>
              <a:gd name="connsiteY179" fmla="*/ 3059 h 473089"/>
              <a:gd name="connsiteX180" fmla="*/ 877316 w 1368735"/>
              <a:gd name="connsiteY180" fmla="*/ 11402 h 473089"/>
              <a:gd name="connsiteX181" fmla="*/ 877316 w 1368735"/>
              <a:gd name="connsiteY181" fmla="*/ 87875 h 473089"/>
              <a:gd name="connsiteX182" fmla="*/ 922256 w 1368735"/>
              <a:gd name="connsiteY182" fmla="*/ 87875 h 473089"/>
              <a:gd name="connsiteX183" fmla="*/ 922256 w 1368735"/>
              <a:gd name="connsiteY183" fmla="*/ 11402 h 473089"/>
              <a:gd name="connsiteX184" fmla="*/ 930582 w 1368735"/>
              <a:gd name="connsiteY184" fmla="*/ 3059 h 473089"/>
              <a:gd name="connsiteX185" fmla="*/ 942228 w 1368735"/>
              <a:gd name="connsiteY185" fmla="*/ 3059 h 473089"/>
              <a:gd name="connsiteX186" fmla="*/ 950554 w 1368735"/>
              <a:gd name="connsiteY186" fmla="*/ 11402 h 473089"/>
              <a:gd name="connsiteX187" fmla="*/ 950554 w 1368735"/>
              <a:gd name="connsiteY187" fmla="*/ 192713 h 473089"/>
              <a:gd name="connsiteX188" fmla="*/ 942228 w 1368735"/>
              <a:gd name="connsiteY188" fmla="*/ 201056 h 473089"/>
              <a:gd name="connsiteX189" fmla="*/ 930582 w 1368735"/>
              <a:gd name="connsiteY189" fmla="*/ 201056 h 473089"/>
              <a:gd name="connsiteX190" fmla="*/ 922256 w 1368735"/>
              <a:gd name="connsiteY190" fmla="*/ 192713 h 473089"/>
              <a:gd name="connsiteX191" fmla="*/ 922256 w 1368735"/>
              <a:gd name="connsiteY191" fmla="*/ 116239 h 473089"/>
              <a:gd name="connsiteX192" fmla="*/ 877316 w 1368735"/>
              <a:gd name="connsiteY192" fmla="*/ 116239 h 473089"/>
              <a:gd name="connsiteX193" fmla="*/ 877316 w 1368735"/>
              <a:gd name="connsiteY193" fmla="*/ 192713 h 473089"/>
              <a:gd name="connsiteX194" fmla="*/ 868993 w 1368735"/>
              <a:gd name="connsiteY194" fmla="*/ 201056 h 473089"/>
              <a:gd name="connsiteX195" fmla="*/ 857336 w 1368735"/>
              <a:gd name="connsiteY195" fmla="*/ 201056 h 473089"/>
              <a:gd name="connsiteX196" fmla="*/ 849010 w 1368735"/>
              <a:gd name="connsiteY196" fmla="*/ 192713 h 473089"/>
              <a:gd name="connsiteX197" fmla="*/ 849010 w 1368735"/>
              <a:gd name="connsiteY197" fmla="*/ 11402 h 473089"/>
              <a:gd name="connsiteX198" fmla="*/ 857336 w 1368735"/>
              <a:gd name="connsiteY198" fmla="*/ 3059 h 473089"/>
              <a:gd name="connsiteX199" fmla="*/ 435641 w 1368735"/>
              <a:gd name="connsiteY199" fmla="*/ 3059 h 473089"/>
              <a:gd name="connsiteX200" fmla="*/ 447294 w 1368735"/>
              <a:gd name="connsiteY200" fmla="*/ 3059 h 473089"/>
              <a:gd name="connsiteX201" fmla="*/ 455616 w 1368735"/>
              <a:gd name="connsiteY201" fmla="*/ 11402 h 473089"/>
              <a:gd name="connsiteX202" fmla="*/ 455616 w 1368735"/>
              <a:gd name="connsiteY202" fmla="*/ 87875 h 473089"/>
              <a:gd name="connsiteX203" fmla="*/ 500560 w 1368735"/>
              <a:gd name="connsiteY203" fmla="*/ 87875 h 473089"/>
              <a:gd name="connsiteX204" fmla="*/ 500560 w 1368735"/>
              <a:gd name="connsiteY204" fmla="*/ 11402 h 473089"/>
              <a:gd name="connsiteX205" fmla="*/ 508883 w 1368735"/>
              <a:gd name="connsiteY205" fmla="*/ 3059 h 473089"/>
              <a:gd name="connsiteX206" fmla="*/ 520536 w 1368735"/>
              <a:gd name="connsiteY206" fmla="*/ 3059 h 473089"/>
              <a:gd name="connsiteX207" fmla="*/ 528858 w 1368735"/>
              <a:gd name="connsiteY207" fmla="*/ 11402 h 473089"/>
              <a:gd name="connsiteX208" fmla="*/ 528858 w 1368735"/>
              <a:gd name="connsiteY208" fmla="*/ 192713 h 473089"/>
              <a:gd name="connsiteX209" fmla="*/ 520536 w 1368735"/>
              <a:gd name="connsiteY209" fmla="*/ 201056 h 473089"/>
              <a:gd name="connsiteX210" fmla="*/ 508883 w 1368735"/>
              <a:gd name="connsiteY210" fmla="*/ 201056 h 473089"/>
              <a:gd name="connsiteX211" fmla="*/ 500560 w 1368735"/>
              <a:gd name="connsiteY211" fmla="*/ 192713 h 473089"/>
              <a:gd name="connsiteX212" fmla="*/ 500560 w 1368735"/>
              <a:gd name="connsiteY212" fmla="*/ 116239 h 473089"/>
              <a:gd name="connsiteX213" fmla="*/ 455616 w 1368735"/>
              <a:gd name="connsiteY213" fmla="*/ 116239 h 473089"/>
              <a:gd name="connsiteX214" fmla="*/ 455616 w 1368735"/>
              <a:gd name="connsiteY214" fmla="*/ 192713 h 473089"/>
              <a:gd name="connsiteX215" fmla="*/ 447294 w 1368735"/>
              <a:gd name="connsiteY215" fmla="*/ 201056 h 473089"/>
              <a:gd name="connsiteX216" fmla="*/ 435641 w 1368735"/>
              <a:gd name="connsiteY216" fmla="*/ 201056 h 473089"/>
              <a:gd name="connsiteX217" fmla="*/ 427318 w 1368735"/>
              <a:gd name="connsiteY217" fmla="*/ 192713 h 473089"/>
              <a:gd name="connsiteX218" fmla="*/ 427318 w 1368735"/>
              <a:gd name="connsiteY218" fmla="*/ 11402 h 473089"/>
              <a:gd name="connsiteX219" fmla="*/ 435641 w 1368735"/>
              <a:gd name="connsiteY219" fmla="*/ 3059 h 473089"/>
              <a:gd name="connsiteX220" fmla="*/ 8323 w 1368735"/>
              <a:gd name="connsiteY220" fmla="*/ 3059 h 473089"/>
              <a:gd name="connsiteX221" fmla="*/ 19975 w 1368735"/>
              <a:gd name="connsiteY221" fmla="*/ 3059 h 473089"/>
              <a:gd name="connsiteX222" fmla="*/ 28298 w 1368735"/>
              <a:gd name="connsiteY222" fmla="*/ 11402 h 473089"/>
              <a:gd name="connsiteX223" fmla="*/ 28298 w 1368735"/>
              <a:gd name="connsiteY223" fmla="*/ 87875 h 473089"/>
              <a:gd name="connsiteX224" fmla="*/ 73242 w 1368735"/>
              <a:gd name="connsiteY224" fmla="*/ 87875 h 473089"/>
              <a:gd name="connsiteX225" fmla="*/ 73242 w 1368735"/>
              <a:gd name="connsiteY225" fmla="*/ 11402 h 473089"/>
              <a:gd name="connsiteX226" fmla="*/ 81565 w 1368735"/>
              <a:gd name="connsiteY226" fmla="*/ 3059 h 473089"/>
              <a:gd name="connsiteX227" fmla="*/ 93217 w 1368735"/>
              <a:gd name="connsiteY227" fmla="*/ 3059 h 473089"/>
              <a:gd name="connsiteX228" fmla="*/ 101540 w 1368735"/>
              <a:gd name="connsiteY228" fmla="*/ 11402 h 473089"/>
              <a:gd name="connsiteX229" fmla="*/ 101540 w 1368735"/>
              <a:gd name="connsiteY229" fmla="*/ 192713 h 473089"/>
              <a:gd name="connsiteX230" fmla="*/ 93217 w 1368735"/>
              <a:gd name="connsiteY230" fmla="*/ 201056 h 473089"/>
              <a:gd name="connsiteX231" fmla="*/ 81565 w 1368735"/>
              <a:gd name="connsiteY231" fmla="*/ 201056 h 473089"/>
              <a:gd name="connsiteX232" fmla="*/ 73242 w 1368735"/>
              <a:gd name="connsiteY232" fmla="*/ 192713 h 473089"/>
              <a:gd name="connsiteX233" fmla="*/ 73242 w 1368735"/>
              <a:gd name="connsiteY233" fmla="*/ 116239 h 473089"/>
              <a:gd name="connsiteX234" fmla="*/ 28298 w 1368735"/>
              <a:gd name="connsiteY234" fmla="*/ 116239 h 473089"/>
              <a:gd name="connsiteX235" fmla="*/ 28298 w 1368735"/>
              <a:gd name="connsiteY235" fmla="*/ 192713 h 473089"/>
              <a:gd name="connsiteX236" fmla="*/ 19975 w 1368735"/>
              <a:gd name="connsiteY236" fmla="*/ 201056 h 473089"/>
              <a:gd name="connsiteX237" fmla="*/ 8323 w 1368735"/>
              <a:gd name="connsiteY237" fmla="*/ 201056 h 473089"/>
              <a:gd name="connsiteX238" fmla="*/ 0 w 1368735"/>
              <a:gd name="connsiteY238" fmla="*/ 192713 h 473089"/>
              <a:gd name="connsiteX239" fmla="*/ 0 w 1368735"/>
              <a:gd name="connsiteY239" fmla="*/ 11402 h 473089"/>
              <a:gd name="connsiteX240" fmla="*/ 8323 w 1368735"/>
              <a:gd name="connsiteY240" fmla="*/ 3059 h 473089"/>
              <a:gd name="connsiteX241" fmla="*/ 755242 w 1368735"/>
              <a:gd name="connsiteY241" fmla="*/ 0 h 473089"/>
              <a:gd name="connsiteX242" fmla="*/ 763842 w 1368735"/>
              <a:gd name="connsiteY242" fmla="*/ 0 h 473089"/>
              <a:gd name="connsiteX243" fmla="*/ 812116 w 1368735"/>
              <a:gd name="connsiteY243" fmla="*/ 48109 h 473089"/>
              <a:gd name="connsiteX244" fmla="*/ 812116 w 1368735"/>
              <a:gd name="connsiteY244" fmla="*/ 53949 h 473089"/>
              <a:gd name="connsiteX245" fmla="*/ 803793 w 1368735"/>
              <a:gd name="connsiteY245" fmla="*/ 62291 h 473089"/>
              <a:gd name="connsiteX246" fmla="*/ 792140 w 1368735"/>
              <a:gd name="connsiteY246" fmla="*/ 62291 h 473089"/>
              <a:gd name="connsiteX247" fmla="*/ 783817 w 1368735"/>
              <a:gd name="connsiteY247" fmla="*/ 53949 h 473089"/>
              <a:gd name="connsiteX248" fmla="*/ 783817 w 1368735"/>
              <a:gd name="connsiteY248" fmla="*/ 48109 h 473089"/>
              <a:gd name="connsiteX249" fmla="*/ 763842 w 1368735"/>
              <a:gd name="connsiteY249" fmla="*/ 28365 h 473089"/>
              <a:gd name="connsiteX250" fmla="*/ 755242 w 1368735"/>
              <a:gd name="connsiteY250" fmla="*/ 28365 h 473089"/>
              <a:gd name="connsiteX251" fmla="*/ 735543 w 1368735"/>
              <a:gd name="connsiteY251" fmla="*/ 48109 h 473089"/>
              <a:gd name="connsiteX252" fmla="*/ 735543 w 1368735"/>
              <a:gd name="connsiteY252" fmla="*/ 156006 h 473089"/>
              <a:gd name="connsiteX253" fmla="*/ 755242 w 1368735"/>
              <a:gd name="connsiteY253" fmla="*/ 175750 h 473089"/>
              <a:gd name="connsiteX254" fmla="*/ 763842 w 1368735"/>
              <a:gd name="connsiteY254" fmla="*/ 175750 h 473089"/>
              <a:gd name="connsiteX255" fmla="*/ 783817 w 1368735"/>
              <a:gd name="connsiteY255" fmla="*/ 156006 h 473089"/>
              <a:gd name="connsiteX256" fmla="*/ 783817 w 1368735"/>
              <a:gd name="connsiteY256" fmla="*/ 147107 h 473089"/>
              <a:gd name="connsiteX257" fmla="*/ 792140 w 1368735"/>
              <a:gd name="connsiteY257" fmla="*/ 138765 h 473089"/>
              <a:gd name="connsiteX258" fmla="*/ 803793 w 1368735"/>
              <a:gd name="connsiteY258" fmla="*/ 138765 h 473089"/>
              <a:gd name="connsiteX259" fmla="*/ 812116 w 1368735"/>
              <a:gd name="connsiteY259" fmla="*/ 147107 h 473089"/>
              <a:gd name="connsiteX260" fmla="*/ 812116 w 1368735"/>
              <a:gd name="connsiteY260" fmla="*/ 156006 h 473089"/>
              <a:gd name="connsiteX261" fmla="*/ 763842 w 1368735"/>
              <a:gd name="connsiteY261" fmla="*/ 204115 h 473089"/>
              <a:gd name="connsiteX262" fmla="*/ 755242 w 1368735"/>
              <a:gd name="connsiteY262" fmla="*/ 204115 h 473089"/>
              <a:gd name="connsiteX263" fmla="*/ 707248 w 1368735"/>
              <a:gd name="connsiteY263" fmla="*/ 156006 h 473089"/>
              <a:gd name="connsiteX264" fmla="*/ 707248 w 1368735"/>
              <a:gd name="connsiteY264" fmla="*/ 48109 h 473089"/>
              <a:gd name="connsiteX265" fmla="*/ 755242 w 1368735"/>
              <a:gd name="connsiteY265" fmla="*/ 0 h 473089"/>
              <a:gd name="connsiteX266" fmla="*/ 617358 w 1368735"/>
              <a:gd name="connsiteY266" fmla="*/ 0 h 473089"/>
              <a:gd name="connsiteX267" fmla="*/ 623464 w 1368735"/>
              <a:gd name="connsiteY267" fmla="*/ 0 h 473089"/>
              <a:gd name="connsiteX268" fmla="*/ 671458 w 1368735"/>
              <a:gd name="connsiteY268" fmla="*/ 48109 h 473089"/>
              <a:gd name="connsiteX269" fmla="*/ 671458 w 1368735"/>
              <a:gd name="connsiteY269" fmla="*/ 53949 h 473089"/>
              <a:gd name="connsiteX270" fmla="*/ 663136 w 1368735"/>
              <a:gd name="connsiteY270" fmla="*/ 62291 h 473089"/>
              <a:gd name="connsiteX271" fmla="*/ 651482 w 1368735"/>
              <a:gd name="connsiteY271" fmla="*/ 62291 h 473089"/>
              <a:gd name="connsiteX272" fmla="*/ 643160 w 1368735"/>
              <a:gd name="connsiteY272" fmla="*/ 53949 h 473089"/>
              <a:gd name="connsiteX273" fmla="*/ 643160 w 1368735"/>
              <a:gd name="connsiteY273" fmla="*/ 48109 h 473089"/>
              <a:gd name="connsiteX274" fmla="*/ 623464 w 1368735"/>
              <a:gd name="connsiteY274" fmla="*/ 28365 h 473089"/>
              <a:gd name="connsiteX275" fmla="*/ 617358 w 1368735"/>
              <a:gd name="connsiteY275" fmla="*/ 28365 h 473089"/>
              <a:gd name="connsiteX276" fmla="*/ 597662 w 1368735"/>
              <a:gd name="connsiteY276" fmla="*/ 48109 h 473089"/>
              <a:gd name="connsiteX277" fmla="*/ 597662 w 1368735"/>
              <a:gd name="connsiteY277" fmla="*/ 56729 h 473089"/>
              <a:gd name="connsiteX278" fmla="*/ 673954 w 1368735"/>
              <a:gd name="connsiteY278" fmla="*/ 147107 h 473089"/>
              <a:gd name="connsiteX279" fmla="*/ 673954 w 1368735"/>
              <a:gd name="connsiteY279" fmla="*/ 156006 h 473089"/>
              <a:gd name="connsiteX280" fmla="*/ 625961 w 1368735"/>
              <a:gd name="connsiteY280" fmla="*/ 204115 h 473089"/>
              <a:gd name="connsiteX281" fmla="*/ 614861 w 1368735"/>
              <a:gd name="connsiteY281" fmla="*/ 204115 h 473089"/>
              <a:gd name="connsiteX282" fmla="*/ 566868 w 1368735"/>
              <a:gd name="connsiteY282" fmla="*/ 156006 h 473089"/>
              <a:gd name="connsiteX283" fmla="*/ 566868 w 1368735"/>
              <a:gd name="connsiteY283" fmla="*/ 149888 h 473089"/>
              <a:gd name="connsiteX284" fmla="*/ 575190 w 1368735"/>
              <a:gd name="connsiteY284" fmla="*/ 141546 h 473089"/>
              <a:gd name="connsiteX285" fmla="*/ 586840 w 1368735"/>
              <a:gd name="connsiteY285" fmla="*/ 141546 h 473089"/>
              <a:gd name="connsiteX286" fmla="*/ 595166 w 1368735"/>
              <a:gd name="connsiteY286" fmla="*/ 149888 h 473089"/>
              <a:gd name="connsiteX287" fmla="*/ 595166 w 1368735"/>
              <a:gd name="connsiteY287" fmla="*/ 156006 h 473089"/>
              <a:gd name="connsiteX288" fmla="*/ 614861 w 1368735"/>
              <a:gd name="connsiteY288" fmla="*/ 175750 h 473089"/>
              <a:gd name="connsiteX289" fmla="*/ 625961 w 1368735"/>
              <a:gd name="connsiteY289" fmla="*/ 175750 h 473089"/>
              <a:gd name="connsiteX290" fmla="*/ 645656 w 1368735"/>
              <a:gd name="connsiteY290" fmla="*/ 156006 h 473089"/>
              <a:gd name="connsiteX291" fmla="*/ 645656 w 1368735"/>
              <a:gd name="connsiteY291" fmla="*/ 147107 h 473089"/>
              <a:gd name="connsiteX292" fmla="*/ 569364 w 1368735"/>
              <a:gd name="connsiteY292" fmla="*/ 56729 h 473089"/>
              <a:gd name="connsiteX293" fmla="*/ 569364 w 1368735"/>
              <a:gd name="connsiteY293" fmla="*/ 48109 h 473089"/>
              <a:gd name="connsiteX294" fmla="*/ 617358 w 1368735"/>
              <a:gd name="connsiteY294" fmla="*/ 0 h 473089"/>
              <a:gd name="connsiteX295" fmla="*/ 332712 w 1368735"/>
              <a:gd name="connsiteY295" fmla="*/ 0 h 473089"/>
              <a:gd name="connsiteX296" fmla="*/ 341315 w 1368735"/>
              <a:gd name="connsiteY296" fmla="*/ 0 h 473089"/>
              <a:gd name="connsiteX297" fmla="*/ 389586 w 1368735"/>
              <a:gd name="connsiteY297" fmla="*/ 48109 h 473089"/>
              <a:gd name="connsiteX298" fmla="*/ 389586 w 1368735"/>
              <a:gd name="connsiteY298" fmla="*/ 53949 h 473089"/>
              <a:gd name="connsiteX299" fmla="*/ 381263 w 1368735"/>
              <a:gd name="connsiteY299" fmla="*/ 62291 h 473089"/>
              <a:gd name="connsiteX300" fmla="*/ 369613 w 1368735"/>
              <a:gd name="connsiteY300" fmla="*/ 62291 h 473089"/>
              <a:gd name="connsiteX301" fmla="*/ 361291 w 1368735"/>
              <a:gd name="connsiteY301" fmla="*/ 53949 h 473089"/>
              <a:gd name="connsiteX302" fmla="*/ 361291 w 1368735"/>
              <a:gd name="connsiteY302" fmla="*/ 48109 h 473089"/>
              <a:gd name="connsiteX303" fmla="*/ 341315 w 1368735"/>
              <a:gd name="connsiteY303" fmla="*/ 28365 h 473089"/>
              <a:gd name="connsiteX304" fmla="*/ 332712 w 1368735"/>
              <a:gd name="connsiteY304" fmla="*/ 28365 h 473089"/>
              <a:gd name="connsiteX305" fmla="*/ 313016 w 1368735"/>
              <a:gd name="connsiteY305" fmla="*/ 48109 h 473089"/>
              <a:gd name="connsiteX306" fmla="*/ 313016 w 1368735"/>
              <a:gd name="connsiteY306" fmla="*/ 156006 h 473089"/>
              <a:gd name="connsiteX307" fmla="*/ 332712 w 1368735"/>
              <a:gd name="connsiteY307" fmla="*/ 175750 h 473089"/>
              <a:gd name="connsiteX308" fmla="*/ 341315 w 1368735"/>
              <a:gd name="connsiteY308" fmla="*/ 175750 h 473089"/>
              <a:gd name="connsiteX309" fmla="*/ 361291 w 1368735"/>
              <a:gd name="connsiteY309" fmla="*/ 156006 h 473089"/>
              <a:gd name="connsiteX310" fmla="*/ 361291 w 1368735"/>
              <a:gd name="connsiteY310" fmla="*/ 147107 h 473089"/>
              <a:gd name="connsiteX311" fmla="*/ 369613 w 1368735"/>
              <a:gd name="connsiteY311" fmla="*/ 138765 h 473089"/>
              <a:gd name="connsiteX312" fmla="*/ 381263 w 1368735"/>
              <a:gd name="connsiteY312" fmla="*/ 138765 h 473089"/>
              <a:gd name="connsiteX313" fmla="*/ 389586 w 1368735"/>
              <a:gd name="connsiteY313" fmla="*/ 147107 h 473089"/>
              <a:gd name="connsiteX314" fmla="*/ 389586 w 1368735"/>
              <a:gd name="connsiteY314" fmla="*/ 156006 h 473089"/>
              <a:gd name="connsiteX315" fmla="*/ 341315 w 1368735"/>
              <a:gd name="connsiteY315" fmla="*/ 204115 h 473089"/>
              <a:gd name="connsiteX316" fmla="*/ 332712 w 1368735"/>
              <a:gd name="connsiteY316" fmla="*/ 204115 h 473089"/>
              <a:gd name="connsiteX317" fmla="*/ 284718 w 1368735"/>
              <a:gd name="connsiteY317" fmla="*/ 156006 h 473089"/>
              <a:gd name="connsiteX318" fmla="*/ 284718 w 1368735"/>
              <a:gd name="connsiteY318" fmla="*/ 48109 h 473089"/>
              <a:gd name="connsiteX319" fmla="*/ 332712 w 1368735"/>
              <a:gd name="connsiteY319" fmla="*/ 0 h 473089"/>
              <a:gd name="connsiteX320" fmla="*/ 190596 w 1368735"/>
              <a:gd name="connsiteY320" fmla="*/ 0 h 473089"/>
              <a:gd name="connsiteX321" fmla="*/ 198919 w 1368735"/>
              <a:gd name="connsiteY321" fmla="*/ 0 h 473089"/>
              <a:gd name="connsiteX322" fmla="*/ 246915 w 1368735"/>
              <a:gd name="connsiteY322" fmla="*/ 48109 h 473089"/>
              <a:gd name="connsiteX323" fmla="*/ 246915 w 1368735"/>
              <a:gd name="connsiteY323" fmla="*/ 156006 h 473089"/>
              <a:gd name="connsiteX324" fmla="*/ 198919 w 1368735"/>
              <a:gd name="connsiteY324" fmla="*/ 204115 h 473089"/>
              <a:gd name="connsiteX325" fmla="*/ 190596 w 1368735"/>
              <a:gd name="connsiteY325" fmla="*/ 204115 h 473089"/>
              <a:gd name="connsiteX326" fmla="*/ 142600 w 1368735"/>
              <a:gd name="connsiteY326" fmla="*/ 156006 h 473089"/>
              <a:gd name="connsiteX327" fmla="*/ 142600 w 1368735"/>
              <a:gd name="connsiteY327" fmla="*/ 48109 h 473089"/>
              <a:gd name="connsiteX328" fmla="*/ 190596 w 1368735"/>
              <a:gd name="connsiteY328" fmla="*/ 0 h 47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</a:cxnLst>
            <a:rect l="l" t="t" r="r" b="b"/>
            <a:pathLst>
              <a:path w="1368735" h="473089">
                <a:moveTo>
                  <a:pt x="223905" y="303445"/>
                </a:moveTo>
                <a:lnTo>
                  <a:pt x="203373" y="382705"/>
                </a:lnTo>
                <a:lnTo>
                  <a:pt x="251095" y="382705"/>
                </a:lnTo>
                <a:lnTo>
                  <a:pt x="230563" y="303445"/>
                </a:lnTo>
                <a:close/>
                <a:moveTo>
                  <a:pt x="635292" y="275078"/>
                </a:moveTo>
                <a:lnTo>
                  <a:pt x="717418" y="275078"/>
                </a:lnTo>
                <a:cubicBezTo>
                  <a:pt x="722136" y="275078"/>
                  <a:pt x="725743" y="278693"/>
                  <a:pt x="725743" y="283421"/>
                </a:cubicBezTo>
                <a:lnTo>
                  <a:pt x="725743" y="294824"/>
                </a:lnTo>
                <a:cubicBezTo>
                  <a:pt x="725743" y="295380"/>
                  <a:pt x="725463" y="299273"/>
                  <a:pt x="723521" y="303445"/>
                </a:cubicBezTo>
                <a:lnTo>
                  <a:pt x="657764" y="444724"/>
                </a:lnTo>
                <a:lnTo>
                  <a:pt x="723244" y="444724"/>
                </a:lnTo>
                <a:cubicBezTo>
                  <a:pt x="727963" y="444724"/>
                  <a:pt x="731567" y="448339"/>
                  <a:pt x="731567" y="453066"/>
                </a:cubicBezTo>
                <a:lnTo>
                  <a:pt x="731567" y="464746"/>
                </a:lnTo>
                <a:cubicBezTo>
                  <a:pt x="731567" y="469476"/>
                  <a:pt x="727963" y="473089"/>
                  <a:pt x="723244" y="473089"/>
                </a:cubicBezTo>
                <a:lnTo>
                  <a:pt x="632516" y="473089"/>
                </a:lnTo>
                <a:cubicBezTo>
                  <a:pt x="627800" y="473089"/>
                  <a:pt x="624193" y="469476"/>
                  <a:pt x="624193" y="464746"/>
                </a:cubicBezTo>
                <a:lnTo>
                  <a:pt x="624193" y="454735"/>
                </a:lnTo>
                <a:cubicBezTo>
                  <a:pt x="624193" y="450009"/>
                  <a:pt x="624747" y="448895"/>
                  <a:pt x="626412" y="445279"/>
                </a:cubicBezTo>
                <a:lnTo>
                  <a:pt x="692169" y="303445"/>
                </a:lnTo>
                <a:lnTo>
                  <a:pt x="635569" y="303445"/>
                </a:lnTo>
                <a:cubicBezTo>
                  <a:pt x="630854" y="303445"/>
                  <a:pt x="626966" y="299829"/>
                  <a:pt x="626966" y="295101"/>
                </a:cubicBezTo>
                <a:lnTo>
                  <a:pt x="626966" y="283421"/>
                </a:lnTo>
                <a:cubicBezTo>
                  <a:pt x="626966" y="278693"/>
                  <a:pt x="630574" y="275078"/>
                  <a:pt x="635292" y="275078"/>
                </a:cubicBezTo>
                <a:close/>
                <a:moveTo>
                  <a:pt x="468542" y="275078"/>
                </a:moveTo>
                <a:lnTo>
                  <a:pt x="500448" y="275078"/>
                </a:lnTo>
                <a:cubicBezTo>
                  <a:pt x="503778" y="275078"/>
                  <a:pt x="507386" y="276468"/>
                  <a:pt x="508497" y="280362"/>
                </a:cubicBezTo>
                <a:lnTo>
                  <a:pt x="545952" y="408013"/>
                </a:lnTo>
                <a:cubicBezTo>
                  <a:pt x="548171" y="415245"/>
                  <a:pt x="552056" y="438606"/>
                  <a:pt x="552333" y="441385"/>
                </a:cubicBezTo>
                <a:lnTo>
                  <a:pt x="558993" y="441385"/>
                </a:lnTo>
                <a:cubicBezTo>
                  <a:pt x="558713" y="438606"/>
                  <a:pt x="556494" y="415245"/>
                  <a:pt x="556494" y="408013"/>
                </a:cubicBezTo>
                <a:lnTo>
                  <a:pt x="556494" y="283421"/>
                </a:lnTo>
                <a:cubicBezTo>
                  <a:pt x="556494" y="278693"/>
                  <a:pt x="560101" y="275078"/>
                  <a:pt x="564820" y="275078"/>
                </a:cubicBezTo>
                <a:lnTo>
                  <a:pt x="576470" y="275078"/>
                </a:lnTo>
                <a:cubicBezTo>
                  <a:pt x="581188" y="275078"/>
                  <a:pt x="584796" y="278693"/>
                  <a:pt x="584796" y="283421"/>
                </a:cubicBezTo>
                <a:lnTo>
                  <a:pt x="584796" y="464746"/>
                </a:lnTo>
                <a:cubicBezTo>
                  <a:pt x="584796" y="469476"/>
                  <a:pt x="581188" y="473089"/>
                  <a:pt x="576470" y="473089"/>
                </a:cubicBezTo>
                <a:lnTo>
                  <a:pt x="544287" y="473089"/>
                </a:lnTo>
                <a:cubicBezTo>
                  <a:pt x="540957" y="473089"/>
                  <a:pt x="537349" y="471423"/>
                  <a:pt x="536241" y="467529"/>
                </a:cubicBezTo>
                <a:lnTo>
                  <a:pt x="498786" y="339877"/>
                </a:lnTo>
                <a:cubicBezTo>
                  <a:pt x="496567" y="332923"/>
                  <a:pt x="492682" y="309563"/>
                  <a:pt x="492402" y="306782"/>
                </a:cubicBezTo>
                <a:lnTo>
                  <a:pt x="485745" y="306782"/>
                </a:lnTo>
                <a:cubicBezTo>
                  <a:pt x="486022" y="309563"/>
                  <a:pt x="488241" y="332923"/>
                  <a:pt x="488241" y="339877"/>
                </a:cubicBezTo>
                <a:lnTo>
                  <a:pt x="488241" y="464746"/>
                </a:lnTo>
                <a:cubicBezTo>
                  <a:pt x="488241" y="469476"/>
                  <a:pt x="484634" y="473089"/>
                  <a:pt x="479918" y="473089"/>
                </a:cubicBezTo>
                <a:lnTo>
                  <a:pt x="468265" y="473089"/>
                </a:lnTo>
                <a:cubicBezTo>
                  <a:pt x="463550" y="473089"/>
                  <a:pt x="459943" y="469476"/>
                  <a:pt x="459943" y="464746"/>
                </a:cubicBezTo>
                <a:lnTo>
                  <a:pt x="459943" y="283421"/>
                </a:lnTo>
                <a:cubicBezTo>
                  <a:pt x="459943" y="278693"/>
                  <a:pt x="463827" y="275078"/>
                  <a:pt x="468542" y="275078"/>
                </a:cubicBezTo>
                <a:close/>
                <a:moveTo>
                  <a:pt x="326285" y="275078"/>
                </a:moveTo>
                <a:lnTo>
                  <a:pt x="411187" y="275078"/>
                </a:lnTo>
                <a:cubicBezTo>
                  <a:pt x="415902" y="275078"/>
                  <a:pt x="419510" y="278693"/>
                  <a:pt x="419510" y="283421"/>
                </a:cubicBezTo>
                <a:lnTo>
                  <a:pt x="419510" y="295101"/>
                </a:lnTo>
                <a:cubicBezTo>
                  <a:pt x="419510" y="299829"/>
                  <a:pt x="415902" y="303445"/>
                  <a:pt x="411187" y="303445"/>
                </a:cubicBezTo>
                <a:lnTo>
                  <a:pt x="382885" y="303445"/>
                </a:lnTo>
                <a:lnTo>
                  <a:pt x="382885" y="444724"/>
                </a:lnTo>
                <a:lnTo>
                  <a:pt x="414237" y="444724"/>
                </a:lnTo>
                <a:cubicBezTo>
                  <a:pt x="418956" y="444724"/>
                  <a:pt x="422563" y="448339"/>
                  <a:pt x="422563" y="453066"/>
                </a:cubicBezTo>
                <a:lnTo>
                  <a:pt x="422563" y="464746"/>
                </a:lnTo>
                <a:cubicBezTo>
                  <a:pt x="422563" y="469476"/>
                  <a:pt x="418956" y="473089"/>
                  <a:pt x="414237" y="473089"/>
                </a:cubicBezTo>
                <a:lnTo>
                  <a:pt x="323233" y="473089"/>
                </a:lnTo>
                <a:cubicBezTo>
                  <a:pt x="318517" y="473089"/>
                  <a:pt x="314910" y="469476"/>
                  <a:pt x="314910" y="464746"/>
                </a:cubicBezTo>
                <a:lnTo>
                  <a:pt x="314910" y="453066"/>
                </a:lnTo>
                <a:cubicBezTo>
                  <a:pt x="314910" y="448339"/>
                  <a:pt x="318517" y="444724"/>
                  <a:pt x="323233" y="444724"/>
                </a:cubicBezTo>
                <a:lnTo>
                  <a:pt x="354587" y="444724"/>
                </a:lnTo>
                <a:lnTo>
                  <a:pt x="354587" y="303445"/>
                </a:lnTo>
                <a:lnTo>
                  <a:pt x="326285" y="303445"/>
                </a:lnTo>
                <a:cubicBezTo>
                  <a:pt x="321569" y="303445"/>
                  <a:pt x="317962" y="299829"/>
                  <a:pt x="317962" y="295101"/>
                </a:cubicBezTo>
                <a:lnTo>
                  <a:pt x="317962" y="283421"/>
                </a:lnTo>
                <a:cubicBezTo>
                  <a:pt x="317962" y="278693"/>
                  <a:pt x="321569" y="275078"/>
                  <a:pt x="326285" y="275078"/>
                </a:cubicBezTo>
                <a:close/>
                <a:moveTo>
                  <a:pt x="208922" y="275078"/>
                </a:moveTo>
                <a:lnTo>
                  <a:pt x="245547" y="275078"/>
                </a:lnTo>
                <a:cubicBezTo>
                  <a:pt x="249431" y="275078"/>
                  <a:pt x="252760" y="277025"/>
                  <a:pt x="253870" y="281197"/>
                </a:cubicBezTo>
                <a:lnTo>
                  <a:pt x="283558" y="394108"/>
                </a:lnTo>
                <a:cubicBezTo>
                  <a:pt x="283835" y="394941"/>
                  <a:pt x="283835" y="395500"/>
                  <a:pt x="283835" y="395777"/>
                </a:cubicBezTo>
                <a:lnTo>
                  <a:pt x="283835" y="464746"/>
                </a:lnTo>
                <a:cubicBezTo>
                  <a:pt x="283835" y="469476"/>
                  <a:pt x="280228" y="473089"/>
                  <a:pt x="275511" y="473089"/>
                </a:cubicBezTo>
                <a:lnTo>
                  <a:pt x="263859" y="473089"/>
                </a:lnTo>
                <a:cubicBezTo>
                  <a:pt x="259141" y="473089"/>
                  <a:pt x="255535" y="469476"/>
                  <a:pt x="255535" y="464746"/>
                </a:cubicBezTo>
                <a:lnTo>
                  <a:pt x="255535" y="411074"/>
                </a:lnTo>
                <a:lnTo>
                  <a:pt x="198934" y="411074"/>
                </a:lnTo>
                <a:lnTo>
                  <a:pt x="198934" y="464746"/>
                </a:lnTo>
                <a:cubicBezTo>
                  <a:pt x="198934" y="469476"/>
                  <a:pt x="195604" y="473089"/>
                  <a:pt x="190888" y="473089"/>
                </a:cubicBezTo>
                <a:lnTo>
                  <a:pt x="178958" y="473089"/>
                </a:lnTo>
                <a:cubicBezTo>
                  <a:pt x="174241" y="473089"/>
                  <a:pt x="170634" y="469476"/>
                  <a:pt x="170634" y="464746"/>
                </a:cubicBezTo>
                <a:lnTo>
                  <a:pt x="170634" y="395777"/>
                </a:lnTo>
                <a:cubicBezTo>
                  <a:pt x="170634" y="395500"/>
                  <a:pt x="170634" y="394941"/>
                  <a:pt x="170911" y="394108"/>
                </a:cubicBezTo>
                <a:lnTo>
                  <a:pt x="200599" y="281197"/>
                </a:lnTo>
                <a:cubicBezTo>
                  <a:pt x="201708" y="277025"/>
                  <a:pt x="205038" y="275078"/>
                  <a:pt x="208922" y="275078"/>
                </a:cubicBezTo>
                <a:close/>
                <a:moveTo>
                  <a:pt x="8324" y="275078"/>
                </a:moveTo>
                <a:lnTo>
                  <a:pt x="40231" y="275078"/>
                </a:lnTo>
                <a:cubicBezTo>
                  <a:pt x="43837" y="275078"/>
                  <a:pt x="47167" y="277025"/>
                  <a:pt x="47999" y="280362"/>
                </a:cubicBezTo>
                <a:lnTo>
                  <a:pt x="63814" y="345717"/>
                </a:lnTo>
                <a:cubicBezTo>
                  <a:pt x="65202" y="351002"/>
                  <a:pt x="66589" y="364352"/>
                  <a:pt x="66866" y="367409"/>
                </a:cubicBezTo>
                <a:cubicBezTo>
                  <a:pt x="67144" y="364352"/>
                  <a:pt x="68531" y="351002"/>
                  <a:pt x="69918" y="345717"/>
                </a:cubicBezTo>
                <a:lnTo>
                  <a:pt x="85733" y="280362"/>
                </a:lnTo>
                <a:cubicBezTo>
                  <a:pt x="86565" y="277025"/>
                  <a:pt x="89894" y="275078"/>
                  <a:pt x="93502" y="275078"/>
                </a:cubicBezTo>
                <a:lnTo>
                  <a:pt x="125409" y="275078"/>
                </a:lnTo>
                <a:cubicBezTo>
                  <a:pt x="130126" y="275078"/>
                  <a:pt x="133732" y="278693"/>
                  <a:pt x="133732" y="283421"/>
                </a:cubicBezTo>
                <a:lnTo>
                  <a:pt x="133732" y="464746"/>
                </a:lnTo>
                <a:cubicBezTo>
                  <a:pt x="133732" y="469476"/>
                  <a:pt x="130126" y="473089"/>
                  <a:pt x="125409" y="473089"/>
                </a:cubicBezTo>
                <a:lnTo>
                  <a:pt x="113756" y="473089"/>
                </a:lnTo>
                <a:cubicBezTo>
                  <a:pt x="109039" y="473089"/>
                  <a:pt x="105433" y="469476"/>
                  <a:pt x="105433" y="464746"/>
                </a:cubicBezTo>
                <a:lnTo>
                  <a:pt x="105433" y="339877"/>
                </a:lnTo>
                <a:cubicBezTo>
                  <a:pt x="105433" y="332923"/>
                  <a:pt x="107375" y="309842"/>
                  <a:pt x="107652" y="307060"/>
                </a:cubicBezTo>
                <a:lnTo>
                  <a:pt x="101271" y="307060"/>
                </a:lnTo>
                <a:cubicBezTo>
                  <a:pt x="100993" y="309842"/>
                  <a:pt x="98219" y="332923"/>
                  <a:pt x="96276" y="339877"/>
                </a:cubicBezTo>
                <a:lnTo>
                  <a:pt x="82126" y="388268"/>
                </a:lnTo>
                <a:cubicBezTo>
                  <a:pt x="81016" y="392161"/>
                  <a:pt x="77687" y="393831"/>
                  <a:pt x="74080" y="393831"/>
                </a:cubicBezTo>
                <a:lnTo>
                  <a:pt x="59652" y="393831"/>
                </a:lnTo>
                <a:cubicBezTo>
                  <a:pt x="56046" y="393831"/>
                  <a:pt x="52716" y="392161"/>
                  <a:pt x="51606" y="388268"/>
                </a:cubicBezTo>
                <a:lnTo>
                  <a:pt x="37456" y="339877"/>
                </a:lnTo>
                <a:cubicBezTo>
                  <a:pt x="35514" y="332923"/>
                  <a:pt x="32739" y="309842"/>
                  <a:pt x="32462" y="307060"/>
                </a:cubicBezTo>
                <a:lnTo>
                  <a:pt x="26081" y="307060"/>
                </a:lnTo>
                <a:cubicBezTo>
                  <a:pt x="26358" y="309842"/>
                  <a:pt x="28300" y="332923"/>
                  <a:pt x="28300" y="339877"/>
                </a:cubicBezTo>
                <a:lnTo>
                  <a:pt x="28300" y="464746"/>
                </a:lnTo>
                <a:cubicBezTo>
                  <a:pt x="28300" y="469476"/>
                  <a:pt x="24693" y="473089"/>
                  <a:pt x="19977" y="473089"/>
                </a:cubicBezTo>
                <a:lnTo>
                  <a:pt x="8324" y="473089"/>
                </a:lnTo>
                <a:cubicBezTo>
                  <a:pt x="3330" y="473089"/>
                  <a:pt x="0" y="469476"/>
                  <a:pt x="0" y="464746"/>
                </a:cubicBezTo>
                <a:lnTo>
                  <a:pt x="0" y="283421"/>
                </a:lnTo>
                <a:cubicBezTo>
                  <a:pt x="0" y="278693"/>
                  <a:pt x="3607" y="275078"/>
                  <a:pt x="8324" y="275078"/>
                </a:cubicBezTo>
                <a:close/>
                <a:moveTo>
                  <a:pt x="190596" y="28365"/>
                </a:moveTo>
                <a:cubicBezTo>
                  <a:pt x="179498" y="28365"/>
                  <a:pt x="170899" y="37263"/>
                  <a:pt x="170899" y="48109"/>
                </a:cubicBezTo>
                <a:lnTo>
                  <a:pt x="170899" y="156006"/>
                </a:lnTo>
                <a:cubicBezTo>
                  <a:pt x="170899" y="166851"/>
                  <a:pt x="179498" y="175750"/>
                  <a:pt x="190596" y="175750"/>
                </a:cubicBezTo>
                <a:lnTo>
                  <a:pt x="198919" y="175750"/>
                </a:lnTo>
                <a:cubicBezTo>
                  <a:pt x="210016" y="175750"/>
                  <a:pt x="218617" y="166851"/>
                  <a:pt x="218617" y="156006"/>
                </a:cubicBezTo>
                <a:lnTo>
                  <a:pt x="218617" y="48109"/>
                </a:lnTo>
                <a:cubicBezTo>
                  <a:pt x="218617" y="37263"/>
                  <a:pt x="210016" y="28365"/>
                  <a:pt x="198919" y="28365"/>
                </a:cubicBezTo>
                <a:close/>
                <a:moveTo>
                  <a:pt x="1275244" y="3059"/>
                </a:moveTo>
                <a:lnTo>
                  <a:pt x="1360135" y="3059"/>
                </a:lnTo>
                <a:cubicBezTo>
                  <a:pt x="1364857" y="3059"/>
                  <a:pt x="1368735" y="6674"/>
                  <a:pt x="1368735" y="11402"/>
                </a:cubicBezTo>
                <a:lnTo>
                  <a:pt x="1368735" y="23081"/>
                </a:lnTo>
                <a:cubicBezTo>
                  <a:pt x="1368735" y="27531"/>
                  <a:pt x="1364857" y="31424"/>
                  <a:pt x="1360135" y="31424"/>
                </a:cubicBezTo>
                <a:lnTo>
                  <a:pt x="1295216" y="31424"/>
                </a:lnTo>
                <a:lnTo>
                  <a:pt x="1295216" y="87875"/>
                </a:lnTo>
                <a:lnTo>
                  <a:pt x="1354319" y="87875"/>
                </a:lnTo>
                <a:cubicBezTo>
                  <a:pt x="1359031" y="87875"/>
                  <a:pt x="1362918" y="91491"/>
                  <a:pt x="1362918" y="96218"/>
                </a:cubicBezTo>
                <a:lnTo>
                  <a:pt x="1362918" y="107897"/>
                </a:lnTo>
                <a:cubicBezTo>
                  <a:pt x="1362918" y="112625"/>
                  <a:pt x="1359031" y="116239"/>
                  <a:pt x="1354319" y="116239"/>
                </a:cubicBezTo>
                <a:lnTo>
                  <a:pt x="1295216" y="116239"/>
                </a:lnTo>
                <a:lnTo>
                  <a:pt x="1295216" y="172691"/>
                </a:lnTo>
                <a:lnTo>
                  <a:pt x="1360419" y="172691"/>
                </a:lnTo>
                <a:cubicBezTo>
                  <a:pt x="1365131" y="172691"/>
                  <a:pt x="1368735" y="176306"/>
                  <a:pt x="1368735" y="181033"/>
                </a:cubicBezTo>
                <a:lnTo>
                  <a:pt x="1368735" y="192714"/>
                </a:lnTo>
                <a:cubicBezTo>
                  <a:pt x="1368735" y="197441"/>
                  <a:pt x="1365131" y="201056"/>
                  <a:pt x="1360419" y="201056"/>
                </a:cubicBezTo>
                <a:lnTo>
                  <a:pt x="1275244" y="201056"/>
                </a:lnTo>
                <a:cubicBezTo>
                  <a:pt x="1270532" y="201056"/>
                  <a:pt x="1266921" y="197441"/>
                  <a:pt x="1266921" y="192713"/>
                </a:cubicBezTo>
                <a:lnTo>
                  <a:pt x="1266921" y="11123"/>
                </a:lnTo>
                <a:cubicBezTo>
                  <a:pt x="1266921" y="6674"/>
                  <a:pt x="1270532" y="3059"/>
                  <a:pt x="1275244" y="3059"/>
                </a:cubicBezTo>
                <a:close/>
                <a:moveTo>
                  <a:pt x="1150024" y="3059"/>
                </a:moveTo>
                <a:lnTo>
                  <a:pt x="1161681" y="3059"/>
                </a:lnTo>
                <a:cubicBezTo>
                  <a:pt x="1166403" y="3059"/>
                  <a:pt x="1170007" y="6674"/>
                  <a:pt x="1170007" y="11402"/>
                </a:cubicBezTo>
                <a:lnTo>
                  <a:pt x="1170007" y="172691"/>
                </a:lnTo>
                <a:lnTo>
                  <a:pt x="1229373" y="172691"/>
                </a:lnTo>
                <a:cubicBezTo>
                  <a:pt x="1234092" y="172691"/>
                  <a:pt x="1237699" y="176306"/>
                  <a:pt x="1237699" y="181033"/>
                </a:cubicBezTo>
                <a:lnTo>
                  <a:pt x="1237699" y="192714"/>
                </a:lnTo>
                <a:cubicBezTo>
                  <a:pt x="1237699" y="197441"/>
                  <a:pt x="1234092" y="201056"/>
                  <a:pt x="1229373" y="201056"/>
                </a:cubicBezTo>
                <a:lnTo>
                  <a:pt x="1150024" y="201056"/>
                </a:lnTo>
                <a:cubicBezTo>
                  <a:pt x="1145312" y="201056"/>
                  <a:pt x="1141708" y="197441"/>
                  <a:pt x="1141708" y="192713"/>
                </a:cubicBezTo>
                <a:lnTo>
                  <a:pt x="1141708" y="11402"/>
                </a:lnTo>
                <a:cubicBezTo>
                  <a:pt x="1141708" y="6674"/>
                  <a:pt x="1145312" y="3059"/>
                  <a:pt x="1150024" y="3059"/>
                </a:cubicBezTo>
                <a:close/>
                <a:moveTo>
                  <a:pt x="1004378" y="3059"/>
                </a:moveTo>
                <a:lnTo>
                  <a:pt x="1015747" y="3059"/>
                </a:lnTo>
                <a:cubicBezTo>
                  <a:pt x="1020469" y="3059"/>
                  <a:pt x="1024073" y="6674"/>
                  <a:pt x="1024073" y="11402"/>
                </a:cubicBezTo>
                <a:lnTo>
                  <a:pt x="1024073" y="156006"/>
                </a:lnTo>
                <a:cubicBezTo>
                  <a:pt x="1024073" y="166851"/>
                  <a:pt x="1032957" y="175750"/>
                  <a:pt x="1043772" y="175750"/>
                </a:cubicBezTo>
                <a:lnTo>
                  <a:pt x="1049872" y="175750"/>
                </a:lnTo>
                <a:cubicBezTo>
                  <a:pt x="1060698" y="175750"/>
                  <a:pt x="1069571" y="166851"/>
                  <a:pt x="1069571" y="156006"/>
                </a:cubicBezTo>
                <a:lnTo>
                  <a:pt x="1069571" y="11402"/>
                </a:lnTo>
                <a:cubicBezTo>
                  <a:pt x="1069571" y="6674"/>
                  <a:pt x="1073185" y="3059"/>
                  <a:pt x="1077897" y="3059"/>
                </a:cubicBezTo>
                <a:lnTo>
                  <a:pt x="1089270" y="3059"/>
                </a:lnTo>
                <a:cubicBezTo>
                  <a:pt x="1093988" y="3059"/>
                  <a:pt x="1097592" y="6674"/>
                  <a:pt x="1097592" y="11402"/>
                </a:cubicBezTo>
                <a:lnTo>
                  <a:pt x="1097592" y="156006"/>
                </a:lnTo>
                <a:cubicBezTo>
                  <a:pt x="1097592" y="182424"/>
                  <a:pt x="1076232" y="204115"/>
                  <a:pt x="1049872" y="204115"/>
                </a:cubicBezTo>
                <a:lnTo>
                  <a:pt x="1043772" y="204115"/>
                </a:lnTo>
                <a:cubicBezTo>
                  <a:pt x="1017413" y="204115"/>
                  <a:pt x="996052" y="182424"/>
                  <a:pt x="996052" y="156006"/>
                </a:cubicBezTo>
                <a:lnTo>
                  <a:pt x="996052" y="11402"/>
                </a:lnTo>
                <a:cubicBezTo>
                  <a:pt x="996052" y="6674"/>
                  <a:pt x="999666" y="3059"/>
                  <a:pt x="1004378" y="3059"/>
                </a:cubicBezTo>
                <a:close/>
                <a:moveTo>
                  <a:pt x="857336" y="3059"/>
                </a:moveTo>
                <a:lnTo>
                  <a:pt x="868993" y="3059"/>
                </a:lnTo>
                <a:cubicBezTo>
                  <a:pt x="873705" y="3059"/>
                  <a:pt x="877316" y="6674"/>
                  <a:pt x="877316" y="11402"/>
                </a:cubicBezTo>
                <a:lnTo>
                  <a:pt x="877316" y="87875"/>
                </a:lnTo>
                <a:lnTo>
                  <a:pt x="922256" y="87875"/>
                </a:lnTo>
                <a:lnTo>
                  <a:pt x="922256" y="11402"/>
                </a:lnTo>
                <a:cubicBezTo>
                  <a:pt x="922256" y="6674"/>
                  <a:pt x="925860" y="3059"/>
                  <a:pt x="930582" y="3059"/>
                </a:cubicBezTo>
                <a:lnTo>
                  <a:pt x="942228" y="3059"/>
                </a:lnTo>
                <a:cubicBezTo>
                  <a:pt x="946950" y="3059"/>
                  <a:pt x="950554" y="6674"/>
                  <a:pt x="950554" y="11402"/>
                </a:cubicBezTo>
                <a:lnTo>
                  <a:pt x="950554" y="192713"/>
                </a:lnTo>
                <a:cubicBezTo>
                  <a:pt x="950554" y="197441"/>
                  <a:pt x="946950" y="201056"/>
                  <a:pt x="942228" y="201056"/>
                </a:cubicBezTo>
                <a:lnTo>
                  <a:pt x="930582" y="201056"/>
                </a:lnTo>
                <a:cubicBezTo>
                  <a:pt x="925860" y="201056"/>
                  <a:pt x="922256" y="197441"/>
                  <a:pt x="922256" y="192713"/>
                </a:cubicBezTo>
                <a:lnTo>
                  <a:pt x="922256" y="116239"/>
                </a:lnTo>
                <a:lnTo>
                  <a:pt x="877316" y="116239"/>
                </a:lnTo>
                <a:lnTo>
                  <a:pt x="877316" y="192713"/>
                </a:lnTo>
                <a:cubicBezTo>
                  <a:pt x="877316" y="197441"/>
                  <a:pt x="873705" y="201056"/>
                  <a:pt x="868993" y="201056"/>
                </a:cubicBezTo>
                <a:lnTo>
                  <a:pt x="857336" y="201056"/>
                </a:lnTo>
                <a:cubicBezTo>
                  <a:pt x="852624" y="201056"/>
                  <a:pt x="849010" y="197441"/>
                  <a:pt x="849010" y="192713"/>
                </a:cubicBezTo>
                <a:lnTo>
                  <a:pt x="849010" y="11402"/>
                </a:lnTo>
                <a:cubicBezTo>
                  <a:pt x="849010" y="6674"/>
                  <a:pt x="852624" y="3059"/>
                  <a:pt x="857336" y="3059"/>
                </a:cubicBezTo>
                <a:close/>
                <a:moveTo>
                  <a:pt x="435641" y="3059"/>
                </a:moveTo>
                <a:lnTo>
                  <a:pt x="447294" y="3059"/>
                </a:lnTo>
                <a:cubicBezTo>
                  <a:pt x="452009" y="3059"/>
                  <a:pt x="455616" y="6674"/>
                  <a:pt x="455616" y="11402"/>
                </a:cubicBezTo>
                <a:lnTo>
                  <a:pt x="455616" y="87875"/>
                </a:lnTo>
                <a:lnTo>
                  <a:pt x="500560" y="87875"/>
                </a:lnTo>
                <a:lnTo>
                  <a:pt x="500560" y="11402"/>
                </a:lnTo>
                <a:cubicBezTo>
                  <a:pt x="500560" y="6674"/>
                  <a:pt x="504167" y="3059"/>
                  <a:pt x="508883" y="3059"/>
                </a:cubicBezTo>
                <a:lnTo>
                  <a:pt x="520536" y="3059"/>
                </a:lnTo>
                <a:cubicBezTo>
                  <a:pt x="525251" y="3059"/>
                  <a:pt x="528858" y="6674"/>
                  <a:pt x="528858" y="11402"/>
                </a:cubicBezTo>
                <a:lnTo>
                  <a:pt x="528858" y="192713"/>
                </a:lnTo>
                <a:cubicBezTo>
                  <a:pt x="528858" y="197441"/>
                  <a:pt x="525251" y="201056"/>
                  <a:pt x="520536" y="201056"/>
                </a:cubicBezTo>
                <a:lnTo>
                  <a:pt x="508883" y="201056"/>
                </a:lnTo>
                <a:cubicBezTo>
                  <a:pt x="504167" y="201056"/>
                  <a:pt x="500560" y="197441"/>
                  <a:pt x="500560" y="192713"/>
                </a:cubicBezTo>
                <a:lnTo>
                  <a:pt x="500560" y="116239"/>
                </a:lnTo>
                <a:lnTo>
                  <a:pt x="455616" y="116239"/>
                </a:lnTo>
                <a:lnTo>
                  <a:pt x="455616" y="192713"/>
                </a:lnTo>
                <a:cubicBezTo>
                  <a:pt x="455616" y="197441"/>
                  <a:pt x="452009" y="201056"/>
                  <a:pt x="447294" y="201056"/>
                </a:cubicBezTo>
                <a:lnTo>
                  <a:pt x="435641" y="201056"/>
                </a:lnTo>
                <a:cubicBezTo>
                  <a:pt x="430925" y="201056"/>
                  <a:pt x="427318" y="197441"/>
                  <a:pt x="427318" y="192713"/>
                </a:cubicBezTo>
                <a:lnTo>
                  <a:pt x="427318" y="11402"/>
                </a:lnTo>
                <a:cubicBezTo>
                  <a:pt x="427318" y="6674"/>
                  <a:pt x="430925" y="3059"/>
                  <a:pt x="435641" y="3059"/>
                </a:cubicBezTo>
                <a:close/>
                <a:moveTo>
                  <a:pt x="8323" y="3059"/>
                </a:moveTo>
                <a:lnTo>
                  <a:pt x="19975" y="3059"/>
                </a:lnTo>
                <a:cubicBezTo>
                  <a:pt x="24691" y="3059"/>
                  <a:pt x="28298" y="6674"/>
                  <a:pt x="28298" y="11402"/>
                </a:cubicBezTo>
                <a:lnTo>
                  <a:pt x="28298" y="87875"/>
                </a:lnTo>
                <a:lnTo>
                  <a:pt x="73242" y="87875"/>
                </a:lnTo>
                <a:lnTo>
                  <a:pt x="73242" y="11402"/>
                </a:lnTo>
                <a:cubicBezTo>
                  <a:pt x="73242" y="6674"/>
                  <a:pt x="76849" y="3059"/>
                  <a:pt x="81565" y="3059"/>
                </a:cubicBezTo>
                <a:lnTo>
                  <a:pt x="93217" y="3059"/>
                </a:lnTo>
                <a:cubicBezTo>
                  <a:pt x="97933" y="3059"/>
                  <a:pt x="101540" y="6674"/>
                  <a:pt x="101540" y="11402"/>
                </a:cubicBezTo>
                <a:lnTo>
                  <a:pt x="101540" y="192713"/>
                </a:lnTo>
                <a:cubicBezTo>
                  <a:pt x="101540" y="197441"/>
                  <a:pt x="97933" y="201056"/>
                  <a:pt x="93217" y="201056"/>
                </a:cubicBezTo>
                <a:lnTo>
                  <a:pt x="81565" y="201056"/>
                </a:lnTo>
                <a:cubicBezTo>
                  <a:pt x="76849" y="201056"/>
                  <a:pt x="73242" y="197441"/>
                  <a:pt x="73242" y="192713"/>
                </a:cubicBezTo>
                <a:lnTo>
                  <a:pt x="73242" y="116239"/>
                </a:lnTo>
                <a:lnTo>
                  <a:pt x="28298" y="116239"/>
                </a:lnTo>
                <a:lnTo>
                  <a:pt x="28298" y="192713"/>
                </a:lnTo>
                <a:cubicBezTo>
                  <a:pt x="28298" y="197441"/>
                  <a:pt x="24691" y="201056"/>
                  <a:pt x="19975" y="201056"/>
                </a:cubicBezTo>
                <a:lnTo>
                  <a:pt x="8323" y="201056"/>
                </a:lnTo>
                <a:cubicBezTo>
                  <a:pt x="3607" y="201056"/>
                  <a:pt x="0" y="197441"/>
                  <a:pt x="0" y="192713"/>
                </a:cubicBezTo>
                <a:lnTo>
                  <a:pt x="0" y="11402"/>
                </a:lnTo>
                <a:cubicBezTo>
                  <a:pt x="0" y="6674"/>
                  <a:pt x="3606" y="3059"/>
                  <a:pt x="8323" y="3059"/>
                </a:cubicBezTo>
                <a:close/>
                <a:moveTo>
                  <a:pt x="755242" y="0"/>
                </a:moveTo>
                <a:lnTo>
                  <a:pt x="763842" y="0"/>
                </a:lnTo>
                <a:cubicBezTo>
                  <a:pt x="790478" y="0"/>
                  <a:pt x="812116" y="21691"/>
                  <a:pt x="812116" y="48109"/>
                </a:cubicBezTo>
                <a:lnTo>
                  <a:pt x="812116" y="53949"/>
                </a:lnTo>
                <a:cubicBezTo>
                  <a:pt x="812116" y="58676"/>
                  <a:pt x="808512" y="62291"/>
                  <a:pt x="803793" y="62291"/>
                </a:cubicBezTo>
                <a:lnTo>
                  <a:pt x="792140" y="62291"/>
                </a:lnTo>
                <a:cubicBezTo>
                  <a:pt x="787425" y="62291"/>
                  <a:pt x="783817" y="58676"/>
                  <a:pt x="783817" y="53949"/>
                </a:cubicBezTo>
                <a:lnTo>
                  <a:pt x="783817" y="48109"/>
                </a:lnTo>
                <a:cubicBezTo>
                  <a:pt x="783817" y="37263"/>
                  <a:pt x="774941" y="28365"/>
                  <a:pt x="763842" y="28365"/>
                </a:cubicBezTo>
                <a:lnTo>
                  <a:pt x="755242" y="28365"/>
                </a:lnTo>
                <a:cubicBezTo>
                  <a:pt x="744423" y="28365"/>
                  <a:pt x="735543" y="37263"/>
                  <a:pt x="735543" y="48109"/>
                </a:cubicBezTo>
                <a:lnTo>
                  <a:pt x="735543" y="156006"/>
                </a:lnTo>
                <a:cubicBezTo>
                  <a:pt x="735543" y="166851"/>
                  <a:pt x="744423" y="175750"/>
                  <a:pt x="755242" y="175750"/>
                </a:cubicBezTo>
                <a:lnTo>
                  <a:pt x="763842" y="175750"/>
                </a:lnTo>
                <a:cubicBezTo>
                  <a:pt x="774941" y="175750"/>
                  <a:pt x="783817" y="166851"/>
                  <a:pt x="783817" y="156006"/>
                </a:cubicBezTo>
                <a:lnTo>
                  <a:pt x="783817" y="147107"/>
                </a:lnTo>
                <a:cubicBezTo>
                  <a:pt x="783817" y="142379"/>
                  <a:pt x="787425" y="138765"/>
                  <a:pt x="792140" y="138765"/>
                </a:cubicBezTo>
                <a:lnTo>
                  <a:pt x="803793" y="138765"/>
                </a:lnTo>
                <a:cubicBezTo>
                  <a:pt x="808512" y="138765"/>
                  <a:pt x="812116" y="142379"/>
                  <a:pt x="812116" y="147107"/>
                </a:cubicBezTo>
                <a:lnTo>
                  <a:pt x="812116" y="156006"/>
                </a:lnTo>
                <a:cubicBezTo>
                  <a:pt x="812116" y="182702"/>
                  <a:pt x="790478" y="204115"/>
                  <a:pt x="763842" y="204115"/>
                </a:cubicBezTo>
                <a:lnTo>
                  <a:pt x="755242" y="204115"/>
                </a:lnTo>
                <a:cubicBezTo>
                  <a:pt x="728886" y="204115"/>
                  <a:pt x="707248" y="182702"/>
                  <a:pt x="707248" y="156006"/>
                </a:cubicBezTo>
                <a:lnTo>
                  <a:pt x="707248" y="48109"/>
                </a:lnTo>
                <a:cubicBezTo>
                  <a:pt x="707248" y="21691"/>
                  <a:pt x="728886" y="0"/>
                  <a:pt x="755242" y="0"/>
                </a:cubicBezTo>
                <a:close/>
                <a:moveTo>
                  <a:pt x="617358" y="0"/>
                </a:moveTo>
                <a:lnTo>
                  <a:pt x="623464" y="0"/>
                </a:lnTo>
                <a:cubicBezTo>
                  <a:pt x="649817" y="0"/>
                  <a:pt x="671458" y="21691"/>
                  <a:pt x="671458" y="48109"/>
                </a:cubicBezTo>
                <a:lnTo>
                  <a:pt x="671458" y="53949"/>
                </a:lnTo>
                <a:cubicBezTo>
                  <a:pt x="671458" y="58676"/>
                  <a:pt x="667851" y="62291"/>
                  <a:pt x="663136" y="62291"/>
                </a:cubicBezTo>
                <a:lnTo>
                  <a:pt x="651482" y="62291"/>
                </a:lnTo>
                <a:cubicBezTo>
                  <a:pt x="646767" y="62291"/>
                  <a:pt x="643160" y="58676"/>
                  <a:pt x="643160" y="53949"/>
                </a:cubicBezTo>
                <a:lnTo>
                  <a:pt x="643160" y="48109"/>
                </a:lnTo>
                <a:cubicBezTo>
                  <a:pt x="643160" y="37263"/>
                  <a:pt x="634283" y="28365"/>
                  <a:pt x="623464" y="28365"/>
                </a:cubicBezTo>
                <a:lnTo>
                  <a:pt x="617358" y="28365"/>
                </a:lnTo>
                <a:cubicBezTo>
                  <a:pt x="606539" y="28365"/>
                  <a:pt x="597662" y="37263"/>
                  <a:pt x="597662" y="48109"/>
                </a:cubicBezTo>
                <a:lnTo>
                  <a:pt x="597662" y="56729"/>
                </a:lnTo>
                <a:cubicBezTo>
                  <a:pt x="597662" y="92324"/>
                  <a:pt x="673954" y="87041"/>
                  <a:pt x="673954" y="147107"/>
                </a:cubicBezTo>
                <a:lnTo>
                  <a:pt x="673954" y="156006"/>
                </a:lnTo>
                <a:cubicBezTo>
                  <a:pt x="673954" y="182424"/>
                  <a:pt x="652594" y="204115"/>
                  <a:pt x="625961" y="204115"/>
                </a:cubicBezTo>
                <a:lnTo>
                  <a:pt x="614861" y="204115"/>
                </a:lnTo>
                <a:cubicBezTo>
                  <a:pt x="588228" y="204115"/>
                  <a:pt x="566868" y="182424"/>
                  <a:pt x="566868" y="156006"/>
                </a:cubicBezTo>
                <a:lnTo>
                  <a:pt x="566868" y="149888"/>
                </a:lnTo>
                <a:cubicBezTo>
                  <a:pt x="566868" y="145161"/>
                  <a:pt x="570472" y="141546"/>
                  <a:pt x="575190" y="141546"/>
                </a:cubicBezTo>
                <a:lnTo>
                  <a:pt x="586840" y="141546"/>
                </a:lnTo>
                <a:cubicBezTo>
                  <a:pt x="591559" y="141546"/>
                  <a:pt x="595166" y="145161"/>
                  <a:pt x="595166" y="149888"/>
                </a:cubicBezTo>
                <a:lnTo>
                  <a:pt x="595166" y="156006"/>
                </a:lnTo>
                <a:cubicBezTo>
                  <a:pt x="595166" y="166851"/>
                  <a:pt x="603766" y="175750"/>
                  <a:pt x="614861" y="175750"/>
                </a:cubicBezTo>
                <a:lnTo>
                  <a:pt x="625961" y="175750"/>
                </a:lnTo>
                <a:cubicBezTo>
                  <a:pt x="637056" y="175750"/>
                  <a:pt x="645656" y="166851"/>
                  <a:pt x="645656" y="156006"/>
                </a:cubicBezTo>
                <a:lnTo>
                  <a:pt x="645656" y="147107"/>
                </a:lnTo>
                <a:cubicBezTo>
                  <a:pt x="645656" y="108453"/>
                  <a:pt x="569364" y="115127"/>
                  <a:pt x="569364" y="56729"/>
                </a:cubicBezTo>
                <a:lnTo>
                  <a:pt x="569364" y="48109"/>
                </a:lnTo>
                <a:cubicBezTo>
                  <a:pt x="569364" y="21691"/>
                  <a:pt x="591001" y="0"/>
                  <a:pt x="617358" y="0"/>
                </a:cubicBezTo>
                <a:close/>
                <a:moveTo>
                  <a:pt x="332712" y="0"/>
                </a:moveTo>
                <a:lnTo>
                  <a:pt x="341315" y="0"/>
                </a:lnTo>
                <a:cubicBezTo>
                  <a:pt x="367948" y="0"/>
                  <a:pt x="389586" y="21691"/>
                  <a:pt x="389586" y="48109"/>
                </a:cubicBezTo>
                <a:lnTo>
                  <a:pt x="389586" y="53949"/>
                </a:lnTo>
                <a:cubicBezTo>
                  <a:pt x="389586" y="58676"/>
                  <a:pt x="385982" y="62291"/>
                  <a:pt x="381263" y="62291"/>
                </a:cubicBezTo>
                <a:lnTo>
                  <a:pt x="369613" y="62291"/>
                </a:lnTo>
                <a:cubicBezTo>
                  <a:pt x="364895" y="62291"/>
                  <a:pt x="361291" y="58676"/>
                  <a:pt x="361291" y="53949"/>
                </a:cubicBezTo>
                <a:lnTo>
                  <a:pt x="361291" y="48109"/>
                </a:lnTo>
                <a:cubicBezTo>
                  <a:pt x="361291" y="37263"/>
                  <a:pt x="352411" y="28365"/>
                  <a:pt x="341315" y="28365"/>
                </a:cubicBezTo>
                <a:lnTo>
                  <a:pt x="332712" y="28365"/>
                </a:lnTo>
                <a:cubicBezTo>
                  <a:pt x="321894" y="28365"/>
                  <a:pt x="313016" y="37263"/>
                  <a:pt x="313016" y="48109"/>
                </a:cubicBezTo>
                <a:lnTo>
                  <a:pt x="313016" y="156006"/>
                </a:lnTo>
                <a:cubicBezTo>
                  <a:pt x="313016" y="166851"/>
                  <a:pt x="321894" y="175750"/>
                  <a:pt x="332712" y="175750"/>
                </a:cubicBezTo>
                <a:lnTo>
                  <a:pt x="341315" y="175750"/>
                </a:lnTo>
                <a:cubicBezTo>
                  <a:pt x="352411" y="175750"/>
                  <a:pt x="361291" y="166851"/>
                  <a:pt x="361291" y="156006"/>
                </a:cubicBezTo>
                <a:lnTo>
                  <a:pt x="361291" y="147107"/>
                </a:lnTo>
                <a:cubicBezTo>
                  <a:pt x="361291" y="142379"/>
                  <a:pt x="364895" y="138765"/>
                  <a:pt x="369613" y="138765"/>
                </a:cubicBezTo>
                <a:lnTo>
                  <a:pt x="381263" y="138765"/>
                </a:lnTo>
                <a:cubicBezTo>
                  <a:pt x="385982" y="138765"/>
                  <a:pt x="389586" y="142379"/>
                  <a:pt x="389586" y="147107"/>
                </a:cubicBezTo>
                <a:lnTo>
                  <a:pt x="389586" y="156006"/>
                </a:lnTo>
                <a:cubicBezTo>
                  <a:pt x="389586" y="182702"/>
                  <a:pt x="367948" y="204115"/>
                  <a:pt x="341315" y="204115"/>
                </a:cubicBezTo>
                <a:lnTo>
                  <a:pt x="332712" y="204115"/>
                </a:lnTo>
                <a:cubicBezTo>
                  <a:pt x="306357" y="204115"/>
                  <a:pt x="284718" y="182702"/>
                  <a:pt x="284718" y="156006"/>
                </a:cubicBezTo>
                <a:lnTo>
                  <a:pt x="284718" y="48109"/>
                </a:lnTo>
                <a:cubicBezTo>
                  <a:pt x="284718" y="21691"/>
                  <a:pt x="306357" y="0"/>
                  <a:pt x="332712" y="0"/>
                </a:cubicBezTo>
                <a:close/>
                <a:moveTo>
                  <a:pt x="190596" y="0"/>
                </a:moveTo>
                <a:lnTo>
                  <a:pt x="198919" y="0"/>
                </a:lnTo>
                <a:cubicBezTo>
                  <a:pt x="225275" y="0"/>
                  <a:pt x="246915" y="21413"/>
                  <a:pt x="246915" y="48109"/>
                </a:cubicBezTo>
                <a:lnTo>
                  <a:pt x="246915" y="156006"/>
                </a:lnTo>
                <a:cubicBezTo>
                  <a:pt x="246915" y="182424"/>
                  <a:pt x="225275" y="204115"/>
                  <a:pt x="198919" y="204115"/>
                </a:cubicBezTo>
                <a:lnTo>
                  <a:pt x="190596" y="204115"/>
                </a:lnTo>
                <a:cubicBezTo>
                  <a:pt x="164240" y="204115"/>
                  <a:pt x="142600" y="182424"/>
                  <a:pt x="142600" y="156006"/>
                </a:cubicBezTo>
                <a:lnTo>
                  <a:pt x="142600" y="48109"/>
                </a:lnTo>
                <a:cubicBezTo>
                  <a:pt x="142600" y="21413"/>
                  <a:pt x="164240" y="0"/>
                  <a:pt x="19059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32513" y="1831486"/>
            <a:ext cx="5688011" cy="2092814"/>
          </a:xfrm>
        </p:spPr>
        <p:txBody>
          <a:bodyPr anchor="t"/>
          <a:lstStyle>
            <a:lvl1pPr algn="l">
              <a:lnSpc>
                <a:spcPct val="95000"/>
              </a:lnSpc>
              <a:defRPr sz="3500" spc="-1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32513" y="4025026"/>
            <a:ext cx="5688011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4572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11" name="Grafik 10" descr="Text University of Applied Sciences">
            <a:extLst>
              <a:ext uri="{FF2B5EF4-FFF2-40B4-BE49-F238E27FC236}">
                <a16:creationId xmlns:a16="http://schemas.microsoft.com/office/drawing/2014/main" id="{B8B5ABD0-AA63-A702-3CD2-AC5B41A348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2" name="Grafik 11" descr="Signet Hochschule Mainz">
            <a:extLst>
              <a:ext uri="{FF2B5EF4-FFF2-40B4-BE49-F238E27FC236}">
                <a16:creationId xmlns:a16="http://schemas.microsoft.com/office/drawing/2014/main" id="{5646772B-9FA0-8304-BD6F-B3821E5463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3" name="Grafik 12" descr="Schriftzug Hochschule Mainz">
            <a:extLst>
              <a:ext uri="{FF2B5EF4-FFF2-40B4-BE49-F238E27FC236}">
                <a16:creationId xmlns:a16="http://schemas.microsoft.com/office/drawing/2014/main" id="{19A91235-FA46-9763-B0D4-0EF527DFDB9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B7BE8E54-03E3-0BF9-AD32-F18ADEC5F2AD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chemeClr val="tx1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261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1 (kurz, blau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black">
          <a:xfrm>
            <a:off x="1811337" y="1324947"/>
            <a:ext cx="10009187" cy="4767878"/>
          </a:xfrm>
        </p:spPr>
        <p:txBody>
          <a:bodyPr/>
          <a:lstStyle>
            <a:lvl1pPr marL="717550" indent="-717550">
              <a:lnSpc>
                <a:spcPct val="105000"/>
              </a:lnSpc>
              <a:buFont typeface="+mj-lt"/>
              <a:buAutoNum type="arabicPeriod"/>
              <a:defRPr sz="2000">
                <a:solidFill>
                  <a:schemeClr val="bg1"/>
                </a:solidFill>
              </a:defRPr>
            </a:lvl1pPr>
            <a:lvl2pPr marL="1073150" indent="-354013">
              <a:lnSpc>
                <a:spcPct val="105000"/>
              </a:lnSpc>
              <a:defRPr sz="2000">
                <a:solidFill>
                  <a:schemeClr val="bg1"/>
                </a:solidFill>
              </a:defRPr>
            </a:lvl2pPr>
            <a:lvl3pPr marL="1436688" indent="-357188">
              <a:lnSpc>
                <a:spcPct val="105000"/>
              </a:lnSpc>
              <a:defRPr sz="2000">
                <a:solidFill>
                  <a:schemeClr val="bg1"/>
                </a:solidFill>
              </a:defRPr>
            </a:lvl3pPr>
            <a:lvl4pPr marL="1790700" indent="-357188">
              <a:lnSpc>
                <a:spcPct val="105000"/>
              </a:lnSpc>
              <a:defRPr sz="2000">
                <a:solidFill>
                  <a:schemeClr val="bg1"/>
                </a:solidFill>
              </a:defRPr>
            </a:lvl4pPr>
            <a:lvl5pPr marL="2155825" indent="-361950">
              <a:lnSpc>
                <a:spcPct val="105000"/>
              </a:lnSpc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76B134C6-DBDF-68F1-D5DF-15ED7BBACAB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4" name="Textfeld 3">
            <a:extLst>
              <a:ext uri="{FF2B5EF4-FFF2-40B4-BE49-F238E27FC236}">
                <a16:creationId xmlns:a16="http://schemas.microsoft.com/office/drawing/2014/main" id="{BE17209E-2871-493C-338A-D282F8814DDB}"/>
              </a:ext>
            </a:extLst>
          </p:cNvPr>
          <p:cNvSpPr txBox="1"/>
          <p:nvPr userDrawn="1"/>
        </p:nvSpPr>
        <p:spPr bwMode="black"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088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(kurz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1337" y="1324947"/>
            <a:ext cx="10009187" cy="4767878"/>
          </a:xfrm>
        </p:spPr>
        <p:txBody>
          <a:bodyPr/>
          <a:lstStyle>
            <a:lvl1pPr marL="717550" indent="-717550">
              <a:lnSpc>
                <a:spcPct val="105000"/>
              </a:lnSpc>
              <a:buFont typeface="+mj-lt"/>
              <a:buAutoNum type="arabicPeriod"/>
              <a:defRPr sz="2000"/>
            </a:lvl1pPr>
            <a:lvl2pPr marL="1073150" indent="-354013">
              <a:lnSpc>
                <a:spcPct val="105000"/>
              </a:lnSpc>
              <a:defRPr sz="2000"/>
            </a:lvl2pPr>
            <a:lvl3pPr marL="1436688" indent="-357188">
              <a:lnSpc>
                <a:spcPct val="105000"/>
              </a:lnSpc>
              <a:defRPr sz="2000"/>
            </a:lvl3pPr>
            <a:lvl4pPr marL="1790700" indent="-357188">
              <a:lnSpc>
                <a:spcPct val="105000"/>
              </a:lnSpc>
              <a:defRPr sz="2000"/>
            </a:lvl4pPr>
            <a:lvl5pPr marL="2155825" indent="-361950">
              <a:lnSpc>
                <a:spcPct val="105000"/>
              </a:lnSpc>
              <a:defRPr sz="2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467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(lang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5" y="1344162"/>
            <a:ext cx="11449049" cy="2664000"/>
          </a:xfrm>
        </p:spPr>
        <p:txBody>
          <a:bodyPr numCol="2" spcCol="72000"/>
          <a:lstStyle>
            <a:lvl1pPr marL="717550" indent="-717550">
              <a:lnSpc>
                <a:spcPct val="110000"/>
              </a:lnSpc>
              <a:buFont typeface="+mj-lt"/>
              <a:buAutoNum type="arabicPeriod"/>
              <a:defRPr sz="1500"/>
            </a:lvl1pPr>
            <a:lvl2pPr marL="1073150" indent="-354013">
              <a:lnSpc>
                <a:spcPct val="110000"/>
              </a:lnSpc>
              <a:defRPr sz="1500"/>
            </a:lvl2pPr>
            <a:lvl3pPr marL="1436688" indent="-357188">
              <a:lnSpc>
                <a:spcPct val="110000"/>
              </a:lnSpc>
              <a:defRPr sz="1500"/>
            </a:lvl3pPr>
            <a:lvl4pPr marL="1790700" indent="-357188">
              <a:lnSpc>
                <a:spcPct val="110000"/>
              </a:lnSpc>
              <a:defRPr sz="1500"/>
            </a:lvl4pPr>
            <a:lvl5pPr marL="2155825" indent="-361950">
              <a:lnSpc>
                <a:spcPct val="110000"/>
              </a:lnSpc>
              <a:defRPr sz="15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49289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(mit Details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2">
            <a:extLst>
              <a:ext uri="{FF2B5EF4-FFF2-40B4-BE49-F238E27FC236}">
                <a16:creationId xmlns:a16="http://schemas.microsoft.com/office/drawing/2014/main" id="{D259F131-A832-35F2-1145-CB3DAEC236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6601" y="1402774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09" name="Textplatzhalter 12">
            <a:extLst>
              <a:ext uri="{FF2B5EF4-FFF2-40B4-BE49-F238E27FC236}">
                <a16:creationId xmlns:a16="http://schemas.microsoft.com/office/drawing/2014/main" id="{F3E0786C-1ADE-AB47-6DC9-31339B22B7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1402774"/>
            <a:ext cx="3771904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0" name="Textplatzhalter 12">
            <a:extLst>
              <a:ext uri="{FF2B5EF4-FFF2-40B4-BE49-F238E27FC236}">
                <a16:creationId xmlns:a16="http://schemas.microsoft.com/office/drawing/2014/main" id="{3C3CACD0-367E-0788-C166-3662DB3153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61730" y="1402774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3E0EAB77-5278-253F-9213-246F57BA18B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71471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3" name="Textplatzhalter 11">
            <a:extLst>
              <a:ext uri="{FF2B5EF4-FFF2-40B4-BE49-F238E27FC236}">
                <a16:creationId xmlns:a16="http://schemas.microsoft.com/office/drawing/2014/main" id="{14597F2F-238E-22D8-AB32-A81EA392E4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16601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4" name="Textplatzhalter 11">
            <a:extLst>
              <a:ext uri="{FF2B5EF4-FFF2-40B4-BE49-F238E27FC236}">
                <a16:creationId xmlns:a16="http://schemas.microsoft.com/office/drawing/2014/main" id="{A1A9B177-DC54-8E3D-DAF1-BCFEE2F3E8C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61730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5" name="Textplatzhalter 12">
            <a:extLst>
              <a:ext uri="{FF2B5EF4-FFF2-40B4-BE49-F238E27FC236}">
                <a16:creationId xmlns:a16="http://schemas.microsoft.com/office/drawing/2014/main" id="{6AAD9AEE-95A3-08B5-2E1B-C52570F0A21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16601" y="3467895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6" name="Textplatzhalter 12">
            <a:extLst>
              <a:ext uri="{FF2B5EF4-FFF2-40B4-BE49-F238E27FC236}">
                <a16:creationId xmlns:a16="http://schemas.microsoft.com/office/drawing/2014/main" id="{16BD64F9-A172-2610-FC83-6A8956AFAE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1471" y="3467895"/>
            <a:ext cx="3771904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7" name="Textplatzhalter 12">
            <a:extLst>
              <a:ext uri="{FF2B5EF4-FFF2-40B4-BE49-F238E27FC236}">
                <a16:creationId xmlns:a16="http://schemas.microsoft.com/office/drawing/2014/main" id="{CA29BFB3-2BBF-D4FF-E99E-F47A011D98E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1730" y="3467895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8" name="Textplatzhalter 11">
            <a:extLst>
              <a:ext uri="{FF2B5EF4-FFF2-40B4-BE49-F238E27FC236}">
                <a16:creationId xmlns:a16="http://schemas.microsoft.com/office/drawing/2014/main" id="{35B9D51F-4453-8ED6-5978-08B0DD4CBAB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71471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9" name="Textplatzhalter 11">
            <a:extLst>
              <a:ext uri="{FF2B5EF4-FFF2-40B4-BE49-F238E27FC236}">
                <a16:creationId xmlns:a16="http://schemas.microsoft.com/office/drawing/2014/main" id="{3D916A41-1C2B-7816-AF40-8C440845A0A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16601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20" name="Textplatzhalter 11">
            <a:extLst>
              <a:ext uri="{FF2B5EF4-FFF2-40B4-BE49-F238E27FC236}">
                <a16:creationId xmlns:a16="http://schemas.microsoft.com/office/drawing/2014/main" id="{B46F4A5E-5580-757A-787D-A8C01B7B776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061730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7575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314451"/>
            <a:ext cx="10009187" cy="4778373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5C109A3D-3432-6A42-3766-BD5E20C76A4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7" name="Textfeld 6">
            <a:extLst>
              <a:ext uri="{FF2B5EF4-FFF2-40B4-BE49-F238E27FC236}">
                <a16:creationId xmlns:a16="http://schemas.microsoft.com/office/drawing/2014/main" id="{FE65ECF3-58F0-43CE-767C-6089AD070221}"/>
              </a:ext>
            </a:extLst>
          </p:cNvPr>
          <p:cNvSpPr txBox="1"/>
          <p:nvPr userDrawn="1"/>
        </p:nvSpPr>
        <p:spPr bwMode="black"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981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(hellblau)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314451"/>
            <a:ext cx="10009187" cy="4778373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95606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314451"/>
            <a:ext cx="10009187" cy="4778374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31053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(gro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844675"/>
            <a:ext cx="11449050" cy="42481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1554956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844675"/>
            <a:ext cx="10009189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28483171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04527" y="1844675"/>
            <a:ext cx="5616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17916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3 Inhalte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42000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72391A0D-77C5-CB8C-090D-5ADF29B334B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12525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252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4 Inhalte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2808288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51201" y="1844675"/>
            <a:ext cx="2808288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Inhaltsplatzhalter 2">
            <a:extLst>
              <a:ext uri="{FF2B5EF4-FFF2-40B4-BE49-F238E27FC236}">
                <a16:creationId xmlns:a16="http://schemas.microsoft.com/office/drawing/2014/main" id="{9452B6A5-AE39-3A8D-77D6-2B4896C7A4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32513" y="1844675"/>
            <a:ext cx="2808287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1BE04E6A-A325-D195-2EA9-575858580F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12240" y="1844675"/>
            <a:ext cx="2808286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61394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3682234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244193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A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1338" y="4511675"/>
            <a:ext cx="8569325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1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Funktion oder Abteilung</a:t>
            </a:r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BD89F4C0-6A79-D22B-DBF0-549C9A7A0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4210585"/>
            <a:ext cx="8569325" cy="301090"/>
          </a:xfrm>
        </p:spPr>
        <p:txBody>
          <a:bodyPr/>
          <a:lstStyle>
            <a:lvl1pPr marL="447675" indent="-447675">
              <a:lnSpc>
                <a:spcPct val="90000"/>
              </a:lnSpc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2000" spc="-1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341120"/>
            <a:ext cx="8569325" cy="2741093"/>
          </a:xfrm>
        </p:spPr>
        <p:txBody>
          <a:bodyPr/>
          <a:lstStyle>
            <a:lvl1pPr marL="0" indent="0">
              <a:lnSpc>
                <a:spcPct val="102000"/>
              </a:lnSpc>
              <a:buNone/>
              <a:defRPr sz="2500" spc="5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634076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B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1338" y="3289266"/>
            <a:ext cx="8569325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1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Funktion oder Abteilung</a:t>
            </a:r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BD89F4C0-6A79-D22B-DBF0-549C9A7A0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2988176"/>
            <a:ext cx="8569325" cy="301090"/>
          </a:xfrm>
        </p:spPr>
        <p:txBody>
          <a:bodyPr/>
          <a:lstStyle>
            <a:lvl1pPr marL="447675" indent="-447675">
              <a:lnSpc>
                <a:spcPct val="90000"/>
              </a:lnSpc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2000" spc="-1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341121"/>
            <a:ext cx="8569325" cy="1585774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4000" spc="-10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793321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 B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418121"/>
            <a:ext cx="8569325" cy="4674704"/>
          </a:xfrm>
        </p:spPr>
        <p:txBody>
          <a:bodyPr/>
          <a:lstStyle>
            <a:lvl1pPr marL="0" indent="0">
              <a:lnSpc>
                <a:spcPts val="10000"/>
              </a:lnSpc>
              <a:buNone/>
              <a:defRPr sz="10000" spc="-20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780493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1144905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85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3505968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14700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04527" y="1844675"/>
            <a:ext cx="5616000" cy="14700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Bildplatzhalter 10">
            <a:extLst>
              <a:ext uri="{FF2B5EF4-FFF2-40B4-BE49-F238E27FC236}">
                <a16:creationId xmlns:a16="http://schemas.microsoft.com/office/drawing/2014/main" id="{354960F6-831B-9101-0E32-ED1EB60027B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2" y="3429001"/>
            <a:ext cx="5688011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6" name="Textplatzhalter 12">
            <a:extLst>
              <a:ext uri="{FF2B5EF4-FFF2-40B4-BE49-F238E27FC236}">
                <a16:creationId xmlns:a16="http://schemas.microsoft.com/office/drawing/2014/main" id="{5DF07BB7-C66F-18FD-12A4-5A0379D867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32513" y="5765800"/>
            <a:ext cx="5688010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2" name="Bildplatzhalter 10">
            <a:extLst>
              <a:ext uri="{FF2B5EF4-FFF2-40B4-BE49-F238E27FC236}">
                <a16:creationId xmlns:a16="http://schemas.microsoft.com/office/drawing/2014/main" id="{6129AB43-20AD-680E-EEF0-A7C40C54053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5688011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3" name="Textplatzhalter 12">
            <a:extLst>
              <a:ext uri="{FF2B5EF4-FFF2-40B4-BE49-F238E27FC236}">
                <a16:creationId xmlns:a16="http://schemas.microsoft.com/office/drawing/2014/main" id="{F4A8CE6E-6C31-1C4E-A2B7-FAA50C9B99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5688010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35058085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e und Bilder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42000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72391A0D-77C5-CB8C-090D-5ADF29B334B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12525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Bildplatzhalter 10">
            <a:extLst>
              <a:ext uri="{FF2B5EF4-FFF2-40B4-BE49-F238E27FC236}">
                <a16:creationId xmlns:a16="http://schemas.microsoft.com/office/drawing/2014/main" id="{48990888-6345-7855-3CAC-E30C53A7275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16601" y="3429001"/>
            <a:ext cx="3771904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2">
            <a:extLst>
              <a:ext uri="{FF2B5EF4-FFF2-40B4-BE49-F238E27FC236}">
                <a16:creationId xmlns:a16="http://schemas.microsoft.com/office/drawing/2014/main" id="{53C6D6F2-0DC1-70C0-3A2F-38A65F09D7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6601" y="5765800"/>
            <a:ext cx="3771903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2" name="Bildplatzhalter 10">
            <a:extLst>
              <a:ext uri="{FF2B5EF4-FFF2-40B4-BE49-F238E27FC236}">
                <a16:creationId xmlns:a16="http://schemas.microsoft.com/office/drawing/2014/main" id="{AC8160E9-1BEC-E712-960A-714F5425649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3771905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3" name="Textplatzhalter 12">
            <a:extLst>
              <a:ext uri="{FF2B5EF4-FFF2-40B4-BE49-F238E27FC236}">
                <a16:creationId xmlns:a16="http://schemas.microsoft.com/office/drawing/2014/main" id="{6CA95813-5C8C-8087-8E5F-EAE0683803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3771904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7" name="Bildplatzhalter 10">
            <a:extLst>
              <a:ext uri="{FF2B5EF4-FFF2-40B4-BE49-F238E27FC236}">
                <a16:creationId xmlns:a16="http://schemas.microsoft.com/office/drawing/2014/main" id="{6CAEF61B-523B-0472-B314-CC9C9BA6145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61730" y="3429001"/>
            <a:ext cx="3771904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8" name="Textplatzhalter 12">
            <a:extLst>
              <a:ext uri="{FF2B5EF4-FFF2-40B4-BE49-F238E27FC236}">
                <a16:creationId xmlns:a16="http://schemas.microsoft.com/office/drawing/2014/main" id="{7A67D1DD-64D6-9B8B-F3B3-1B0D66476F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61730" y="5765800"/>
            <a:ext cx="3771903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22834327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e und Bilder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2808288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51201" y="1844675"/>
            <a:ext cx="2808288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Inhaltsplatzhalter 2">
            <a:extLst>
              <a:ext uri="{FF2B5EF4-FFF2-40B4-BE49-F238E27FC236}">
                <a16:creationId xmlns:a16="http://schemas.microsoft.com/office/drawing/2014/main" id="{9452B6A5-AE39-3A8D-77D6-2B4896C7A4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32513" y="1844675"/>
            <a:ext cx="2808287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1BE04E6A-A325-D195-2EA9-575858580F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12240" y="1844675"/>
            <a:ext cx="2808286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0" name="Bildplatzhalter 10">
            <a:extLst>
              <a:ext uri="{FF2B5EF4-FFF2-40B4-BE49-F238E27FC236}">
                <a16:creationId xmlns:a16="http://schemas.microsoft.com/office/drawing/2014/main" id="{876E2CA7-291E-A32C-77F0-23DAD08D07D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2" name="Textplatzhalter 12">
            <a:extLst>
              <a:ext uri="{FF2B5EF4-FFF2-40B4-BE49-F238E27FC236}">
                <a16:creationId xmlns:a16="http://schemas.microsoft.com/office/drawing/2014/main" id="{D801E146-8134-DE14-5451-6436833CC9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2FE926DE-5B94-0E62-4517-CEE4BDA02E5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251201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4" name="Textplatzhalter 12">
            <a:extLst>
              <a:ext uri="{FF2B5EF4-FFF2-40B4-BE49-F238E27FC236}">
                <a16:creationId xmlns:a16="http://schemas.microsoft.com/office/drawing/2014/main" id="{C5EE0427-358F-F7ED-071C-35002839CE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51201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5" name="Bildplatzhalter 10">
            <a:extLst>
              <a:ext uri="{FF2B5EF4-FFF2-40B4-BE49-F238E27FC236}">
                <a16:creationId xmlns:a16="http://schemas.microsoft.com/office/drawing/2014/main" id="{2EB3C1F0-272E-DFE5-0C42-B15EE1FE15D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132513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6" name="Textplatzhalter 12">
            <a:extLst>
              <a:ext uri="{FF2B5EF4-FFF2-40B4-BE49-F238E27FC236}">
                <a16:creationId xmlns:a16="http://schemas.microsoft.com/office/drawing/2014/main" id="{5BEBEA4B-F31A-3639-6C58-385F1724418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32513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7" name="Bildplatzhalter 10">
            <a:extLst>
              <a:ext uri="{FF2B5EF4-FFF2-40B4-BE49-F238E27FC236}">
                <a16:creationId xmlns:a16="http://schemas.microsoft.com/office/drawing/2014/main" id="{8EDE1FF3-87B7-CE08-C80B-0E3E70591CE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012240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8" name="Textplatzhalter 12">
            <a:extLst>
              <a:ext uri="{FF2B5EF4-FFF2-40B4-BE49-F238E27FC236}">
                <a16:creationId xmlns:a16="http://schemas.microsoft.com/office/drawing/2014/main" id="{F8CCE362-3307-4D65-DF9E-737A367EA20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12240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33110890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Bild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089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8340200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1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51200" y="-1"/>
            <a:ext cx="4968875" cy="33588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7312FB8F-A311-F89C-3EAB-6E919AF4471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3429000"/>
            <a:ext cx="3900488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8" name="Bildplatzhalter 10">
            <a:extLst>
              <a:ext uri="{FF2B5EF4-FFF2-40B4-BE49-F238E27FC236}">
                <a16:creationId xmlns:a16="http://schemas.microsoft.com/office/drawing/2014/main" id="{A40BCCC8-0E1D-CAC3-EC1C-3E0CD00FC4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971925" y="3429000"/>
            <a:ext cx="4248150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9" name="Bildplatzhalter 10">
            <a:extLst>
              <a:ext uri="{FF2B5EF4-FFF2-40B4-BE49-F238E27FC236}">
                <a16:creationId xmlns:a16="http://schemas.microsoft.com/office/drawing/2014/main" id="{CBD830C6-26D4-B728-16EC-373E5BADE6B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91513" y="-1"/>
            <a:ext cx="3900487" cy="6092827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C529B78D-4533-104F-0386-C7F39CF583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-1"/>
            <a:ext cx="3179762" cy="3358800"/>
          </a:xfrm>
          <a:solidFill>
            <a:schemeClr val="accent1"/>
          </a:solidFill>
        </p:spPr>
        <p:txBody>
          <a:bodyPr lIns="360000" tIns="252000" rIns="360000" bIns="360000"/>
          <a:lstStyle>
            <a:lvl1pPr marL="0" indent="0">
              <a:buNone/>
              <a:defRPr sz="1000" spc="10" baseline="0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59190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2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71925" y="-1"/>
            <a:ext cx="3179762" cy="33588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7312FB8F-A311-F89C-3EAB-6E919AF4471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012238" y="3429000"/>
            <a:ext cx="3179762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8" name="Bildplatzhalter 10">
            <a:extLst>
              <a:ext uri="{FF2B5EF4-FFF2-40B4-BE49-F238E27FC236}">
                <a16:creationId xmlns:a16="http://schemas.microsoft.com/office/drawing/2014/main" id="{A40BCCC8-0E1D-CAC3-EC1C-3E0CD00FC4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223125" y="-2"/>
            <a:ext cx="4968874" cy="3358799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9" name="Bildplatzhalter 10">
            <a:extLst>
              <a:ext uri="{FF2B5EF4-FFF2-40B4-BE49-F238E27FC236}">
                <a16:creationId xmlns:a16="http://schemas.microsoft.com/office/drawing/2014/main" id="{CBD830C6-26D4-B728-16EC-373E5BADE6B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" y="-1"/>
            <a:ext cx="3900486" cy="6092827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C529B78D-4533-104F-0386-C7F39CF583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971925" y="3429000"/>
            <a:ext cx="4968876" cy="2663825"/>
          </a:xfrm>
          <a:solidFill>
            <a:schemeClr val="accent1"/>
          </a:solidFill>
        </p:spPr>
        <p:txBody>
          <a:bodyPr lIns="360000" tIns="252000" rIns="360000" bIns="360000"/>
          <a:lstStyle>
            <a:lvl1pPr marL="0" indent="0">
              <a:buNone/>
              <a:defRPr sz="1000" spc="10" baseline="0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449849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(blau, kleines 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4" y="1905000"/>
            <a:ext cx="3527424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638F6F7F-12E9-66CD-6431-C75C5B142F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961DBE87-8F06-3A2D-0A57-215851747293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2628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(blau, großes 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3" y="1905000"/>
            <a:ext cx="5688011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638F6F7F-12E9-66CD-6431-C75C5B142F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961DBE87-8F06-3A2D-0A57-215851747293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4231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Kontakte (blau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37147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37147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0">
            <a:extLst>
              <a:ext uri="{FF2B5EF4-FFF2-40B4-BE49-F238E27FC236}">
                <a16:creationId xmlns:a16="http://schemas.microsoft.com/office/drawing/2014/main" id="{C575FE9F-78F1-4D30-9EBC-C1428864AF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black">
          <a:xfrm>
            <a:off x="267495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2" name="Textplatzhalter 10">
            <a:extLst>
              <a:ext uri="{FF2B5EF4-FFF2-40B4-BE49-F238E27FC236}">
                <a16:creationId xmlns:a16="http://schemas.microsoft.com/office/drawing/2014/main" id="{ECA650B6-95A3-871B-4AFE-29CAE097EF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black">
          <a:xfrm>
            <a:off x="267495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AB425A22-825B-89C1-BF0A-9E79F728488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7495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4" name="Textplatzhalter 10">
            <a:extLst>
              <a:ext uri="{FF2B5EF4-FFF2-40B4-BE49-F238E27FC236}">
                <a16:creationId xmlns:a16="http://schemas.microsoft.com/office/drawing/2014/main" id="{DAD383E5-CDA2-1AAB-8B5A-1BD88EE791C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black">
          <a:xfrm>
            <a:off x="497842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5" name="Textplatzhalter 10">
            <a:extLst>
              <a:ext uri="{FF2B5EF4-FFF2-40B4-BE49-F238E27FC236}">
                <a16:creationId xmlns:a16="http://schemas.microsoft.com/office/drawing/2014/main" id="{204BEF36-137D-D559-6FC2-05644DA4E6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black">
          <a:xfrm>
            <a:off x="497842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6" name="Bildplatzhalter 10">
            <a:extLst>
              <a:ext uri="{FF2B5EF4-FFF2-40B4-BE49-F238E27FC236}">
                <a16:creationId xmlns:a16="http://schemas.microsoft.com/office/drawing/2014/main" id="{9A7DEFBC-1B4B-AAD5-FA2E-B3884C953E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7842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7" name="Textplatzhalter 10">
            <a:extLst>
              <a:ext uri="{FF2B5EF4-FFF2-40B4-BE49-F238E27FC236}">
                <a16:creationId xmlns:a16="http://schemas.microsoft.com/office/drawing/2014/main" id="{F13B616D-E6D0-6A56-0D43-745FEC1B5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black">
          <a:xfrm>
            <a:off x="728190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8" name="Textplatzhalter 10">
            <a:extLst>
              <a:ext uri="{FF2B5EF4-FFF2-40B4-BE49-F238E27FC236}">
                <a16:creationId xmlns:a16="http://schemas.microsoft.com/office/drawing/2014/main" id="{4306A854-5F2A-FD79-BE56-14F91710C4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black">
          <a:xfrm>
            <a:off x="728190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9" name="Bildplatzhalter 10">
            <a:extLst>
              <a:ext uri="{FF2B5EF4-FFF2-40B4-BE49-F238E27FC236}">
                <a16:creationId xmlns:a16="http://schemas.microsoft.com/office/drawing/2014/main" id="{668304C3-F599-08D0-D957-7503885F6A5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28190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20" name="Textplatzhalter 10">
            <a:extLst>
              <a:ext uri="{FF2B5EF4-FFF2-40B4-BE49-F238E27FC236}">
                <a16:creationId xmlns:a16="http://schemas.microsoft.com/office/drawing/2014/main" id="{D5EB6AD7-F902-C463-9E6F-69EF4CFCD30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black">
          <a:xfrm>
            <a:off x="9585378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1" name="Textplatzhalter 10">
            <a:extLst>
              <a:ext uri="{FF2B5EF4-FFF2-40B4-BE49-F238E27FC236}">
                <a16:creationId xmlns:a16="http://schemas.microsoft.com/office/drawing/2014/main" id="{540FB780-8613-A835-CC8F-C15E4B02663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black">
          <a:xfrm>
            <a:off x="9585377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2" name="Bildplatzhalter 10">
            <a:extLst>
              <a:ext uri="{FF2B5EF4-FFF2-40B4-BE49-F238E27FC236}">
                <a16:creationId xmlns:a16="http://schemas.microsoft.com/office/drawing/2014/main" id="{427A6549-24DA-CEC7-F289-94A3DF7F767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85377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FB64D7B1-ACAA-DDD4-6243-559B69EA1A8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FE68C6C8-410F-6FA9-C0CC-6BCE6961224F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4156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(weiß, kleines Bild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4" y="1905000"/>
            <a:ext cx="3527424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0226102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(weiß, großes Bild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3" y="1905000"/>
            <a:ext cx="5688011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0756236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ontakte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47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147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0">
            <a:extLst>
              <a:ext uri="{FF2B5EF4-FFF2-40B4-BE49-F238E27FC236}">
                <a16:creationId xmlns:a16="http://schemas.microsoft.com/office/drawing/2014/main" id="{C575FE9F-78F1-4D30-9EBC-C1428864AF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7495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2" name="Textplatzhalter 10">
            <a:extLst>
              <a:ext uri="{FF2B5EF4-FFF2-40B4-BE49-F238E27FC236}">
                <a16:creationId xmlns:a16="http://schemas.microsoft.com/office/drawing/2014/main" id="{ECA650B6-95A3-871B-4AFE-29CAE097EF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7495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AB425A22-825B-89C1-BF0A-9E79F728488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7495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4" name="Textplatzhalter 10">
            <a:extLst>
              <a:ext uri="{FF2B5EF4-FFF2-40B4-BE49-F238E27FC236}">
                <a16:creationId xmlns:a16="http://schemas.microsoft.com/office/drawing/2014/main" id="{DAD383E5-CDA2-1AAB-8B5A-1BD88EE791C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7842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5" name="Textplatzhalter 10">
            <a:extLst>
              <a:ext uri="{FF2B5EF4-FFF2-40B4-BE49-F238E27FC236}">
                <a16:creationId xmlns:a16="http://schemas.microsoft.com/office/drawing/2014/main" id="{204BEF36-137D-D559-6FC2-05644DA4E6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7842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6" name="Bildplatzhalter 10">
            <a:extLst>
              <a:ext uri="{FF2B5EF4-FFF2-40B4-BE49-F238E27FC236}">
                <a16:creationId xmlns:a16="http://schemas.microsoft.com/office/drawing/2014/main" id="{9A7DEFBC-1B4B-AAD5-FA2E-B3884C953E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7842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7" name="Textplatzhalter 10">
            <a:extLst>
              <a:ext uri="{FF2B5EF4-FFF2-40B4-BE49-F238E27FC236}">
                <a16:creationId xmlns:a16="http://schemas.microsoft.com/office/drawing/2014/main" id="{F13B616D-E6D0-6A56-0D43-745FEC1B5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8190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8" name="Textplatzhalter 10">
            <a:extLst>
              <a:ext uri="{FF2B5EF4-FFF2-40B4-BE49-F238E27FC236}">
                <a16:creationId xmlns:a16="http://schemas.microsoft.com/office/drawing/2014/main" id="{4306A854-5F2A-FD79-BE56-14F91710C4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28190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9" name="Bildplatzhalter 10">
            <a:extLst>
              <a:ext uri="{FF2B5EF4-FFF2-40B4-BE49-F238E27FC236}">
                <a16:creationId xmlns:a16="http://schemas.microsoft.com/office/drawing/2014/main" id="{668304C3-F599-08D0-D957-7503885F6A5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28190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20" name="Textplatzhalter 10">
            <a:extLst>
              <a:ext uri="{FF2B5EF4-FFF2-40B4-BE49-F238E27FC236}">
                <a16:creationId xmlns:a16="http://schemas.microsoft.com/office/drawing/2014/main" id="{D5EB6AD7-F902-C463-9E6F-69EF4CFCD30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585378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1" name="Textplatzhalter 10">
            <a:extLst>
              <a:ext uri="{FF2B5EF4-FFF2-40B4-BE49-F238E27FC236}">
                <a16:creationId xmlns:a16="http://schemas.microsoft.com/office/drawing/2014/main" id="{540FB780-8613-A835-CC8F-C15E4B02663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585377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2" name="Bildplatzhalter 10">
            <a:extLst>
              <a:ext uri="{FF2B5EF4-FFF2-40B4-BE49-F238E27FC236}">
                <a16:creationId xmlns:a16="http://schemas.microsoft.com/office/drawing/2014/main" id="{427A6549-24DA-CEC7-F289-94A3DF7F767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85377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0728833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pressum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3376EC12-D29A-1158-E6DD-FEA198E6EF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black">
          <a:xfrm>
            <a:off x="1811337" y="1844676"/>
            <a:ext cx="8569325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012" name="Grafik 11" descr="Text University of Applied Sciences">
            <a:extLst>
              <a:ext uri="{FF2B5EF4-FFF2-40B4-BE49-F238E27FC236}">
                <a16:creationId xmlns:a16="http://schemas.microsoft.com/office/drawing/2014/main" id="{85D97053-0F92-C16A-46AE-2E937E1EC1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3" name="Grafik 12" descr="Signet Hochschule Mainz">
            <a:extLst>
              <a:ext uri="{FF2B5EF4-FFF2-40B4-BE49-F238E27FC236}">
                <a16:creationId xmlns:a16="http://schemas.microsoft.com/office/drawing/2014/main" id="{FF1F8E88-EDD5-B080-F729-851DDF5A6A2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4" name="Grafik 13" descr="Schriftzug Hochschule Mainz">
            <a:extLst>
              <a:ext uri="{FF2B5EF4-FFF2-40B4-BE49-F238E27FC236}">
                <a16:creationId xmlns:a16="http://schemas.microsoft.com/office/drawing/2014/main" id="{B2474685-A10C-A307-6607-E6D8C00EC2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16" name="Textplatzhalter 10">
            <a:extLst>
              <a:ext uri="{FF2B5EF4-FFF2-40B4-BE49-F238E27FC236}">
                <a16:creationId xmlns:a16="http://schemas.microsoft.com/office/drawing/2014/main" id="{745D87DE-D9B9-DA25-218C-77444128A3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black">
          <a:xfrm>
            <a:off x="1811337" y="2597150"/>
            <a:ext cx="8569325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3" name="Freihandform: Form 2">
            <a:extLst>
              <a:ext uri="{FF2B5EF4-FFF2-40B4-BE49-F238E27FC236}">
                <a16:creationId xmlns:a16="http://schemas.microsoft.com/office/drawing/2014/main" id="{8FDECBDA-AFA3-90CA-2B31-A0F7D4585D88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5617767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3" Target="../slideLayouts/slideLayout13.xml" Type="http://schemas.openxmlformats.org/officeDocument/2006/relationships/slideLayout" /><Relationship Id="rId18" Target="../slideLayouts/slideLayout18.xml" Type="http://schemas.openxmlformats.org/officeDocument/2006/relationships/slideLayout" /><Relationship Id="rId26" Target="../slideLayouts/slideLayout26.xml" Type="http://schemas.openxmlformats.org/officeDocument/2006/relationships/slideLayout" /><Relationship Id="rId21" Target="../slideLayouts/slideLayout21.xml" Type="http://schemas.openxmlformats.org/officeDocument/2006/relationships/slideLayout" /><Relationship Id="rId34" Target="../slideLayouts/slideLayout34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5" Target="../slideLayouts/slideLayout25.xml" Type="http://schemas.openxmlformats.org/officeDocument/2006/relationships/slideLayout" /><Relationship Id="rId33" Target="../slideLayouts/slideLayout33.xml" Type="http://schemas.openxmlformats.org/officeDocument/2006/relationships/slideLayout" /><Relationship Id="rId38" Target="../media/image1.svg" Type="http://schemas.openxmlformats.org/officeDocument/2006/relationships/image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20" Target="../slideLayouts/slideLayout20.xml" Type="http://schemas.openxmlformats.org/officeDocument/2006/relationships/slideLayout" /><Relationship Id="rId29" Target="../slideLayouts/slideLayout29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24" Target="../slideLayouts/slideLayout24.xml" Type="http://schemas.openxmlformats.org/officeDocument/2006/relationships/slideLayout" /><Relationship Id="rId32" Target="../slideLayouts/slideLayout32.xml" Type="http://schemas.openxmlformats.org/officeDocument/2006/relationships/slideLayout" /><Relationship Id="rId37" Target="../theme/theme1.xml" Type="http://schemas.openxmlformats.org/officeDocument/2006/relationships/theme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23" Target="../slideLayouts/slideLayout23.xml" Type="http://schemas.openxmlformats.org/officeDocument/2006/relationships/slideLayout" /><Relationship Id="rId28" Target="../slideLayouts/slideLayout28.xml" Type="http://schemas.openxmlformats.org/officeDocument/2006/relationships/slideLayout" /><Relationship Id="rId36" Target="../slideLayouts/slideLayout36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slideLayouts/slideLayout19.xml" Type="http://schemas.openxmlformats.org/officeDocument/2006/relationships/slideLayout" /><Relationship Id="rId31" Target="../slideLayouts/slideLayout31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Relationship Id="rId22" Target="../slideLayouts/slideLayout22.xml" Type="http://schemas.openxmlformats.org/officeDocument/2006/relationships/slideLayout" /><Relationship Id="rId27" Target="../slideLayouts/slideLayout27.xml" Type="http://schemas.openxmlformats.org/officeDocument/2006/relationships/slideLayout" /><Relationship Id="rId30" Target="../slideLayouts/slideLayout30.xml" Type="http://schemas.openxmlformats.org/officeDocument/2006/relationships/slideLayout" /><Relationship Id="rId35" Target="../slideLayouts/slideLayout35.xml" Type="http://schemas.openxmlformats.org/officeDocument/2006/relationships/slideLayout" /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4A47314-FF39-5212-13D0-B0F0EC4D6A5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53215"/>
            <a:ext cx="11449050" cy="468000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/>
          <a:p>
            <a:r>
              <a:rPr dirty="0"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312AA5-5F5D-830C-39CC-47EC22F20269}"/>
              </a:ext>
            </a:extLst>
          </p:cNvPr>
          <p:cNvSpPr>
            <a:spLocks noGrp="1"/>
          </p:cNvSpPr>
          <p:nvPr>
            <p:ph idx="1" type="body"/>
          </p:nvPr>
        </p:nvSpPr>
        <p:spPr bwMode="gray">
          <a:xfrm>
            <a:off x="371474" y="1844675"/>
            <a:ext cx="11449051" cy="4248150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/>
          <a:p>
            <a:pPr lvl="0"/>
            <a:r>
              <a:rPr dirty="0" lang="de-DE"/>
              <a:t>Mastertextformat bearbeiten</a:t>
            </a:r>
          </a:p>
          <a:p>
            <a:pPr lvl="1"/>
            <a:r>
              <a:rPr dirty="0" lang="de-DE"/>
              <a:t>Zweite Ebene</a:t>
            </a:r>
          </a:p>
          <a:p>
            <a:pPr lvl="2"/>
            <a:r>
              <a:rPr dirty="0" lang="de-DE"/>
              <a:t>Dritte Ebene</a:t>
            </a:r>
          </a:p>
          <a:p>
            <a:pPr lvl="3"/>
            <a:r>
              <a:rPr dirty="0" lang="de-DE"/>
              <a:t>Vierte Ebene</a:t>
            </a:r>
          </a:p>
          <a:p>
            <a:pPr lvl="4"/>
            <a:r>
              <a:rPr dirty="0"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B3D144-6343-D467-7125-13D0871E25ED}"/>
              </a:ext>
            </a:extLst>
          </p:cNvPr>
          <p:cNvSpPr>
            <a:spLocks noGrp="1"/>
          </p:cNvSpPr>
          <p:nvPr>
            <p:ph idx="2" sz="half" type="dt"/>
          </p:nvPr>
        </p:nvSpPr>
        <p:spPr bwMode="gray">
          <a:xfrm>
            <a:off x="3971924" y="6292457"/>
            <a:ext cx="5688013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0C0C63-0F7F-3488-DCE3-B3CD8156FDFF}"/>
              </a:ext>
            </a:extLst>
          </p:cNvPr>
          <p:cNvSpPr>
            <a:spLocks noGrp="1"/>
          </p:cNvSpPr>
          <p:nvPr>
            <p:ph idx="3" sz="quarter" type="ftr"/>
          </p:nvPr>
        </p:nvSpPr>
        <p:spPr bwMode="gray">
          <a:xfrm>
            <a:off x="1811338" y="6292457"/>
            <a:ext cx="2089150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DAA67B-89F2-60A5-2FFF-4A19E5FB399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 bwMode="gray">
          <a:xfrm>
            <a:off x="9732963" y="6292457"/>
            <a:ext cx="647700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r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dirty="0" lang="de-DE"/>
          </a:p>
        </p:txBody>
      </p:sp>
      <p:pic>
        <p:nvPicPr>
          <p:cNvPr descr="Logo Hochschule Mainz" id="31" name="Grafik 30">
            <a:extLst>
              <a:ext uri="{FF2B5EF4-FFF2-40B4-BE49-F238E27FC236}">
                <a16:creationId xmlns:a16="http://schemas.microsoft.com/office/drawing/2014/main" id="{12A4A6FE-53E8-5106-4263-0724D8E4219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 bwMode="gray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33" name="Textfeld 32">
            <a:extLst>
              <a:ext uri="{FF2B5EF4-FFF2-40B4-BE49-F238E27FC236}">
                <a16:creationId xmlns:a16="http://schemas.microsoft.com/office/drawing/2014/main" id="{CC4D299A-567F-7BBF-E09B-5E7DF85B9786}"/>
              </a:ext>
            </a:extLst>
          </p:cNvPr>
          <p:cNvSpPr txBox="1"/>
          <p:nvPr userDrawn="1"/>
        </p:nvSpPr>
        <p:spPr bwMode="gray">
          <a:xfrm>
            <a:off x="371475" y="6292457"/>
            <a:ext cx="1368425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dirty="0" lang="en-US"/>
              <a:t>Hochschule Mainz</a:t>
            </a:r>
          </a:p>
          <a:p>
            <a:pPr lvl="0"/>
            <a:r>
              <a:rPr dirty="0" lang="en-US"/>
              <a:t>University of Applied Sciences</a:t>
            </a:r>
            <a:endParaRPr dirty="0" lang="de-DE"/>
          </a:p>
        </p:txBody>
      </p:sp>
    </p:spTree>
    <p:extLst>
      <p:ext uri="{BB962C8B-B14F-4D97-AF65-F5344CB8AC3E}">
        <p14:creationId xmlns:p14="http://schemas.microsoft.com/office/powerpoint/2010/main" val="38215207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3" r:id="rId1"/>
    <p:sldLayoutId id="2147483664" r:id="rId2"/>
    <p:sldLayoutId id="2147483682" r:id="rId3"/>
    <p:sldLayoutId id="2147483683" r:id="rId4"/>
    <p:sldLayoutId id="2147483649" r:id="rId5"/>
    <p:sldLayoutId id="2147483658" r:id="rId6"/>
    <p:sldLayoutId id="2147483657" r:id="rId7"/>
    <p:sldLayoutId id="2147483659" r:id="rId8"/>
    <p:sldLayoutId id="2147483684" r:id="rId9"/>
    <p:sldLayoutId id="2147483686" r:id="rId10"/>
    <p:sldLayoutId id="2147483687" r:id="rId11"/>
    <p:sldLayoutId id="2147483685" r:id="rId12"/>
    <p:sldLayoutId id="2147483656" r:id="rId13"/>
    <p:sldLayoutId id="2147483650" r:id="rId14"/>
    <p:sldLayoutId id="2147483660" r:id="rId15"/>
    <p:sldLayoutId id="2147483662" r:id="rId16"/>
    <p:sldLayoutId id="2147483661" r:id="rId17"/>
    <p:sldLayoutId id="2147483654" r:id="rId18"/>
    <p:sldLayoutId id="2147483655" r:id="rId19"/>
    <p:sldLayoutId id="2147483679" r:id="rId20"/>
    <p:sldLayoutId id="2147483680" r:id="rId21"/>
    <p:sldLayoutId id="2147483681" r:id="rId22"/>
    <p:sldLayoutId id="2147483673" r:id="rId23"/>
    <p:sldLayoutId id="2147483674" r:id="rId24"/>
    <p:sldLayoutId id="2147483675" r:id="rId25"/>
    <p:sldLayoutId id="2147483676" r:id="rId26"/>
    <p:sldLayoutId id="2147483670" r:id="rId27"/>
    <p:sldLayoutId id="2147483671" r:id="rId28"/>
    <p:sldLayoutId id="2147483672" r:id="rId29"/>
    <p:sldLayoutId id="2147483667" r:id="rId30"/>
    <p:sldLayoutId id="2147483668" r:id="rId31"/>
    <p:sldLayoutId id="2147483678" r:id="rId32"/>
    <p:sldLayoutId id="2147483666" r:id="rId33"/>
    <p:sldLayoutId id="2147483669" r:id="rId34"/>
    <p:sldLayoutId id="2147483677" r:id="rId35"/>
    <p:sldLayoutId id="2147483665" r:id="rId36"/>
  </p:sldLayoutIdLst>
  <p:hf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baseline="0" kern="1200" spc="-50" sz="3000">
          <a:solidFill>
            <a:schemeClr val="tx1"/>
          </a:solidFill>
          <a:latin charset="0" panose="02000509020000020004" pitchFamily="49" typeface="SimpleStd-Bold"/>
          <a:ea typeface="+mj-ea"/>
          <a:cs typeface="+mj-cs"/>
        </a:defRPr>
      </a:lvl1pPr>
    </p:titleStyle>
    <p:bodyStyle>
      <a:lvl1pPr algn="l" defTabSz="914400" eaLnBrk="1" hangingPunct="1" indent="-357188" latinLnBrk="0" marL="357188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tabLst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361950" latinLnBrk="0" marL="719138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357188" latinLnBrk="0" marL="1076325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357188" latinLnBrk="0" marL="1433513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361950" latinLnBrk="0" marL="1795463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17" userDrawn="1">
          <p15:clr>
            <a:srgbClr val="A4A3A4"/>
          </p15:clr>
        </p15:guide>
        <p15:guide id="3" pos="3863" userDrawn="1">
          <p15:clr>
            <a:srgbClr val="A4A3A4"/>
          </p15:clr>
        </p15:guide>
        <p15:guide id="4" pos="2048" userDrawn="1">
          <p15:clr>
            <a:srgbClr val="A4A3A4"/>
          </p15:clr>
        </p15:guide>
        <p15:guide id="5" pos="2003" userDrawn="1">
          <p15:clr>
            <a:srgbClr val="A4A3A4"/>
          </p15:clr>
        </p15:guide>
        <p15:guide id="6" pos="234" userDrawn="1">
          <p15:clr>
            <a:srgbClr val="F26B43"/>
          </p15:clr>
        </p15:guide>
        <p15:guide id="7" pos="7446" userDrawn="1">
          <p15:clr>
            <a:srgbClr val="F26B43"/>
          </p15:clr>
        </p15:guide>
        <p15:guide id="8" pos="5677" userDrawn="1">
          <p15:clr>
            <a:srgbClr val="A4A3A4"/>
          </p15:clr>
        </p15:guide>
        <p15:guide id="9" pos="5632" userDrawn="1">
          <p15:clr>
            <a:srgbClr val="A4A3A4"/>
          </p15:clr>
        </p15:guide>
        <p15:guide id="10" orient="horz" pos="3838" userDrawn="1">
          <p15:clr>
            <a:srgbClr val="F26B43"/>
          </p15:clr>
        </p15:guide>
        <p15:guide id="11" orient="horz" pos="1162" userDrawn="1">
          <p15:clr>
            <a:srgbClr val="F26B43"/>
          </p15:clr>
        </p15:guide>
        <p15:guide id="12" pos="3409" userDrawn="1">
          <p15:clr>
            <a:srgbClr val="A4A3A4"/>
          </p15:clr>
        </p15:guide>
        <p15:guide id="13" pos="3364" userDrawn="1">
          <p15:clr>
            <a:srgbClr val="A4A3A4"/>
          </p15:clr>
        </p15:guide>
        <p15:guide id="14" pos="2955" userDrawn="1">
          <p15:clr>
            <a:srgbClr val="A4A3A4"/>
          </p15:clr>
        </p15:guide>
        <p15:guide id="15" pos="2910" userDrawn="1">
          <p15:clr>
            <a:srgbClr val="A4A3A4"/>
          </p15:clr>
        </p15:guide>
        <p15:guide id="16" pos="2457" userDrawn="1">
          <p15:clr>
            <a:srgbClr val="A4A3A4"/>
          </p15:clr>
        </p15:guide>
        <p15:guide id="17" pos="2502" userDrawn="1">
          <p15:clr>
            <a:srgbClr val="A4A3A4"/>
          </p15:clr>
        </p15:guide>
        <p15:guide id="18" pos="1595" userDrawn="1">
          <p15:clr>
            <a:srgbClr val="A4A3A4"/>
          </p15:clr>
        </p15:guide>
        <p15:guide id="19" pos="1549" userDrawn="1">
          <p15:clr>
            <a:srgbClr val="A4A3A4"/>
          </p15:clr>
        </p15:guide>
        <p15:guide id="20" pos="1141" userDrawn="1">
          <p15:clr>
            <a:srgbClr val="A4A3A4"/>
          </p15:clr>
        </p15:guide>
        <p15:guide id="21" pos="1096" userDrawn="1">
          <p15:clr>
            <a:srgbClr val="A4A3A4"/>
          </p15:clr>
        </p15:guide>
        <p15:guide id="22" pos="688" userDrawn="1">
          <p15:clr>
            <a:srgbClr val="A4A3A4"/>
          </p15:clr>
        </p15:guide>
        <p15:guide id="23" pos="642" userDrawn="1">
          <p15:clr>
            <a:srgbClr val="A4A3A4"/>
          </p15:clr>
        </p15:guide>
        <p15:guide id="24" pos="4271" userDrawn="1">
          <p15:clr>
            <a:srgbClr val="A4A3A4"/>
          </p15:clr>
        </p15:guide>
        <p15:guide id="25" pos="4316" userDrawn="1">
          <p15:clr>
            <a:srgbClr val="A4A3A4"/>
          </p15:clr>
        </p15:guide>
        <p15:guide id="26" pos="4725" userDrawn="1">
          <p15:clr>
            <a:srgbClr val="A4A3A4"/>
          </p15:clr>
        </p15:guide>
        <p15:guide id="27" pos="4770" userDrawn="1">
          <p15:clr>
            <a:srgbClr val="A4A3A4"/>
          </p15:clr>
        </p15:guide>
        <p15:guide id="28" pos="5178" userDrawn="1">
          <p15:clr>
            <a:srgbClr val="A4A3A4"/>
          </p15:clr>
        </p15:guide>
        <p15:guide id="29" pos="5223" userDrawn="1">
          <p15:clr>
            <a:srgbClr val="A4A3A4"/>
          </p15:clr>
        </p15:guide>
        <p15:guide id="30" pos="6085" userDrawn="1">
          <p15:clr>
            <a:srgbClr val="A4A3A4"/>
          </p15:clr>
        </p15:guide>
        <p15:guide id="31" pos="6131" userDrawn="1">
          <p15:clr>
            <a:srgbClr val="A4A3A4"/>
          </p15:clr>
        </p15:guide>
        <p15:guide id="32" pos="6539" userDrawn="1">
          <p15:clr>
            <a:srgbClr val="A4A3A4"/>
          </p15:clr>
        </p15:guide>
        <p15:guide id="33" pos="6584" userDrawn="1">
          <p15:clr>
            <a:srgbClr val="A4A3A4"/>
          </p15:clr>
        </p15:guide>
        <p15:guide id="34" pos="6992" userDrawn="1">
          <p15:clr>
            <a:srgbClr val="A4A3A4"/>
          </p15:clr>
        </p15:guide>
        <p15:guide id="35" pos="7038" userDrawn="1">
          <p15:clr>
            <a:srgbClr val="A4A3A4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3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5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6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7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hyperlink" Target="../../../termine/10.html" TargetMode="External" /><Relationship Id="rId3" Type="http://schemas.openxmlformats.org/officeDocument/2006/relationships/hyperlink" Target="../../../glossar.html" TargetMode="External" /><Relationship Id="rId4" Type="http://schemas.openxmlformats.org/officeDocument/2006/relationships/hyperlink" Target="../../../quellen.html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831486"/>
            <a:ext cx="10009187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Resilienz der Zukunft</a:t>
            </a:r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idx="1" type="subTitle"/>
          </p:nvPr>
        </p:nvSpPr>
        <p:spPr bwMode="black">
          <a:xfrm>
            <a:off x="1811337" y="4329826"/>
            <a:ext cx="10009187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Wenn Technik entscheidet, Systeme lernen und Verantwortung diffus wird · Termin 10</a:t>
            </a:r>
            <a:br/>
            <a:br/>
            <a:r>
              <a:rPr/>
              <a:t>Prof. Dr. Dirk Loomans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Resilienz der Zukunft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Quanten, Autonomie und Verantwortung unter Unsicherheit</a:t>
            </a:r>
          </a:p>
          <a:p>
            <a:pPr lvl="0"/>
            <a:r>
              <a:rPr/>
              <a:t>Resilienz endet nicht bei Technik.</a:t>
            </a:r>
          </a:p>
          <a:p>
            <a:pPr lvl="0"/>
            <a:r>
              <a:rPr/>
              <a:t>Zukünftige Systeme verändern Zeit, Kontrolle und Verantwortung.</a:t>
            </a:r>
          </a:p>
          <a:p>
            <a:pPr lvl="0"/>
            <a:r>
              <a:rPr/>
              <a:t>Diese Sitzung blickt bewusst über heutige Annahmen hinaus.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Rückblick: Unser Resilienzverständnis bisher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Resilienz ≠ Vermeidung von Störungen</a:t>
            </a:r>
          </a:p>
          <a:p>
            <a:pPr lvl="0"/>
            <a:r>
              <a:rPr/>
              <a:t>Resilienz = Reagieren · Wiederherstellen · Anpassen</a:t>
            </a:r>
          </a:p>
          <a:p>
            <a:pPr lvl="0"/>
            <a:r>
              <a:rPr/>
              <a:t>Zusammenspiel aus</a:t>
            </a:r>
          </a:p>
          <a:p>
            <a:pPr lvl="1"/>
            <a:r>
              <a:rPr/>
              <a:t>Technik (Architekturen, Backups, DR)</a:t>
            </a:r>
          </a:p>
          <a:p>
            <a:pPr lvl="1"/>
            <a:r>
              <a:rPr/>
              <a:t>Organisation (Rollen, Prozesse, Kommunikation)</a:t>
            </a:r>
          </a:p>
          <a:p>
            <a:pPr lvl="1"/>
            <a:r>
              <a:rPr/>
              <a:t>Mensch (Entscheidung, Verantwortung, Lernen)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Die implizite Annahme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Der Mensch ist die letzte Entscheidungsinstanz.</a:t>
            </a:r>
          </a:p>
          <a:p>
            <a:pPr lvl="0"/>
            <a:r>
              <a:rPr/>
              <a:t>Entscheidungen sind erklärbar.</a:t>
            </a:r>
          </a:p>
          <a:p>
            <a:pPr lvl="0"/>
            <a:r>
              <a:rPr/>
              <a:t>Verantwortung ist zuordenbar.</a:t>
            </a:r>
          </a:p>
          <a:p>
            <a:pPr lvl="0"/>
            <a:r>
              <a:rPr/>
              <a:t>Kontrolle ist zumindest theoretisch möglich.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Bruchlinie: Was sich gerade verändert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Kryptografie kann rückwirkend brechen.</a:t>
            </a:r>
          </a:p>
          <a:p>
            <a:pPr lvl="0"/>
            <a:r>
              <a:rPr/>
              <a:t>Systeme entscheiden schneller als Menschen.</a:t>
            </a:r>
          </a:p>
          <a:p>
            <a:pPr lvl="0"/>
            <a:r>
              <a:rPr/>
              <a:t>Entscheidungen werden ausgelagert – an Modelle, Plattformen, Algorithmen.</a:t>
            </a:r>
          </a:p>
          <a:p>
            <a:pPr lvl="0"/>
            <a:r>
              <a:rPr/>
              <a:t>Verantwortung verteilt sich über Lieferketten.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Struktur der Sitzung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Quantencomputing – wenn Vertrauen rückwirkend bricht</a:t>
            </a:r>
          </a:p>
          <a:p>
            <a:pPr lvl="0" indent="-457200" marL="457200">
              <a:buAutoNum type="arabicPeriod"/>
            </a:pPr>
            <a:r>
              <a:rPr/>
              <a:t>Autonome Systeme – wenn Systeme selbst reagieren</a:t>
            </a:r>
          </a:p>
          <a:p>
            <a:pPr lvl="0" indent="-457200" marL="457200">
              <a:buAutoNum type="arabicPeriod"/>
            </a:pPr>
            <a:r>
              <a:rPr/>
              <a:t>Gesellschaft &amp; Ethik – wenn niemand allein verantwortlich ist</a:t>
            </a:r>
          </a:p>
          <a:p>
            <a:pPr lvl="0" indent="-457200" marL="457200">
              <a:buAutoNum type="arabicPeriod"/>
            </a:pPr>
            <a:r>
              <a:rPr/>
              <a:t>Zusammenführung – was bedeutet das für Cyber-Resilienz?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Übergang: Resilienz &amp; Zeit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Resilienz misst sich über Zeit.</a:t>
            </a:r>
          </a:p>
          <a:p>
            <a:pPr lvl="0"/>
            <a:r>
              <a:rPr/>
              <a:t>Annahme bisher: Die Vergangenheit bleibt stabil; Entscheidungen wirken nur nach vorn.</a:t>
            </a:r>
          </a:p>
          <a:p>
            <a:pPr lvl="0"/>
            <a:r>
              <a:rPr b="1"/>
              <a:t>Neue Frage: Was, wenn die Vergangenheit unsicher wird?</a:t>
            </a:r>
          </a:p>
        </p:txBody>
      </p:sp>
      <p:pic>
        <p:nvPicPr>
          <p:cNvPr descr="assets/zeit-vertraue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2095500"/>
            <a:ext cx="5613400" cy="3746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Einstieg Quantencomputing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Quantencomputer sind keine schnelleren PCs.</a:t>
            </a:r>
          </a:p>
          <a:p>
            <a:pPr lvl="0"/>
            <a:r>
              <a:rPr/>
              <a:t>Sie bedrohen gezielt asymmetrische Kryptografie (RSA, ECC), digitale Signaturen und langfristige Vertraulichkeit.</a:t>
            </a:r>
          </a:p>
          <a:p>
            <a:pPr lvl="0"/>
            <a:r>
              <a:rPr/>
              <a:t>Angriffsszenario: </a:t>
            </a:r>
            <a:r>
              <a:rPr b="1"/>
              <a:t>„Harvest now, decrypt later“</a:t>
            </a:r>
          </a:p>
        </p:txBody>
      </p:sp>
      <p:pic>
        <p:nvPicPr>
          <p:cNvPr descr="../../assets/harvest-n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2882900"/>
            <a:ext cx="5613400" cy="2146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Quantencomputing als Resilienzproblem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Kein Security-, sondern ein Resilienzthema</a:t>
            </a:r>
          </a:p>
          <a:p>
            <a:pPr lvl="0"/>
            <a:r>
              <a:rPr/>
              <a:t>Schaden entsteht zeitverzögert.</a:t>
            </a:r>
          </a:p>
          <a:p>
            <a:pPr lvl="0"/>
            <a:r>
              <a:rPr/>
              <a:t>Betroffen: Archive, Backups, Identitäten, Vertrauensketten.</a:t>
            </a:r>
          </a:p>
          <a:p>
            <a:pPr lvl="0"/>
            <a:r>
              <a:rPr/>
              <a:t>Klassische Prävention greift zu kurz.</a:t>
            </a:r>
          </a:p>
          <a:p>
            <a:pPr lvl="0"/>
            <a:r>
              <a:rPr/>
              <a:t>Vertrauensverlust lässt sich nicht durch Wiederanlauf reparieren.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Crypto Agility als Resilienzfähigkeit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Anpassungsfähigkeit statt Algorithmus-Fetisch</a:t>
            </a:r>
          </a:p>
          <a:p>
            <a:pPr lvl="0"/>
            <a:r>
              <a:rPr/>
              <a:t>Kryptografie ist kein statischer Zustand.</a:t>
            </a:r>
          </a:p>
          <a:p>
            <a:pPr lvl="0"/>
            <a:r>
              <a:rPr/>
              <a:t>Resiliente Systeme können Algorithmen austauschen, Schlüssel erneuern, Vertrauensketten migrieren.</a:t>
            </a:r>
          </a:p>
          <a:p>
            <a:pPr lvl="0"/>
            <a:r>
              <a:rPr/>
              <a:t>Ziel: Schaden begrenzen, nicht Unverwundbarkeit.</a:t>
            </a:r>
          </a:p>
        </p:txBody>
      </p:sp>
      <p:pic>
        <p:nvPicPr>
          <p:cNvPr descr="../../assets/crypto-agil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1968500"/>
            <a:ext cx="5613400" cy="398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Grenzen technischer Resilienz (Quanten)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Langzeitarchive können nicht „einfach neu signiert“ werden.</a:t>
            </a:r>
          </a:p>
          <a:p>
            <a:pPr lvl="0"/>
            <a:r>
              <a:rPr/>
              <a:t>Vertrauensbeziehungen wirken organisationsübergreifend.</a:t>
            </a:r>
          </a:p>
          <a:p>
            <a:pPr lvl="0"/>
            <a:r>
              <a:rPr/>
              <a:t>Migration erzeugt neue Risiken: Inkompatibilität, Betriebsunterbrechungen, Fehlkonfiguration.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Zwischenfazit Quantencomputing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Resilienz betrifft Vergangenheit, Gegenwart und Zukunft.</a:t>
            </a:r>
          </a:p>
          <a:p>
            <a:pPr lvl="0"/>
            <a:r>
              <a:rPr/>
              <a:t>Vertrauen wird zeitabhängig.</a:t>
            </a:r>
          </a:p>
          <a:p>
            <a:pPr lvl="0"/>
            <a:r>
              <a:rPr/>
              <a:t>Zentrale Fähigkeit: vorausschauende Anpassung.</a:t>
            </a:r>
          </a:p>
          <a:p>
            <a:pPr lvl="0" indent="0" marL="0">
              <a:buNone/>
            </a:pPr>
            <a:r>
              <a:rPr/>
              <a:t>„Resilienz bedeutet künftig, mit unsicherer Vergangenheit zu leben.“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Übergang: Von Zeit zu Entscheidung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Bisher: Mensch entscheidet, System führt aus.</a:t>
            </a:r>
          </a:p>
          <a:p>
            <a:pPr lvl="0"/>
            <a:r>
              <a:rPr/>
              <a:t>Neu: Systeme reagieren selbstständig.</a:t>
            </a:r>
          </a:p>
          <a:p>
            <a:pPr lvl="0"/>
            <a:r>
              <a:rPr/>
              <a:t>Resilienz wird schneller – aber weniger transparent.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sind autonome Systeme?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Selbstüberwachende Systeme</a:t>
            </a:r>
          </a:p>
          <a:p>
            <a:pPr lvl="0"/>
            <a:r>
              <a:rPr/>
              <a:t>Automatisierte Incident Response</a:t>
            </a:r>
          </a:p>
          <a:p>
            <a:pPr lvl="0"/>
            <a:r>
              <a:rPr/>
              <a:t>Self-healing Infrastructure</a:t>
            </a:r>
          </a:p>
          <a:p>
            <a:pPr lvl="0"/>
            <a:r>
              <a:rPr/>
              <a:t>KI-gestützte Entscheidungen ohne menschliche Freigabe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Das Resilienz-Paradoxon autonomer Systeme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Autonome Systeme erhöhen</a:t>
            </a:r>
          </a:p>
          <a:p>
            <a:pPr lvl="0"/>
            <a:r>
              <a:rPr/>
              <a:t>Reaktionsgeschwindigkeit</a:t>
            </a:r>
          </a:p>
          <a:p>
            <a:pPr lvl="0"/>
            <a:r>
              <a:rPr/>
              <a:t>Skalierbarkeit</a:t>
            </a:r>
          </a:p>
          <a:p>
            <a:pPr lvl="0"/>
            <a:r>
              <a:rPr/>
              <a:t>Konsistenz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Gleichzeitig sinken</a:t>
            </a:r>
          </a:p>
          <a:p>
            <a:pPr lvl="0"/>
            <a:r>
              <a:rPr/>
              <a:t>Transparenz</a:t>
            </a:r>
          </a:p>
          <a:p>
            <a:pPr lvl="0"/>
            <a:r>
              <a:rPr/>
              <a:t>Nachvollziehbarkeit</a:t>
            </a:r>
          </a:p>
          <a:p>
            <a:pPr lvl="0"/>
            <a:r>
              <a:rPr/>
              <a:t>menschliche Kontrolle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Autonomie erhöht operative Resilienz … und senkt epistemische Resilienz.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Geschwindigkeit vs. Kontrolle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Menschliche Entscheidungen: langsam, reflektiert</a:t>
            </a:r>
          </a:p>
          <a:p>
            <a:pPr lvl="0"/>
            <a:r>
              <a:rPr/>
              <a:t>Autonome Entscheidungen: schnell, aber kontextarm</a:t>
            </a:r>
          </a:p>
          <a:p>
            <a:pPr lvl="0"/>
            <a:r>
              <a:rPr/>
              <a:t>In Krisen: Geschwindigkeit rettet Systeme – Fehlentscheidungen skalieren sofort.</a:t>
            </a:r>
          </a:p>
          <a:p>
            <a:pPr lvl="0" indent="0" marL="0">
              <a:buNone/>
            </a:pPr>
            <a:r>
              <a:rPr/>
              <a:t>Wann ist menschliches Zögern Teil der Resilienz?</a:t>
            </a:r>
          </a:p>
        </p:txBody>
      </p:sp>
      <p:pic>
        <p:nvPicPr>
          <p:cNvPr descr="assets/resilienz-paradox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2095500"/>
            <a:ext cx="5613400" cy="3746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Lernen als Risiko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ML-Systeme passen ihr Verhalten an – auf Basis von Trainingsdaten, Feedback, impliziten Zielen.</a:t>
            </a:r>
          </a:p>
          <a:p>
            <a:pPr lvl="0"/>
            <a:r>
              <a:rPr/>
              <a:t>Risiken: Overfitting auf Krisen, falsche Korrelationen, unerwünschte Optimierung.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Adaptivität ≠ Kontrollverlust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Autonomie braucht Leitplanken</a:t>
            </a:r>
          </a:p>
          <a:p>
            <a:pPr lvl="0"/>
            <a:r>
              <a:rPr/>
              <a:t>Klare Grenzen für autonome Entscheidungen</a:t>
            </a:r>
          </a:p>
          <a:p>
            <a:pPr lvl="0"/>
            <a:r>
              <a:rPr/>
              <a:t>Menschliche Eingriffspunkte („Human Override“)</a:t>
            </a:r>
          </a:p>
          <a:p>
            <a:pPr lvl="0"/>
            <a:r>
              <a:rPr/>
              <a:t>Transparenz &amp; Logging</a:t>
            </a:r>
          </a:p>
          <a:p>
            <a:pPr lvl="0"/>
            <a:r>
              <a:rPr/>
              <a:t>Vorab definierte „No-Go“-Zonen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Verantwortung im autonomen Betrieb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Wer trägt Verantwortung, wenn niemand entscheidet?</a:t>
            </a:r>
          </a:p>
          <a:p>
            <a:pPr lvl="0"/>
            <a:r>
              <a:rPr/>
              <a:t>Entscheidung ≠ Verantwortung</a:t>
            </a:r>
          </a:p>
          <a:p>
            <a:pPr lvl="0"/>
            <a:r>
              <a:rPr/>
              <a:t>Verantwortung verteilt sich über Entwickler, Betreiber, Management und Anbieter.</a:t>
            </a:r>
          </a:p>
          <a:p>
            <a:pPr lvl="0"/>
            <a:r>
              <a:rPr/>
              <a:t>Klassische Rollenkonzepte geraten an Grenzen.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Zwischenfazit Autonome Systeme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Mehr Geschwindigkeit ≠ bessere Resilienz.</a:t>
            </a:r>
          </a:p>
          <a:p>
            <a:pPr lvl="0"/>
            <a:r>
              <a:rPr/>
              <a:t>Transparenz wird zum kritischen Gut.</a:t>
            </a:r>
          </a:p>
          <a:p>
            <a:pPr lvl="0"/>
            <a:r>
              <a:rPr/>
              <a:t>Resilienz braucht Technik, Governance und Ethik.</a:t>
            </a:r>
          </a:p>
          <a:p>
            <a:pPr lvl="0" indent="0" marL="0">
              <a:buNone/>
            </a:pPr>
            <a:r>
              <a:rPr/>
              <a:t>„Ein System, das sich selbst heilt, muss sich auch selbst erklären können.“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Resilienz ist kein rein technisches Ziel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Resiliente Systeme entscheiden über Versorgung, Teilhabe und Sicherheit.</a:t>
            </a:r>
          </a:p>
          <a:p>
            <a:pPr lvl="0"/>
            <a:r>
              <a:rPr/>
              <a:t>Technische Entscheidungen haben soziale Effekte.</a:t>
            </a:r>
          </a:p>
          <a:p>
            <a:pPr lvl="0"/>
            <a:r>
              <a:rPr/>
              <a:t>Resilienz ist immer normativ (wertbehaftet).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Wer profitiert von Resilienz?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Große Organisationen</a:t>
            </a:r>
          </a:p>
          <a:p>
            <a:pPr lvl="0"/>
            <a:r>
              <a:rPr/>
              <a:t>mehr Redundanz</a:t>
            </a:r>
          </a:p>
          <a:p>
            <a:pPr lvl="0"/>
            <a:r>
              <a:rPr/>
              <a:t>mehr Ressourcen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Kleine Akteure</a:t>
            </a:r>
          </a:p>
          <a:p>
            <a:pPr lvl="0"/>
            <a:r>
              <a:rPr/>
              <a:t>höhere Abhängigkeiten</a:t>
            </a:r>
          </a:p>
          <a:p>
            <a:pPr lvl="0"/>
            <a:r>
              <a:rPr/>
              <a:t>geringere Ausweichmöglichkeiten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Resilienz kann Ungleichheit verstärken.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Automatisierte Entscheidungen &amp; Legitimität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Autonome Systeme priorisieren Services, Nutzer, Regionen.</a:t>
            </a:r>
          </a:p>
          <a:p>
            <a:pPr lvl="0"/>
            <a:r>
              <a:rPr/>
              <a:t>Kriterien sind oft technisch sinnvoll, aber gesellschaftlich intransparent.</a:t>
            </a:r>
          </a:p>
          <a:p>
            <a:pPr lvl="0"/>
            <a:r>
              <a:rPr/>
              <a:t>Problem: fehlende Legitimation.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Verantwortung ohne Verantwortliche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Das Verantwortungsdiffusions-Problem</a:t>
            </a:r>
          </a:p>
          <a:p>
            <a:pPr lvl="0"/>
            <a:r>
              <a:rPr/>
              <a:t>Cloud · KI-Modelle · Lieferketten · Open Source</a:t>
            </a:r>
          </a:p>
          <a:p>
            <a:pPr lvl="0"/>
            <a:r>
              <a:rPr/>
              <a:t>→ Verantwortung verteilt sich.</a:t>
            </a:r>
          </a:p>
          <a:p>
            <a:pPr lvl="0"/>
            <a:r>
              <a:rPr/>
              <a:t>→ Haftung, Erklärung, Kontrolle werden unscharf.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Ethik als Resilienz-Leitplanke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Ethik ist keine Bremse, sondern Orientierung.</a:t>
            </a:r>
          </a:p>
          <a:p>
            <a:pPr lvl="0"/>
            <a:r>
              <a:rPr/>
              <a:t>Was darf ein System? Was soll es nicht?</a:t>
            </a:r>
          </a:p>
          <a:p>
            <a:pPr lvl="0"/>
            <a:r>
              <a:rPr/>
              <a:t>Besonders relevant bei autonomen Entscheidungen, Ressourcenknappheit und Krisenpriorisierung.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Resilienz vs. Freiheit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Mehr Resilienz bedeutet oft mehr Überwachung, mehr Kontrolle, weniger Autonomie für Individuen.</a:t>
            </a:r>
          </a:p>
          <a:p>
            <a:pPr lvl="0"/>
            <a:r>
              <a:rPr/>
              <a:t>Zielkonflikt: Schutz vs. Freiheit – technisch nicht auflösbar.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Zwischenfazit Gesellschaft &amp; Ethik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Technisch robuste Systeme können sozial scheitern.</a:t>
            </a:r>
          </a:p>
          <a:p>
            <a:pPr lvl="0"/>
            <a:r>
              <a:rPr/>
              <a:t>Akzeptanz entsteht durch Transparenz, Fairness, Verantwortlichkeit.</a:t>
            </a:r>
          </a:p>
          <a:p>
            <a:pPr lvl="0"/>
            <a:r>
              <a:rPr/>
              <a:t>Resilienz ohne Legitimität ist instabil.</a:t>
            </a:r>
          </a:p>
          <a:p>
            <a:pPr lvl="0" indent="0" marL="0">
              <a:buNone/>
            </a:pPr>
            <a:r>
              <a:rPr/>
              <a:t>„Ein resilientes System, dem niemand vertraut, ist nicht resilient.“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Resilienz der Zukunft: alles zusammen gedacht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Quantencomputing verändert Zeit &amp; Vertrauen.</a:t>
            </a:r>
          </a:p>
          <a:p>
            <a:pPr lvl="0"/>
            <a:r>
              <a:rPr/>
              <a:t>Autonome Systeme verändern Entscheidung &amp; Kontrolle.</a:t>
            </a:r>
          </a:p>
          <a:p>
            <a:pPr lvl="0"/>
            <a:r>
              <a:rPr/>
              <a:t>Gesellschaft &amp; Ethik verändern Legitimität &amp; Akzeptanz.</a:t>
            </a:r>
          </a:p>
          <a:p>
            <a:pPr lvl="0"/>
            <a:r>
              <a:rPr/>
              <a:t>Resilienz entsteht im Spannungsfeld aller drei.</a:t>
            </a:r>
          </a:p>
        </p:txBody>
      </p:sp>
      <p:pic>
        <p:nvPicPr>
          <p:cNvPr descr="assets/zukunft-dreiec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2095500"/>
            <a:ext cx="5613400" cy="3746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Neue Resilienzfragen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Wie viel Autonomie verträgt ein System?</a:t>
            </a:r>
          </a:p>
          <a:p>
            <a:pPr lvl="0"/>
            <a:r>
              <a:rPr/>
              <a:t>Wo muss der Mensch zwingend entscheiden?</a:t>
            </a:r>
          </a:p>
          <a:p>
            <a:pPr lvl="0"/>
            <a:r>
              <a:rPr/>
              <a:t>Wie erklären wir maschinelle Entscheidungen?</a:t>
            </a:r>
          </a:p>
          <a:p>
            <a:pPr lvl="0"/>
            <a:r>
              <a:rPr/>
              <a:t>Wie lange muss Vertrauen halten?</a:t>
            </a:r>
          </a:p>
          <a:p>
            <a:pPr lvl="0"/>
            <a:r>
              <a:rPr/>
              <a:t>Wer trägt Verantwortung im Grenzfall?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Neue Resilienzfähigkeiten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Crypto Agility (nicht nur Post-Quantum)</a:t>
            </a:r>
          </a:p>
          <a:p>
            <a:pPr lvl="0"/>
            <a:r>
              <a:rPr/>
              <a:t>Governance für Autonomie</a:t>
            </a:r>
          </a:p>
          <a:p>
            <a:pPr lvl="0"/>
            <a:r>
              <a:rPr/>
              <a:t>Erklärbarkeit &amp; Transparenz</a:t>
            </a:r>
          </a:p>
          <a:p>
            <a:pPr lvl="0"/>
            <a:r>
              <a:rPr/>
              <a:t>Ethische Leitplanken</a:t>
            </a:r>
          </a:p>
          <a:p>
            <a:pPr lvl="0"/>
            <a:r>
              <a:rPr/>
              <a:t>Gesellschaftliche Einbettung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Resilienz als Führungsaufgabe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Entscheidungen sind strategisch.</a:t>
            </a:r>
          </a:p>
          <a:p>
            <a:pPr lvl="0"/>
            <a:r>
              <a:rPr/>
              <a:t>Auswirkungen sind gesellschaftlich.</a:t>
            </a:r>
          </a:p>
          <a:p>
            <a:pPr lvl="0"/>
            <a:r>
              <a:rPr/>
              <a:t>Verantwortung liegt bei Führung &amp; Governance.</a:t>
            </a:r>
          </a:p>
          <a:p>
            <a:pPr lvl="0"/>
            <a:r>
              <a:rPr b="1"/>
              <a:t>IT liefert Fähigkeiten – nicht Werte.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Übung: Resilienz im Jahr 2035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Europaweites Versorgungsunternehmen: autonome IT/OT-Steuerung, KI-gestützte Incident Response, teilweise Post-Quantum-Kryptografie.</a:t>
            </a:r>
          </a:p>
          <a:p>
            <a:pPr lvl="0" indent="0" marL="0">
              <a:buNone/>
            </a:pPr>
            <a:r>
              <a:rPr b="1"/>
              <a:t>Montagmorgen:</a:t>
            </a:r>
            <a:r>
              <a:rPr/>
              <a:t> Unstimmigkeiten in historischen Signaturen eines Archivs · auffällige Reaktionen autonomer Schutzsysteme · regionale Diensteinschränkungen zur „Stabilisierung“ – ein Angriff ist nicht eindeutig nachweisbar.</a:t>
            </a:r>
          </a:p>
          <a:p>
            <a:pPr lvl="0" indent="0" marL="0">
              <a:buNone/>
            </a:pPr>
            <a:r>
              <a:rPr/>
              <a:t>Rollen: A Technik/Security · B Management · C Staat/Aufsicht · D Gesellschaft/Kunden · E Ethik/Recht</a:t>
            </a:r>
          </a:p>
          <a:p>
            <a:pPr lvl="0" indent="0" marL="0">
              <a:buNone/>
            </a:pPr>
            <a:r>
              <a:rPr/>
              <a:t>Aufgaben: Resilienzverständnis · kritische Entscheidung der nächsten 30 Minuten · Grenzen der Autonomie · Verantwortung &amp; Kommunikation. Es geht um Begründbarkeit, nicht um Konsens.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Abschlussstatement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Die größte Herausforderung zukünftiger Resilienz ist nicht Technik –</a:t>
            </a:r>
          </a:p>
          <a:p>
            <a:pPr lvl="0" indent="0" marL="0">
              <a:buNone/>
            </a:pPr>
            <a:r>
              <a:rPr b="1"/>
              <a:t>sondern Verantwortung unter Unsicherheit.</a:t>
            </a:r>
          </a:p>
          <a:p>
            <a:pPr lvl="0" indent="0" marL="0">
              <a:buNone/>
            </a:pPr>
            <a:r>
              <a:rPr/>
              <a:t>„Resilienz ist keine Eigenschaft von Systemen. Sie ist eine Fähigkeit von Menschen, Organisationen und Gesellschaften.“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Material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Kapitel zum Termin</a:t>
            </a:r>
            <a:r>
              <a:rPr/>
              <a:t> · </a:t>
            </a:r>
            <a:r>
              <a:rPr>
                <a:hlinkClick r:id="rId3"/>
              </a:rPr>
              <a:t>Glossar</a:t>
            </a:r>
            <a:r>
              <a:rPr/>
              <a:t> · </a:t>
            </a:r>
            <a:r>
              <a:rPr>
                <a:hlinkClick r:id="rId4"/>
              </a:rPr>
              <a:t>Quellen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theme/theme1.xml><?xml version="1.0" encoding="utf-8"?>
<a:theme xmlns:a="http://schemas.openxmlformats.org/drawingml/2006/main" name="Hochschule Mainz">
  <a:themeElements>
    <a:clrScheme name="Benutzerdefiniert 288">
      <a:dk1>
        <a:sysClr val="windowText" lastClr="000000"/>
      </a:dk1>
      <a:lt1>
        <a:sysClr val="window" lastClr="FFFFFF"/>
      </a:lt1>
      <a:dk2>
        <a:srgbClr val="C8C8C8"/>
      </a:dk2>
      <a:lt2>
        <a:srgbClr val="E3E3E3"/>
      </a:lt2>
      <a:accent1>
        <a:srgbClr val="DC372D"/>
      </a:accent1>
      <a:accent2>
        <a:srgbClr val="E56962"/>
      </a:accent2>
      <a:accent3>
        <a:srgbClr val="EE9B96"/>
      </a:accent3>
      <a:accent4>
        <a:srgbClr val="F29400"/>
      </a:accent4>
      <a:accent5>
        <a:srgbClr val="F5AF40"/>
      </a:accent5>
      <a:accent6>
        <a:srgbClr val="F9CA80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lnSpc>
            <a:spcPct val="112000"/>
          </a:lnSpc>
          <a:defRPr sz="1500"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12000"/>
          </a:lnSpc>
          <a:defRPr sz="1500" dirty="0" err="1" smtClean="0"/>
        </a:defPPr>
      </a:lstStyle>
    </a:txDef>
  </a:objectDefaults>
  <a:extraClrSchemeLst/>
  <a:custClrLst>
    <a:custClr>
      <a:srgbClr val="002D6E"/>
    </a:custClr>
    <a:custClr>
      <a:srgbClr val="19427D"/>
    </a:custClr>
    <a:custClr>
      <a:srgbClr val="4D6C9A"/>
    </a:custClr>
    <a:custClr>
      <a:srgbClr val="8096B7"/>
    </a:custClr>
    <a:custClr>
      <a:srgbClr val="0081C7"/>
    </a:custClr>
    <a:custClr>
      <a:srgbClr val="198ECD"/>
    </a:custClr>
    <a:custClr>
      <a:srgbClr val="4DA7D8"/>
    </a:custClr>
    <a:custClr>
      <a:srgbClr val="80C0E3"/>
    </a:custClr>
    <a:custClr>
      <a:srgbClr val="C8C8C8"/>
    </a:custClr>
    <a:custClr>
      <a:srgbClr val="E3E3E3"/>
    </a:custClr>
    <a:custClr>
      <a:srgbClr val="870064"/>
    </a:custClr>
    <a:custClr>
      <a:srgbClr val="E50063"/>
    </a:custClr>
    <a:custClr>
      <a:srgbClr val="00823C"/>
    </a:custClr>
    <a:custClr>
      <a:srgbClr val="97BF0D"/>
    </a:custClr>
    <a:custClr>
      <a:srgbClr val="DC372D"/>
    </a:custClr>
    <a:custClr>
      <a:srgbClr val="F29400"/>
    </a:custClr>
  </a:custClrLst>
  <a:extLst>
    <a:ext uri="{05A4C25C-085E-4340-85A3-A5531E510DB2}">
      <thm15:themeFamily xmlns:thm15="http://schemas.microsoft.com/office/thememl/2012/main" name="HSM_FB-Wirtschaft_PowerPoint.potx" id="{E1DAF04F-06FF-4E23-9DA5-D3828962D2D8}" vid="{711784A4-BC67-455E-B229-B710021B796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HSM_FB-Wirtschaft_PowerPoint_NEU</Template>
  <TotalTime>0</TotalTime>
  <Words>5807</Words>
  <Application>Microsoft Office PowerPoint</Application>
  <PresentationFormat>Breitbild</PresentationFormat>
  <Paragraphs>640</Paragraphs>
  <Slides>52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52</vt:i4>
      </vt:variant>
    </vt:vector>
  </HeadingPairs>
  <TitlesOfParts>
    <vt:vector size="57" baseType="lpstr">
      <vt:lpstr>Aptos</vt:lpstr>
      <vt:lpstr>Arial</vt:lpstr>
      <vt:lpstr>SimpleStd</vt:lpstr>
      <vt:lpstr>SimpleStd-Bold</vt:lpstr>
      <vt:lpstr>Hochschule Mainz</vt:lpstr>
      <vt:lpstr>Hier steht eine Headline zur Präsentation Hier steht eine Subheadline zur Präsentation </vt:lpstr>
      <vt:lpstr>Hier steht eine Headline zur Präsentation Hier steht eine Subheadline zur Präsentation</vt:lpstr>
      <vt:lpstr>Hier steht eine Headline zur Präsentation Hier steht eine Subheadline zur Präsentation</vt:lpstr>
      <vt:lpstr>Hier steht eine Headline zur Präsentation Hier steht eine Subheadline zur Präsentation</vt:lpstr>
      <vt:lpstr>Hier steht eine kurze Headline zur Präs Hier steht eine kurze Subheadline zur Präs</vt:lpstr>
      <vt:lpstr>Agenda</vt:lpstr>
      <vt:lpstr>Agenda</vt:lpstr>
      <vt:lpstr>Agenda</vt:lpstr>
      <vt:lpstr>Agenda</vt:lpstr>
      <vt:lpstr>1. Hier steht das erste Kapitel in zweizeiliger Form Hier steht eine mögl. Subheadline in zweizeiliger Form</vt:lpstr>
      <vt:lpstr>1. Hier steht das erste Kapitel in zweizeiliger Form Hier steht eine mögl. Subheadline in zweizeiliger Form</vt:lpstr>
      <vt:lpstr>1. Hier steht das erste Kapitel in zweizeiliger Form Hier steht eine mögl. Subheadline in zweizeiliger Form</vt:lpstr>
      <vt:lpstr>PowerPoint-Präsentation</vt:lpstr>
      <vt:lpstr>PowerPoint-Präsentation</vt:lpstr>
      <vt:lpstr>PowerPoint-Präsentation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PowerPoint-Präsentation</vt:lpstr>
      <vt:lpstr>PowerPoint-Präsentation</vt:lpstr>
      <vt:lpstr>PowerPoint-Präsentation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Kontakt</vt:lpstr>
      <vt:lpstr>Kontakt</vt:lpstr>
      <vt:lpstr>Kontakt</vt:lpstr>
      <vt:lpstr>Kontakt</vt:lpstr>
      <vt:lpstr>Kontakt</vt:lpstr>
      <vt:lpstr>Kontakt</vt:lpstr>
      <vt:lpstr>PowerPoint-Präsentation</vt:lpstr>
      <vt:lpstr>Vielen Dank für Ihre Aufmerksamkeit.</vt:lpstr>
      <vt:lpstr>Vielen Dank für Ihre Aufmerksamkeit.</vt:lpstr>
      <vt:lpstr>Vielen Dank für Ihre Aufmerksamkeit.</vt:lpstr>
      <vt:lpstr>Vielen Dank für Ihre Aufmerksamkeit.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Resilienz der Zukunft</dc:title>
  <dc:creator>Prof. Dr. Dirk Loomans</dc:creator>
  <cp:keywords/>
  <dcterms:created xsi:type="dcterms:W3CDTF">2026-10-04T14:56:55Z</dcterms:created>
  <dcterms:modified xsi:type="dcterms:W3CDTF">2026-10-04T14:56:55Z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institute">
    <vt:lpwstr>Hochschule Mainz · dirk.loomans@hs-mainz.de</vt:lpwstr>
  </property>
  <property fmtid="{D5CDD505-2E9C-101B-9397-08002B2CF9AE}" pid="11" name="institutes">
    <vt:lpwstr/>
  </property>
  <property fmtid="{D5CDD505-2E9C-101B-9397-08002B2CF9AE}" pid="12" name="labels">
    <vt:lpwstr/>
  </property>
  <property fmtid="{D5CDD505-2E9C-101B-9397-08002B2CF9AE}" pid="13" name="subtitle">
    <vt:lpwstr>Wenn Technik entscheidet, Systeme lernen und Verantwortung diffus wird · Termin 10</vt:lpwstr>
  </property>
  <property fmtid="{D5CDD505-2E9C-101B-9397-08002B2CF9AE}" pid="14" name="toc-title">
    <vt:lpwstr>Inhaltsverzeichnis</vt:lpwstr>
  </property>
</Properties>
</file>