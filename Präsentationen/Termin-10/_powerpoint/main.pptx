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presProps" Target="presProps.xml" /><Relationship Id="rId41" Type="http://schemas.openxmlformats.org/officeDocument/2006/relationships/tableStyles" Target="tableStyles.xml" /><Relationship Id="rId3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10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Resilienz der Zukunft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Wenn Technik entscheidet, Systeme lernen und Verantwortung diffus wird · Termin 10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der Zukunft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Quanten, Autonomie und Verantwortung unter Unsicherheit</a:t>
            </a:r>
          </a:p>
          <a:p>
            <a:pPr lvl="0"/>
            <a:r>
              <a:rPr/>
              <a:t>Resilienz endet nicht bei Technik.</a:t>
            </a:r>
          </a:p>
          <a:p>
            <a:pPr lvl="0"/>
            <a:r>
              <a:rPr/>
              <a:t>Zukünftige Systeme verändern Zeit, Kontrolle und Verantwortung.</a:t>
            </a:r>
          </a:p>
          <a:p>
            <a:pPr lvl="0"/>
            <a:r>
              <a:rPr/>
              <a:t>Diese Sitzung blickt bewusst über heutige Annahmen hinaus.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Rückblick: Unser Resilienzverständnis bisher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≠ Vermeidung von Störungen</a:t>
            </a:r>
          </a:p>
          <a:p>
            <a:pPr lvl="0"/>
            <a:r>
              <a:rPr/>
              <a:t>Resilienz = Reagieren · Wiederherstellen · Anpassen</a:t>
            </a:r>
          </a:p>
          <a:p>
            <a:pPr lvl="0"/>
            <a:r>
              <a:rPr/>
              <a:t>Zusammenspiel aus</a:t>
            </a:r>
          </a:p>
          <a:p>
            <a:pPr lvl="1"/>
            <a:r>
              <a:rPr/>
              <a:t>Technik (Architekturen, Backups, DR)</a:t>
            </a:r>
          </a:p>
          <a:p>
            <a:pPr lvl="1"/>
            <a:r>
              <a:rPr/>
              <a:t>Organisation (Rollen, Prozesse, Kommunikation)</a:t>
            </a:r>
          </a:p>
          <a:p>
            <a:pPr lvl="1"/>
            <a:r>
              <a:rPr/>
              <a:t>Mensch (Entscheidung, Verantwortung, Lernen)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implizite Annahme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Der Mensch ist die letzte Entscheidungsinstanz.</a:t>
            </a:r>
          </a:p>
          <a:p>
            <a:pPr lvl="0"/>
            <a:r>
              <a:rPr/>
              <a:t>Entscheidungen sind erklärbar.</a:t>
            </a:r>
          </a:p>
          <a:p>
            <a:pPr lvl="0"/>
            <a:r>
              <a:rPr/>
              <a:t>Verantwortung ist zuordenbar.</a:t>
            </a:r>
          </a:p>
          <a:p>
            <a:pPr lvl="0"/>
            <a:r>
              <a:rPr/>
              <a:t>Kontrolle ist zumindest theoretisch möglich.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Bruchlinie: Was sich gerade verändert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Kryptografie kann rückwirkend brechen.</a:t>
            </a:r>
          </a:p>
          <a:p>
            <a:pPr lvl="0"/>
            <a:r>
              <a:rPr/>
              <a:t>Systeme entscheiden schneller als Menschen.</a:t>
            </a:r>
          </a:p>
          <a:p>
            <a:pPr lvl="0"/>
            <a:r>
              <a:rPr/>
              <a:t>Entscheidungen werden ausgelagert – an Modelle, Plattformen, Algorithmen.</a:t>
            </a:r>
          </a:p>
          <a:p>
            <a:pPr lvl="0"/>
            <a:r>
              <a:rPr/>
              <a:t>Verantwortung verteilt sich über Lieferketten.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Struktur der Sitzung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Quantencomputing – wenn Vertrauen rückwirkend bricht</a:t>
            </a:r>
          </a:p>
          <a:p>
            <a:pPr lvl="0" indent="-457200" marL="457200">
              <a:buAutoNum type="arabicPeriod"/>
            </a:pPr>
            <a:r>
              <a:rPr/>
              <a:t>Autonome Systeme – wenn Systeme selbst reagieren</a:t>
            </a:r>
          </a:p>
          <a:p>
            <a:pPr lvl="0" indent="-457200" marL="457200">
              <a:buAutoNum type="arabicPeriod"/>
            </a:pPr>
            <a:r>
              <a:rPr/>
              <a:t>Gesellschaft &amp; Ethik – wenn niemand allein verantwortlich ist</a:t>
            </a:r>
          </a:p>
          <a:p>
            <a:pPr lvl="0" indent="-457200" marL="457200">
              <a:buAutoNum type="arabicPeriod"/>
            </a:pPr>
            <a:r>
              <a:rPr/>
              <a:t>Zusammenführung – was bedeutet das für Cyber-Resilienz?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Übergang: Resilienz &amp; Zeit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misst sich über Zeit.</a:t>
            </a:r>
          </a:p>
          <a:p>
            <a:pPr lvl="0"/>
            <a:r>
              <a:rPr/>
              <a:t>Annahme bisher: Die Vergangenheit bleibt stabil; Entscheidungen wirken nur nach vorn.</a:t>
            </a:r>
          </a:p>
          <a:p>
            <a:pPr lvl="0"/>
            <a:r>
              <a:rPr b="1"/>
              <a:t>Neue Frage: Was, wenn die Vergangenheit unsicher wird?</a:t>
            </a:r>
          </a:p>
        </p:txBody>
      </p:sp>
      <p:pic>
        <p:nvPicPr>
          <p:cNvPr descr="assets/zeit-vertrau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Einstieg Quantencomputing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Quantencomputer sind keine schnelleren PCs.</a:t>
            </a:r>
          </a:p>
          <a:p>
            <a:pPr lvl="0"/>
            <a:r>
              <a:rPr/>
              <a:t>Sie bedrohen gezielt asymmetrische Kryptografie (RSA, ECC), digitale Signaturen und langfristige Vertraulichkeit.</a:t>
            </a:r>
          </a:p>
          <a:p>
            <a:pPr lvl="0"/>
            <a:r>
              <a:rPr/>
              <a:t>Angriffsszenario: </a:t>
            </a:r>
            <a:r>
              <a:rPr b="1"/>
              <a:t>„Harvest now, decrypt later“</a:t>
            </a:r>
          </a:p>
        </p:txBody>
      </p:sp>
      <p:pic>
        <p:nvPicPr>
          <p:cNvPr descr="../../assets/harvest-n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882900"/>
            <a:ext cx="56134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Quantencomputing als Resilienzproblem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Kein Security-, sondern ein Resilienzthema</a:t>
            </a:r>
          </a:p>
          <a:p>
            <a:pPr lvl="0"/>
            <a:r>
              <a:rPr/>
              <a:t>Schaden entsteht zeitverzögert.</a:t>
            </a:r>
          </a:p>
          <a:p>
            <a:pPr lvl="0"/>
            <a:r>
              <a:rPr/>
              <a:t>Betroffen: Archive, Backups, Identitäten, Vertrauensketten.</a:t>
            </a:r>
          </a:p>
          <a:p>
            <a:pPr lvl="0"/>
            <a:r>
              <a:rPr/>
              <a:t>Klassische Prävention greift zu kurz.</a:t>
            </a:r>
          </a:p>
          <a:p>
            <a:pPr lvl="0"/>
            <a:r>
              <a:rPr/>
              <a:t>Vertrauensverlust lässt sich nicht durch Wiederanlauf reparieren.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Crypto Agility als Resilienzfähigkeit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Anpassungsfähigkeit statt Algorithmus-Fetisch</a:t>
            </a:r>
          </a:p>
          <a:p>
            <a:pPr lvl="0"/>
            <a:r>
              <a:rPr/>
              <a:t>Kryptografie ist kein statischer Zustand.</a:t>
            </a:r>
          </a:p>
          <a:p>
            <a:pPr lvl="0"/>
            <a:r>
              <a:rPr/>
              <a:t>Resiliente Systeme können Algorithmen austauschen, Schlüssel erneuern, Vertrauensketten migrieren.</a:t>
            </a:r>
          </a:p>
          <a:p>
            <a:pPr lvl="0"/>
            <a:r>
              <a:rPr/>
              <a:t>Ziel: Schaden begrenzen, nicht Unverwundbarkeit.</a:t>
            </a:r>
          </a:p>
        </p:txBody>
      </p:sp>
      <p:pic>
        <p:nvPicPr>
          <p:cNvPr descr="../../assets/crypto-agi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968500"/>
            <a:ext cx="56134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Grenzen technischer Resilienz (Quanten)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Langzeitarchive können nicht „einfach neu signiert“ werden.</a:t>
            </a:r>
          </a:p>
          <a:p>
            <a:pPr lvl="0"/>
            <a:r>
              <a:rPr/>
              <a:t>Vertrauensbeziehungen wirken organisationsübergreifend.</a:t>
            </a:r>
          </a:p>
          <a:p>
            <a:pPr lvl="0"/>
            <a:r>
              <a:rPr/>
              <a:t>Migration erzeugt neue Risiken: Inkompatibilität, Betriebsunterbrechungen, Fehlkonfiguration.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Zwischenfazit Quantencomputing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betrifft Vergangenheit, Gegenwart und Zukunft.</a:t>
            </a:r>
          </a:p>
          <a:p>
            <a:pPr lvl="0"/>
            <a:r>
              <a:rPr/>
              <a:t>Vertrauen wird zeitabhängig.</a:t>
            </a:r>
          </a:p>
          <a:p>
            <a:pPr lvl="0"/>
            <a:r>
              <a:rPr/>
              <a:t>Zentrale Fähigkeit: vorausschauende Anpassung.</a:t>
            </a:r>
          </a:p>
          <a:p>
            <a:pPr lvl="0" indent="0" marL="0">
              <a:buNone/>
            </a:pPr>
            <a:r>
              <a:rPr/>
              <a:t>„Resilienz bedeutet künftig, mit unsicherer Vergangenheit zu leben.“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Übergang: Von Zeit zu Entscheidung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Bisher: Mensch entscheidet, System führt aus.</a:t>
            </a:r>
          </a:p>
          <a:p>
            <a:pPr lvl="0"/>
            <a:r>
              <a:rPr/>
              <a:t>Neu: Systeme reagieren selbstständig.</a:t>
            </a:r>
          </a:p>
          <a:p>
            <a:pPr lvl="0"/>
            <a:r>
              <a:rPr/>
              <a:t>Resilienz wird schneller – aber weniger transparent.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sind autonome Systeme?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Selbstüberwachende Systeme</a:t>
            </a:r>
          </a:p>
          <a:p>
            <a:pPr lvl="0"/>
            <a:r>
              <a:rPr/>
              <a:t>Automatisierte Incident Response</a:t>
            </a:r>
          </a:p>
          <a:p>
            <a:pPr lvl="0"/>
            <a:r>
              <a:rPr/>
              <a:t>Self-healing Infrastructure</a:t>
            </a:r>
          </a:p>
          <a:p>
            <a:pPr lvl="0"/>
            <a:r>
              <a:rPr/>
              <a:t>KI-gestützte Entscheidungen ohne menschliche Freigabe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Resilienz-Paradoxon autonomer Systeme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Autonome Systeme erhöhen</a:t>
            </a:r>
          </a:p>
          <a:p>
            <a:pPr lvl="0"/>
            <a:r>
              <a:rPr/>
              <a:t>Reaktionsgeschwindigkeit</a:t>
            </a:r>
          </a:p>
          <a:p>
            <a:pPr lvl="0"/>
            <a:r>
              <a:rPr/>
              <a:t>Skalierbarkeit</a:t>
            </a:r>
          </a:p>
          <a:p>
            <a:pPr lvl="0"/>
            <a:r>
              <a:rPr/>
              <a:t>Konsistenz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Gleichzeitig sinken</a:t>
            </a:r>
          </a:p>
          <a:p>
            <a:pPr lvl="0"/>
            <a:r>
              <a:rPr/>
              <a:t>Transparenz</a:t>
            </a:r>
          </a:p>
          <a:p>
            <a:pPr lvl="0"/>
            <a:r>
              <a:rPr/>
              <a:t>Nachvollziehbarkeit</a:t>
            </a:r>
          </a:p>
          <a:p>
            <a:pPr lvl="0"/>
            <a:r>
              <a:rPr/>
              <a:t>menschliche Kontrolle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Autonomie erhöht operative Resilienz … und senkt epistemische Resilienz.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Geschwindigkeit vs. Kontrolle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Menschliche Entscheidungen: langsam, reflektiert</a:t>
            </a:r>
          </a:p>
          <a:p>
            <a:pPr lvl="0"/>
            <a:r>
              <a:rPr/>
              <a:t>Autonome Entscheidungen: schnell, aber kontextarm</a:t>
            </a:r>
          </a:p>
          <a:p>
            <a:pPr lvl="0"/>
            <a:r>
              <a:rPr/>
              <a:t>In Krisen: Geschwindigkeit rettet Systeme – Fehlentscheidungen skalieren sofort.</a:t>
            </a:r>
          </a:p>
          <a:p>
            <a:pPr lvl="0" indent="0" marL="0">
              <a:buNone/>
            </a:pPr>
            <a:r>
              <a:rPr/>
              <a:t>Wann ist menschliches Zögern Teil der Resilienz?</a:t>
            </a:r>
          </a:p>
        </p:txBody>
      </p:sp>
      <p:pic>
        <p:nvPicPr>
          <p:cNvPr descr="assets/resilienz-paradox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Lernen als Risiko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ML-Systeme passen ihr Verhalten an – auf Basis von Trainingsdaten, Feedback, impliziten Zielen.</a:t>
            </a:r>
          </a:p>
          <a:p>
            <a:pPr lvl="0"/>
            <a:r>
              <a:rPr/>
              <a:t>Risiken: Overfitting auf Krisen, falsche Korrelationen, unerwünschte Optimierung.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Adaptivität ≠ Kontrollverlust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Autonomie braucht Leitplanken</a:t>
            </a:r>
          </a:p>
          <a:p>
            <a:pPr lvl="0"/>
            <a:r>
              <a:rPr/>
              <a:t>Klare Grenzen für autonome Entscheidungen</a:t>
            </a:r>
          </a:p>
          <a:p>
            <a:pPr lvl="0"/>
            <a:r>
              <a:rPr/>
              <a:t>Menschliche Eingriffspunkte („Human Override“)</a:t>
            </a:r>
          </a:p>
          <a:p>
            <a:pPr lvl="0"/>
            <a:r>
              <a:rPr/>
              <a:t>Transparenz &amp; Logging</a:t>
            </a:r>
          </a:p>
          <a:p>
            <a:pPr lvl="0"/>
            <a:r>
              <a:rPr/>
              <a:t>Vorab definierte „No-Go“-Zonen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Verantwortung im autonomen Betrieb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Wer trägt Verantwortung, wenn niemand entscheidet?</a:t>
            </a:r>
          </a:p>
          <a:p>
            <a:pPr lvl="0"/>
            <a:r>
              <a:rPr/>
              <a:t>Entscheidung ≠ Verantwortung</a:t>
            </a:r>
          </a:p>
          <a:p>
            <a:pPr lvl="0"/>
            <a:r>
              <a:rPr/>
              <a:t>Verantwortung verteilt sich über Entwickler, Betreiber, Management und Anbieter.</a:t>
            </a:r>
          </a:p>
          <a:p>
            <a:pPr lvl="0"/>
            <a:r>
              <a:rPr/>
              <a:t>Klassische Rollenkonzepte geraten an Grenzen.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Zwischenfazit Autonome Systeme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Mehr Geschwindigkeit ≠ bessere Resilienz.</a:t>
            </a:r>
          </a:p>
          <a:p>
            <a:pPr lvl="0"/>
            <a:r>
              <a:rPr/>
              <a:t>Transparenz wird zum kritischen Gut.</a:t>
            </a:r>
          </a:p>
          <a:p>
            <a:pPr lvl="0"/>
            <a:r>
              <a:rPr/>
              <a:t>Resilienz braucht Technik, Governance und Ethik.</a:t>
            </a:r>
          </a:p>
          <a:p>
            <a:pPr lvl="0" indent="0" marL="0">
              <a:buNone/>
            </a:pPr>
            <a:r>
              <a:rPr/>
              <a:t>„Ein System, das sich selbst heilt, muss sich auch selbst erklären können.“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ist kein rein technisches Ziel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Resiliente Systeme entscheiden über Versorgung, Teilhabe und Sicherheit.</a:t>
            </a:r>
          </a:p>
          <a:p>
            <a:pPr lvl="0"/>
            <a:r>
              <a:rPr/>
              <a:t>Technische Entscheidungen haben soziale Effekte.</a:t>
            </a:r>
          </a:p>
          <a:p>
            <a:pPr lvl="0"/>
            <a:r>
              <a:rPr/>
              <a:t>Resilienz ist immer normativ (wertbehaftet).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Wer profitiert von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Große Organisationen</a:t>
            </a:r>
          </a:p>
          <a:p>
            <a:pPr lvl="0"/>
            <a:r>
              <a:rPr/>
              <a:t>mehr Redundanz</a:t>
            </a:r>
          </a:p>
          <a:p>
            <a:pPr lvl="0"/>
            <a:r>
              <a:rPr/>
              <a:t>mehr Ressourcen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Kleine Akteure</a:t>
            </a:r>
          </a:p>
          <a:p>
            <a:pPr lvl="0"/>
            <a:r>
              <a:rPr/>
              <a:t>höhere Abhängigkeiten</a:t>
            </a:r>
          </a:p>
          <a:p>
            <a:pPr lvl="0"/>
            <a:r>
              <a:rPr/>
              <a:t>geringere Ausweichmöglichkeiten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kann Ungleichheit verstärken.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Automatisierte Entscheidungen &amp; Legitimität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Autonome Systeme priorisieren Services, Nutzer, Regionen.</a:t>
            </a:r>
          </a:p>
          <a:p>
            <a:pPr lvl="0"/>
            <a:r>
              <a:rPr/>
              <a:t>Kriterien sind oft technisch sinnvoll, aber gesellschaftlich intransparent.</a:t>
            </a:r>
          </a:p>
          <a:p>
            <a:pPr lvl="0"/>
            <a:r>
              <a:rPr/>
              <a:t>Problem: fehlende Legitimation.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Verantwortung ohne Verantwortliche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Das Verantwortungsdiffusions-Problem</a:t>
            </a:r>
          </a:p>
          <a:p>
            <a:pPr lvl="0"/>
            <a:r>
              <a:rPr/>
              <a:t>Cloud · KI-Modelle · Lieferketten · Open Source</a:t>
            </a:r>
          </a:p>
          <a:p>
            <a:pPr lvl="0"/>
            <a:r>
              <a:rPr/>
              <a:t>→ Verantwortung verteilt sich.</a:t>
            </a:r>
          </a:p>
          <a:p>
            <a:pPr lvl="0"/>
            <a:r>
              <a:rPr/>
              <a:t>→ Haftung, Erklärung, Kontrolle werden unscharf.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Ethik als Resilienz-Leitplanke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Ethik ist keine Bremse, sondern Orientierung.</a:t>
            </a:r>
          </a:p>
          <a:p>
            <a:pPr lvl="0"/>
            <a:r>
              <a:rPr/>
              <a:t>Was darf ein System? Was soll es nicht?</a:t>
            </a:r>
          </a:p>
          <a:p>
            <a:pPr lvl="0"/>
            <a:r>
              <a:rPr/>
              <a:t>Besonders relevant bei autonomen Entscheidungen, Ressourcenknappheit und Krisenpriorisierung.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vs. Freiheit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Mehr Resilienz bedeutet oft mehr Überwachung, mehr Kontrolle, weniger Autonomie für Individuen.</a:t>
            </a:r>
          </a:p>
          <a:p>
            <a:pPr lvl="0"/>
            <a:r>
              <a:rPr/>
              <a:t>Zielkonflikt: Schutz vs. Freiheit – technisch nicht auflösbar.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Zwischenfazit Gesellschaft &amp; Ethik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Technisch robuste Systeme können sozial scheitern.</a:t>
            </a:r>
          </a:p>
          <a:p>
            <a:pPr lvl="0"/>
            <a:r>
              <a:rPr/>
              <a:t>Akzeptanz entsteht durch Transparenz, Fairness, Verantwortlichkeit.</a:t>
            </a:r>
          </a:p>
          <a:p>
            <a:pPr lvl="0"/>
            <a:r>
              <a:rPr/>
              <a:t>Resilienz ohne Legitimität ist instabil.</a:t>
            </a:r>
          </a:p>
          <a:p>
            <a:pPr lvl="0" indent="0" marL="0">
              <a:buNone/>
            </a:pPr>
            <a:r>
              <a:rPr/>
              <a:t>„Ein resilientes System, dem niemand vertraut, ist nicht resilient.“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der Zukunft: alles zusammen gedacht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Quantencomputing verändert Zeit &amp; Vertrauen.</a:t>
            </a:r>
          </a:p>
          <a:p>
            <a:pPr lvl="0"/>
            <a:r>
              <a:rPr/>
              <a:t>Autonome Systeme verändern Entscheidung &amp; Kontrolle.</a:t>
            </a:r>
          </a:p>
          <a:p>
            <a:pPr lvl="0"/>
            <a:r>
              <a:rPr/>
              <a:t>Gesellschaft &amp; Ethik verändern Legitimität &amp; Akzeptanz.</a:t>
            </a:r>
          </a:p>
          <a:p>
            <a:pPr lvl="0"/>
            <a:r>
              <a:rPr/>
              <a:t>Resilienz entsteht im Spannungsfeld aller drei.</a:t>
            </a:r>
          </a:p>
        </p:txBody>
      </p:sp>
      <p:pic>
        <p:nvPicPr>
          <p:cNvPr descr="assets/zukunft-dreie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Neue Resilienzfragen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Wie viel Autonomie verträgt ein System?</a:t>
            </a:r>
          </a:p>
          <a:p>
            <a:pPr lvl="0"/>
            <a:r>
              <a:rPr/>
              <a:t>Wo muss der Mensch zwingend entscheiden?</a:t>
            </a:r>
          </a:p>
          <a:p>
            <a:pPr lvl="0"/>
            <a:r>
              <a:rPr/>
              <a:t>Wie erklären wir maschinelle Entscheidungen?</a:t>
            </a:r>
          </a:p>
          <a:p>
            <a:pPr lvl="0"/>
            <a:r>
              <a:rPr/>
              <a:t>Wie lange muss Vertrauen halten?</a:t>
            </a:r>
          </a:p>
          <a:p>
            <a:pPr lvl="0"/>
            <a:r>
              <a:rPr/>
              <a:t>Wer trägt Verantwortung im Grenzfall?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Neue Resilienzfähigkeiten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Crypto Agility (nicht nur Post-Quantum)</a:t>
            </a:r>
          </a:p>
          <a:p>
            <a:pPr lvl="0"/>
            <a:r>
              <a:rPr/>
              <a:t>Governance für Autonomie</a:t>
            </a:r>
          </a:p>
          <a:p>
            <a:pPr lvl="0"/>
            <a:r>
              <a:rPr/>
              <a:t>Erklärbarkeit &amp; Transparenz</a:t>
            </a:r>
          </a:p>
          <a:p>
            <a:pPr lvl="0"/>
            <a:r>
              <a:rPr/>
              <a:t>Ethische Leitplanken</a:t>
            </a:r>
          </a:p>
          <a:p>
            <a:pPr lvl="0"/>
            <a:r>
              <a:rPr/>
              <a:t>Gesellschaftliche Einbettung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als Führungsaufgabe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Entscheidungen sind strategisch.</a:t>
            </a:r>
          </a:p>
          <a:p>
            <a:pPr lvl="0"/>
            <a:r>
              <a:rPr/>
              <a:t>Auswirkungen sind gesellschaftlich.</a:t>
            </a:r>
          </a:p>
          <a:p>
            <a:pPr lvl="0"/>
            <a:r>
              <a:rPr/>
              <a:t>Verantwortung liegt bei Führung &amp; Governance.</a:t>
            </a:r>
          </a:p>
          <a:p>
            <a:pPr lvl="0"/>
            <a:r>
              <a:rPr b="1"/>
              <a:t>IT liefert Fähigkeiten – nicht Werte.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Resilienz im Jahr 2035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Europaweites Versorgungsunternehmen: autonome IT/OT-Steuerung, KI-gestützte Incident Response, teilweise Post-Quantum-Kryptografie.</a:t>
            </a:r>
          </a:p>
          <a:p>
            <a:pPr lvl="0" indent="0" marL="0">
              <a:buNone/>
            </a:pPr>
            <a:r>
              <a:rPr b="1"/>
              <a:t>Montagmorgen:</a:t>
            </a:r>
            <a:r>
              <a:rPr/>
              <a:t> Unstimmigkeiten in historischen Signaturen eines Archivs · auffällige Reaktionen autonomer Schutzsysteme · regionale Diensteinschränkungen zur „Stabilisierung“ – ein Angriff ist nicht eindeutig nachweisbar.</a:t>
            </a:r>
          </a:p>
          <a:p>
            <a:pPr lvl="0" indent="0" marL="0">
              <a:buNone/>
            </a:pPr>
            <a:r>
              <a:rPr/>
              <a:t>Rollen: A Technik/Security · B Management · C Staat/Aufsicht · D Gesellschaft/Kunden · E Ethik/Recht</a:t>
            </a:r>
          </a:p>
          <a:p>
            <a:pPr lvl="0" indent="0" marL="0">
              <a:buNone/>
            </a:pPr>
            <a:r>
              <a:rPr/>
              <a:t>Aufgaben: Resilienzverständnis · kritische Entscheidung der nächsten 30 Minuten · Grenzen der Autonomie · Verantwortung &amp; Kommunikation. Es geht um Begründbarkeit, nicht um Konsens.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Abschlussstatement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größte Herausforderung zukünftiger Resilienz ist nicht Technik –</a:t>
            </a:r>
          </a:p>
          <a:p>
            <a:pPr lvl="0" indent="0" marL="0">
              <a:buNone/>
            </a:pPr>
            <a:r>
              <a:rPr b="1"/>
              <a:t>sondern Verantwortung unter Unsicherheit.</a:t>
            </a:r>
          </a:p>
          <a:p>
            <a:pPr lvl="0" indent="0" marL="0">
              <a:buNone/>
            </a:pPr>
            <a:r>
              <a:rPr/>
              <a:t>„Resilienz ist keine Eigenschaft von Systemen. Sie ist eine Fähigkeit von Menschen, Organisationen und Gesellschaften.“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Resilienz der Zukunft</dc:title>
  <dc:creator>Prof. Dr. Dirk Loomans</dc:creator>
  <cp:keywords/>
  <dcterms:created xsi:type="dcterms:W3CDTF">2026-09-29T12:25:41Z</dcterms:created>
  <dcterms:modified xsi:type="dcterms:W3CDTF">2026-09-29T12:25:41Z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Wenn Technik entscheidet, Systeme lernen und Verantwortung diffus wird · Termin 10</vt:lpwstr>
  </property>
  <property fmtid="{D5CDD505-2E9C-101B-9397-08002B2CF9AE}" pid="14" name="toc-title">
    <vt:lpwstr>Inhaltsverzeichnis</vt:lpwstr>
  </property>
</Properties>
</file>