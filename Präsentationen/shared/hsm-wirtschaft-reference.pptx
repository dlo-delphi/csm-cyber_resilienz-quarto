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328" r:id="rId2"/>
    <p:sldId id="332" r:id="rId3"/>
    <p:sldId id="330" r:id="rId4"/>
    <p:sldId id="381" r:id="rId5"/>
    <p:sldId id="354" r:id="rId6"/>
    <p:sldId id="320" r:id="rId7"/>
    <p:sldId id="322" r:id="rId8"/>
    <p:sldId id="321" r:id="rId9"/>
    <p:sldId id="355" r:id="rId10"/>
    <p:sldId id="356" r:id="rId11"/>
    <p:sldId id="357" r:id="rId12"/>
    <p:sldId id="358" r:id="rId13"/>
    <p:sldId id="349" r:id="rId14"/>
    <p:sldId id="350" r:id="rId15"/>
    <p:sldId id="351" r:id="rId16"/>
    <p:sldId id="315" r:id="rId17"/>
    <p:sldId id="319" r:id="rId18"/>
    <p:sldId id="318" r:id="rId19"/>
    <p:sldId id="317" r:id="rId20"/>
    <p:sldId id="316" r:id="rId21"/>
    <p:sldId id="323" r:id="rId22"/>
    <p:sldId id="324" r:id="rId23"/>
    <p:sldId id="325" r:id="rId24"/>
    <p:sldId id="326" r:id="rId25"/>
    <p:sldId id="327" r:id="rId26"/>
    <p:sldId id="342" r:id="rId27"/>
    <p:sldId id="343" r:id="rId28"/>
    <p:sldId id="344" r:id="rId29"/>
    <p:sldId id="345" r:id="rId30"/>
    <p:sldId id="346" r:id="rId31"/>
    <p:sldId id="339" r:id="rId32"/>
    <p:sldId id="340" r:id="rId33"/>
    <p:sldId id="341" r:id="rId34"/>
    <p:sldId id="371" r:id="rId35"/>
    <p:sldId id="372" r:id="rId36"/>
    <p:sldId id="375" r:id="rId37"/>
    <p:sldId id="376" r:id="rId38"/>
    <p:sldId id="377" r:id="rId39"/>
    <p:sldId id="378" r:id="rId40"/>
    <p:sldId id="379" r:id="rId41"/>
    <p:sldId id="380" r:id="rId42"/>
    <p:sldId id="335" r:id="rId43"/>
    <p:sldId id="336" r:id="rId44"/>
    <p:sldId id="337" r:id="rId45"/>
    <p:sldId id="338" r:id="rId46"/>
    <p:sldId id="347" r:id="rId47"/>
    <p:sldId id="348" r:id="rId48"/>
    <p:sldId id="334" r:id="rId49"/>
    <p:sldId id="331" r:id="rId50"/>
    <p:sldId id="333" r:id="rId51"/>
    <p:sldId id="329" r:id="rId52"/>
    <p:sldId id="353" r:id="rId5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C674EE-EF24-47CE-8DCE-21FFE711B96A}" v="2" dt="2026-08-19T13:55:20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rk Loomans" userId="92106139147eebaf" providerId="LiveId" clId="{FEA249F7-A012-4DAC-B0A3-7CF96BCDB8EB}"/>
    <pc:docChg chg="modMainMaster">
      <pc:chgData name="Dirk Loomans" userId="92106139147eebaf" providerId="LiveId" clId="{FEA249F7-A012-4DAC-B0A3-7CF96BCDB8EB}" dt="2026-08-19T13:55:20.436" v="1"/>
      <pc:docMkLst>
        <pc:docMk/>
      </pc:docMkLst>
      <pc:sldMasterChg chg="modSldLayout">
        <pc:chgData name="Dirk Loomans" userId="92106139147eebaf" providerId="LiveId" clId="{FEA249F7-A012-4DAC-B0A3-7CF96BCDB8EB}" dt="2026-08-19T13:55:20.436" v="1"/>
        <pc:sldMasterMkLst>
          <pc:docMk/>
          <pc:sldMasterMk cId="3821520776" sldId="2147483648"/>
        </pc:sldMasterMkLst>
        <pc:sldLayoutChg chg="addSp delSp modSp">
          <pc:chgData name="Dirk Loomans" userId="92106139147eebaf" providerId="LiveId" clId="{FEA249F7-A012-4DAC-B0A3-7CF96BCDB8EB}" dt="2026-08-19T13:55:20.436" v="1"/>
          <pc:sldLayoutMkLst>
            <pc:docMk/>
            <pc:sldMasterMk cId="3821520776" sldId="2147483648"/>
            <pc:sldLayoutMk cId="2724419346" sldId="2147483655"/>
          </pc:sldLayoutMkLst>
          <pc:spChg chg="add del mod">
            <ac:chgData name="Dirk Loomans" userId="92106139147eebaf" providerId="LiveId" clId="{FEA249F7-A012-4DAC-B0A3-7CF96BCDB8EB}" dt="2026-08-19T13:55:20.436" v="1"/>
            <ac:spMkLst>
              <pc:docMk/>
              <pc:sldMasterMk cId="3821520776" sldId="2147483648"/>
              <pc:sldLayoutMk cId="2724419346" sldId="2147483655"/>
              <ac:spMk id="2" creationId="{544F01A9-56DF-7D0B-6163-D9E5BD7C47EC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sz="1500" b="1" dirty="0" err="1">
                <a:solidFill>
                  <a:schemeClr val="tx1"/>
                </a:solidFill>
              </a:rPr>
              <a:t>Lorem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ipsum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dolor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sit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amet</a:t>
            </a:r>
            <a:endParaRPr lang="de-DE" sz="15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578575021254055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82-43FB-A8D5-5B684F1F63E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82-43FB-A8D5-5B684F1F63E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82-43FB-A8D5-5B684F1F63E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82-43FB-A8D5-5B684F1F63E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Sit amet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5B-4228-8328-BFF0EAAE55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Lorem</c:v>
                </c:pt>
                <c:pt idx="1">
                  <c:v>Ipsum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F-412B-A6FA-738949C02FB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46F-412B-A6FA-738949C02FB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DB6-46CF-A86C-183E9833D91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Tabelle1!$A$2:$A$6</c:f>
              <c:strCache>
                <c:ptCount val="5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Sit amet</c:v>
                </c:pt>
                <c:pt idx="4">
                  <c:v>Nonumy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F-412B-A6FA-738949C02F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Tabelle1!$A$2:$A$4</c:f>
              <c:strCache>
                <c:ptCount val="3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</c:strCache>
            </c:strRef>
          </c:cat>
          <c:val>
            <c:numRef>
              <c:f>Tabelle1!$B$2:$B$4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F-412B-A6FA-738949C02FB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46F-412B-A6FA-738949C02F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Sit amet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F-412B-A6FA-738949C02FB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46F-412B-A6FA-738949C02FB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4A5-48D4-9BCC-818888BEEC5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4A5-48D4-9BCC-818888BEEC50}"/>
              </c:ext>
            </c:extLst>
          </c:dPt>
          <c:dPt>
            <c:idx val="6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3CD6-437A-B669-645EBC9033A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Tabelle1!$A$2:$A$8</c:f>
              <c:strCache>
                <c:ptCount val="7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Sit amet</c:v>
                </c:pt>
                <c:pt idx="4">
                  <c:v>Nonumy</c:v>
                </c:pt>
                <c:pt idx="5">
                  <c:v>Vero</c:v>
                </c:pt>
                <c:pt idx="6">
                  <c:v>Sum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88265021251382"/>
          <c:y val="2.5730473128114481E-2"/>
          <c:w val="0.70943970134117296"/>
          <c:h val="0.9441762376753762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F-412B-A6FA-738949C02FB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46F-412B-A6FA-738949C02FB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F-412B-A6FA-738949C02FB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46F-412B-A6FA-738949C02FB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4A5-48D4-9BCC-818888BEEC5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4A5-48D4-9BCC-818888BEEC5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Tabelle1!$A$2:$A$7</c:f>
              <c:strCache>
                <c:ptCount val="6"/>
                <c:pt idx="0">
                  <c:v>Lorem</c:v>
                </c:pt>
                <c:pt idx="1">
                  <c:v>Ipsum</c:v>
                </c:pt>
                <c:pt idx="2">
                  <c:v>Dolor</c:v>
                </c:pt>
                <c:pt idx="3">
                  <c:v>Sit amet</c:v>
                </c:pt>
                <c:pt idx="4">
                  <c:v>Nonumy</c:v>
                </c:pt>
                <c:pt idx="5">
                  <c:v>Vero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6F-412B-A6FA-738949C02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sz="1500" b="1" dirty="0" err="1">
                <a:solidFill>
                  <a:schemeClr val="tx1"/>
                </a:solidFill>
              </a:rPr>
              <a:t>Lorem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ipsum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dolor</a:t>
            </a:r>
            <a:endParaRPr lang="de-DE" sz="15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333995871875101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3.4711540911754955E-2"/>
          <c:y val="0.11349306579806279"/>
          <c:w val="0.96528845908824501"/>
          <c:h val="0.735931653746678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84-4EAC-9940-C71BA9A1D97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Ipsum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84-4EAC-9940-C71BA9A1D97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Dolor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84-4EAC-9940-C71BA9A1D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7517632"/>
        <c:axId val="2007518592"/>
      </c:barChart>
      <c:catAx>
        <c:axId val="2007517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8592"/>
        <c:crosses val="autoZero"/>
        <c:auto val="1"/>
        <c:lblAlgn val="ctr"/>
        <c:lblOffset val="100"/>
        <c:noMultiLvlLbl val="0"/>
      </c:catAx>
      <c:valAx>
        <c:axId val="2007518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001057513441888"/>
          <c:y val="0.94895067648251241"/>
          <c:w val="0.23668424942027877"/>
          <c:h val="5.10493235174876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sz="1500" b="1" dirty="0" err="1">
                <a:solidFill>
                  <a:schemeClr val="tx1"/>
                </a:solidFill>
              </a:rPr>
              <a:t>Lorem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ipsum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dolor</a:t>
            </a:r>
            <a:endParaRPr lang="de-DE" sz="15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333995871875101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3.4711540911754955E-2"/>
          <c:y val="0.11349306579806279"/>
          <c:w val="0.96528845908824501"/>
          <c:h val="0.7359316537466786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84-4EAC-9940-C71BA9A1D97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Ipsum</c:v>
                </c:pt>
              </c:strCache>
            </c:strRef>
          </c:tx>
          <c:spPr>
            <a:solidFill>
              <a:schemeClr val="accent3"/>
            </a:solidFill>
            <a:ln w="9525"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84-4EAC-9940-C71BA9A1D97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Dolor</c:v>
                </c:pt>
              </c:strCache>
            </c:strRef>
          </c:tx>
          <c:spPr>
            <a:solidFill>
              <a:schemeClr val="accent4"/>
            </a:solidFill>
            <a:ln w="9525"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84-4EAC-9940-C71BA9A1D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2007517632"/>
        <c:axId val="2007518592"/>
      </c:barChart>
      <c:catAx>
        <c:axId val="2007517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8592"/>
        <c:crosses val="autoZero"/>
        <c:auto val="1"/>
        <c:lblAlgn val="ctr"/>
        <c:lblOffset val="100"/>
        <c:noMultiLvlLbl val="0"/>
      </c:catAx>
      <c:valAx>
        <c:axId val="2007518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001057513441888"/>
          <c:y val="0.94895067648251241"/>
          <c:w val="0.21287847514206354"/>
          <c:h val="5.10493235174876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sz="1500" b="1" dirty="0" err="1">
                <a:solidFill>
                  <a:schemeClr val="tx1"/>
                </a:solidFill>
              </a:rPr>
              <a:t>Lorem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ipsum</a:t>
            </a:r>
            <a:r>
              <a:rPr lang="de-DE" sz="1500" b="1" dirty="0">
                <a:solidFill>
                  <a:schemeClr val="tx1"/>
                </a:solidFill>
              </a:rPr>
              <a:t> </a:t>
            </a:r>
            <a:r>
              <a:rPr lang="de-DE" sz="1500" b="1" dirty="0" err="1">
                <a:solidFill>
                  <a:schemeClr val="tx1"/>
                </a:solidFill>
              </a:rPr>
              <a:t>dolor</a:t>
            </a:r>
            <a:endParaRPr lang="de-DE" sz="15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333995871875101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3.4711540911754955E-2"/>
          <c:y val="0.11349306579806279"/>
          <c:w val="0.96528845908824501"/>
          <c:h val="0.73593165374667868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Lorem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84-4EAC-9940-C71BA9A1D97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Ipsum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1.5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84-4EAC-9940-C71BA9A1D97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Dolor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1.1000000000000001</c:v>
                </c:pt>
                <c:pt idx="1">
                  <c:v>1.4</c:v>
                </c:pt>
                <c:pt idx="2">
                  <c:v>2.8</c:v>
                </c:pt>
                <c:pt idx="3">
                  <c:v>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484-4EAC-9940-C71BA9A1D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07517632"/>
        <c:axId val="2007518592"/>
      </c:lineChart>
      <c:catAx>
        <c:axId val="2007517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8592"/>
        <c:crosses val="autoZero"/>
        <c:auto val="1"/>
        <c:lblAlgn val="ctr"/>
        <c:lblOffset val="100"/>
        <c:noMultiLvlLbl val="0"/>
      </c:catAx>
      <c:valAx>
        <c:axId val="2007518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0751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001057513441888"/>
          <c:y val="0.94895067648251241"/>
          <c:w val="0.29409703641413754"/>
          <c:h val="5.10493235174876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42CAF-0B41-4E22-9361-0B467638F916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1243-BC0D-414E-9280-F13289EC23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2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1" name="Grafik 30" descr="Logo Hochschule Mainz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/>
              <a:t>Hochschule Mainz</a:t>
            </a:r>
          </a:p>
          <a:p>
            <a:pPr lvl="0"/>
            <a:r>
              <a:rPr lang="en-US" dirty="0"/>
              <a:t>University of Applied Sciences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50" baseline="0">
          <a:solidFill>
            <a:schemeClr val="tx1"/>
          </a:solidFill>
          <a:latin typeface="SimpleStd-Bold" panose="02000509020000020004" pitchFamily="49" charset="0"/>
          <a:ea typeface="+mj-ea"/>
          <a:cs typeface="+mj-cs"/>
        </a:defRPr>
      </a:lvl1pPr>
    </p:titleStyle>
    <p:bodyStyle>
      <a:lvl1pPr marL="357188" indent="-357188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tabLst/>
        <a:defRPr sz="1500" kern="1200" spc="20" baseline="0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195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defRPr sz="1500" kern="1200" spc="20" baseline="0">
          <a:solidFill>
            <a:schemeClr val="tx1"/>
          </a:solidFill>
          <a:latin typeface="+mn-lt"/>
          <a:ea typeface="+mn-ea"/>
          <a:cs typeface="+mn-cs"/>
        </a:defRPr>
      </a:lvl2pPr>
      <a:lvl3pPr marL="1076325" indent="-357188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defRPr sz="1500" kern="1200" spc="20" baseline="0">
          <a:solidFill>
            <a:schemeClr val="tx1"/>
          </a:solidFill>
          <a:latin typeface="+mn-lt"/>
          <a:ea typeface="+mn-ea"/>
          <a:cs typeface="+mn-cs"/>
        </a:defRPr>
      </a:lvl3pPr>
      <a:lvl4pPr marL="1433513" indent="-357188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defRPr sz="1500" kern="1200" spc="20" baseline="0">
          <a:solidFill>
            <a:schemeClr val="tx1"/>
          </a:solidFill>
          <a:latin typeface="+mn-lt"/>
          <a:ea typeface="+mn-ea"/>
          <a:cs typeface="+mn-cs"/>
        </a:defRPr>
      </a:lvl4pPr>
      <a:lvl5pPr marL="1795463" indent="-36195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defRPr sz="1500" kern="1200" spc="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6.jpg"/><Relationship Id="rId4" Type="http://schemas.openxmlformats.org/officeDocument/2006/relationships/image" Target="../media/image18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6.jpg"/><Relationship Id="rId4" Type="http://schemas.openxmlformats.org/officeDocument/2006/relationships/image" Target="../media/image21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  <a:br>
              <a:rPr lang="de-DE" dirty="0"/>
            </a:br>
            <a:r>
              <a:rPr lang="de-DE" dirty="0"/>
              <a:t>zur Präsentation</a:t>
            </a:r>
            <a:br>
              <a:rPr lang="de-DE" dirty="0"/>
            </a:br>
            <a:r>
              <a:rPr lang="de-DE">
                <a:latin typeface="SimpleStd" panose="02000509030000020003" pitchFamily="49" charset="0"/>
              </a:rPr>
              <a:t>Hier steht eine </a:t>
            </a:r>
            <a:r>
              <a:rPr lang="de-DE" dirty="0">
                <a:latin typeface="SimpleStd" panose="02000509030000020003" pitchFamily="49" charset="0"/>
              </a:rPr>
              <a:t>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>
                <a:latin typeface="SimpleStd" panose="02000509030000020003" pitchFamily="49" charset="0"/>
              </a:rPr>
              <a:t>zur Präsentation </a:t>
            </a:r>
            <a:endParaRPr lang="de-DE" dirty="0">
              <a:latin typeface="SimpleStd" panose="02000509030000020003" pitchFamily="49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745FF5-8205-C442-CAEA-13F12A14D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00/00/2024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C04C90A-8770-8624-24FD-608992030D75}"/>
              </a:ext>
            </a:extLst>
          </p:cNvPr>
          <p:cNvSpPr/>
          <p:nvPr/>
        </p:nvSpPr>
        <p:spPr>
          <a:xfrm>
            <a:off x="10766853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E6C6B2F-F1BF-E702-0170-60E6D742B601}"/>
              </a:ext>
            </a:extLst>
          </p:cNvPr>
          <p:cNvSpPr/>
          <p:nvPr/>
        </p:nvSpPr>
        <p:spPr>
          <a:xfrm>
            <a:off x="9642796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A614038-603C-4FC9-E0D5-84363C44C587}"/>
              </a:ext>
            </a:extLst>
          </p:cNvPr>
          <p:cNvSpPr/>
          <p:nvPr/>
        </p:nvSpPr>
        <p:spPr>
          <a:xfrm>
            <a:off x="8518740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1</a:t>
            </a:r>
            <a:endParaRPr lang="de-DE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3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  <a:br>
              <a:rPr lang="de-DE" dirty="0"/>
            </a:br>
            <a:r>
              <a:rPr lang="de-DE" dirty="0"/>
              <a:t>zur Präsentation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zur 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745FF5-8205-C442-CAEA-13F12A14D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00/00/2024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C04C90A-8770-8624-24FD-608992030D75}"/>
              </a:ext>
            </a:extLst>
          </p:cNvPr>
          <p:cNvSpPr/>
          <p:nvPr/>
        </p:nvSpPr>
        <p:spPr>
          <a:xfrm>
            <a:off x="10766853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E6C6B2F-F1BF-E702-0170-60E6D742B601}"/>
              </a:ext>
            </a:extLst>
          </p:cNvPr>
          <p:cNvSpPr/>
          <p:nvPr/>
        </p:nvSpPr>
        <p:spPr>
          <a:xfrm>
            <a:off x="9642796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A614038-603C-4FC9-E0D5-84363C44C587}"/>
              </a:ext>
            </a:extLst>
          </p:cNvPr>
          <p:cNvSpPr/>
          <p:nvPr/>
        </p:nvSpPr>
        <p:spPr>
          <a:xfrm>
            <a:off x="8518740" y="5972175"/>
            <a:ext cx="1053671" cy="519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1</a:t>
            </a:r>
            <a:endParaRPr lang="de-DE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1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/>
          <a:lstStyle/>
          <a:p>
            <a:r>
              <a:rPr lang="de-DE" dirty="0"/>
              <a:t>Hier steht eine Headline</a:t>
            </a:r>
            <a:br>
              <a:rPr lang="de-DE" dirty="0"/>
            </a:br>
            <a:r>
              <a:rPr lang="de-DE" dirty="0"/>
              <a:t>zur Präsentation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zur 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745FF5-8205-C442-CAEA-13F12A14D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/>
          <a:p>
            <a:r>
              <a:rPr lang="de-DE" dirty="0"/>
              <a:t>00/00/2024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C04C90A-8770-8624-24FD-608992030D75}"/>
              </a:ext>
            </a:extLst>
          </p:cNvPr>
          <p:cNvSpPr/>
          <p:nvPr/>
        </p:nvSpPr>
        <p:spPr>
          <a:xfrm>
            <a:off x="10766853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E6C6B2F-F1BF-E702-0170-60E6D742B601}"/>
              </a:ext>
            </a:extLst>
          </p:cNvPr>
          <p:cNvSpPr/>
          <p:nvPr/>
        </p:nvSpPr>
        <p:spPr>
          <a:xfrm>
            <a:off x="9642796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A614038-603C-4FC9-E0D5-84363C44C587}"/>
              </a:ext>
            </a:extLst>
          </p:cNvPr>
          <p:cNvSpPr/>
          <p:nvPr/>
        </p:nvSpPr>
        <p:spPr>
          <a:xfrm>
            <a:off x="8518740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1</a:t>
            </a:r>
            <a:endParaRPr lang="de-DE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63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69B4A237-DEC3-EABA-2FAB-33020A38985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DF0105D-60C4-73E7-C9B6-5E2EA2ECB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11099800" y="381233"/>
            <a:ext cx="720725" cy="663322"/>
          </a:xfrm>
        </p:spPr>
        <p:txBody>
          <a:bodyPr/>
          <a:lstStyle/>
          <a:p>
            <a:r>
              <a:rPr lang="de-DE"/>
              <a:t> 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925ABA6-26FD-900A-DD96-DC348A6CF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71475" y="6188863"/>
            <a:ext cx="1200149" cy="317843"/>
          </a:xfrm>
        </p:spPr>
        <p:txBody>
          <a:bodyPr/>
          <a:lstStyle/>
          <a:p>
            <a:r>
              <a:rPr lang="de-DE"/>
              <a:t> 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22602B7-0830-69A0-470B-FB0F100B4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71475" y="383380"/>
            <a:ext cx="1368426" cy="470893"/>
          </a:xfrm>
        </p:spPr>
        <p:txBody>
          <a:bodyPr/>
          <a:lstStyle/>
          <a:p>
            <a:r>
              <a:rPr lang="de-DE"/>
              <a:t> 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2CC818A-10C8-2E4B-99BC-82E0B585B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/>
          <a:lstStyle/>
          <a:p>
            <a:r>
              <a:rPr lang="de-DE"/>
              <a:t>Hier steht eine Headline</a:t>
            </a:r>
            <a:br>
              <a:rPr lang="de-DE"/>
            </a:br>
            <a:r>
              <a:rPr lang="de-DE"/>
              <a:t>zur Präsentation</a:t>
            </a:r>
            <a:br>
              <a:rPr lang="de-DE"/>
            </a:br>
            <a:r>
              <a:rPr lang="de-DE">
                <a:latin typeface="SimpleStd" panose="02000509030000020003" pitchFamily="49" charset="0"/>
              </a:rPr>
              <a:t>Hier steht eine Subheadline</a:t>
            </a:r>
            <a:br>
              <a:rPr lang="de-DE">
                <a:latin typeface="SimpleStd" panose="02000509030000020003" pitchFamily="49" charset="0"/>
              </a:rPr>
            </a:br>
            <a:r>
              <a:rPr lang="de-DE">
                <a:latin typeface="SimpleStd" panose="02000509030000020003" pitchFamily="49" charset="0"/>
              </a:rPr>
              <a:t>zur Präsentation</a:t>
            </a:r>
            <a:endParaRPr lang="de-DE" dirty="0"/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6EDB7BD0-B88E-4008-7AFC-2864CB6C0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/>
          <a:p>
            <a:r>
              <a:rPr lang="de-DE"/>
              <a:t>00/00/2024</a:t>
            </a:r>
            <a:endParaRPr lang="de-DE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14D297AF-4275-7C25-DCBB-306E6DF590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2076450" y="379413"/>
            <a:ext cx="782638" cy="287337"/>
          </a:xfrm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5327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platzhalter 5">
            <a:extLst>
              <a:ext uri="{FF2B5EF4-FFF2-40B4-BE49-F238E27FC236}">
                <a16:creationId xmlns:a16="http://schemas.microsoft.com/office/drawing/2014/main" id="{9BB0A1E8-6E6C-AC08-01B2-EA7C83CE208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6" r="26406"/>
          <a:stretch>
            <a:fillRect/>
          </a:stretch>
        </p:blipFill>
        <p:spPr>
          <a:xfrm>
            <a:off x="0" y="0"/>
            <a:ext cx="5753100" cy="6858000"/>
          </a:xfr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DF0105D-60C4-73E7-C9B6-5E2EA2ECB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925ABA6-26FD-900A-DD96-DC348A6CF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22602B7-0830-69A0-470B-FB0F100B4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2CC818A-10C8-2E4B-99BC-82E0B585BA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eine kurze</a:t>
            </a:r>
            <a:br>
              <a:rPr lang="de-DE" dirty="0"/>
            </a:br>
            <a:r>
              <a:rPr lang="de-DE" dirty="0"/>
              <a:t>Headline zur </a:t>
            </a:r>
            <a:r>
              <a:rPr lang="de-DE" dirty="0" err="1"/>
              <a:t>Präs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kurze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Subheadline zur </a:t>
            </a:r>
            <a:r>
              <a:rPr lang="de-DE" dirty="0" err="1">
                <a:latin typeface="SimpleStd" panose="02000509030000020003" pitchFamily="49" charset="0"/>
              </a:rPr>
              <a:t>Präs</a:t>
            </a:r>
            <a:endParaRPr lang="de-DE" dirty="0"/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6EDB7BD0-B88E-4008-7AFC-2864CB6C0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00/00/2024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0687356-E2AC-A072-775B-E247C8A05FCF}"/>
              </a:ext>
            </a:extLst>
          </p:cNvPr>
          <p:cNvSpPr/>
          <p:nvPr/>
        </p:nvSpPr>
        <p:spPr>
          <a:xfrm>
            <a:off x="10766853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4D92CE5-DC77-97E0-FC6E-D079DD166F44}"/>
              </a:ext>
            </a:extLst>
          </p:cNvPr>
          <p:cNvSpPr/>
          <p:nvPr/>
        </p:nvSpPr>
        <p:spPr>
          <a:xfrm>
            <a:off x="9642796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C46FD67-5B73-F0BA-BC13-D43FF1A5C278}"/>
              </a:ext>
            </a:extLst>
          </p:cNvPr>
          <p:cNvSpPr/>
          <p:nvPr/>
        </p:nvSpPr>
        <p:spPr>
          <a:xfrm>
            <a:off x="8518740" y="5972175"/>
            <a:ext cx="1053671" cy="5192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Fremdlogo</a:t>
            </a:r>
          </a:p>
          <a:p>
            <a:pPr algn="ctr">
              <a:lnSpc>
                <a:spcPct val="112000"/>
              </a:lnSpc>
            </a:pPr>
            <a:r>
              <a:rPr lang="de-DE" sz="1000">
                <a:solidFill>
                  <a:schemeClr val="tx1"/>
                </a:solidFill>
              </a:rPr>
              <a:t>1</a:t>
            </a:r>
            <a:endParaRPr lang="de-DE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94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7AE677-75F6-85CE-F6B5-60DF0E15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2EA912-8A5C-58B1-8264-CA06FDD9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7C92D8-E009-2D1F-28DF-FB30FAE8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E087DD-9C4A-16A8-B0D5-6D589E84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6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BA6E6DF-1A7F-D2F1-E385-AFF90F9F2B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steht der erste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zweite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dritte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vierte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fünfte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sechste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siebte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achte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neunte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zehnte </a:t>
            </a:r>
            <a:r>
              <a:rPr lang="de-DE" dirty="0" err="1"/>
              <a:t>Agendapunkt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7022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7AE677-75F6-85CE-F6B5-60DF0E15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2EA912-8A5C-58B1-8264-CA06FDD9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7C92D8-E009-2D1F-28DF-FB30FAE8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E087DD-9C4A-16A8-B0D5-6D589E84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7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BA6E6DF-1A7F-D2F1-E385-AFF90F9F2B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steht der erste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zweite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dritte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vierte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fünfte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sechste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siebte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achte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neunte </a:t>
            </a:r>
            <a:r>
              <a:rPr lang="de-DE" dirty="0" err="1"/>
              <a:t>Agendapunkt</a:t>
            </a:r>
            <a:endParaRPr lang="de-DE" dirty="0"/>
          </a:p>
          <a:p>
            <a:r>
              <a:rPr lang="de-DE" dirty="0"/>
              <a:t>Hier steht der zehnte </a:t>
            </a:r>
            <a:r>
              <a:rPr lang="de-DE" dirty="0" err="1"/>
              <a:t>Agendapunkt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479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1F698D-FD06-464B-2E03-487A0632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C6C8DA6-0EB1-C282-A90C-91CED0769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76E1F6-D436-8828-3CAC-6564F7EA5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9C9D31-A3C7-5B63-C8FF-48BB30627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8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8391F02-9CC9-19A2-1668-28B42BC428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steht der erste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zweite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dritte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vierte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fünfte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sechste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siebte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achte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neunte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elfte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zwölfte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dreizehnte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vierzehnte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fünfzehnte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sechzehnte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siebzehnte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</a:t>
            </a:r>
            <a:r>
              <a:rPr lang="de-DE" dirty="0" err="1"/>
              <a:t>achzehnte</a:t>
            </a:r>
            <a:r>
              <a:rPr lang="de-DE" dirty="0"/>
              <a:t>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neunzehnte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  <a:p>
            <a:r>
              <a:rPr lang="de-DE" dirty="0"/>
              <a:t>Hier steht der </a:t>
            </a:r>
            <a:r>
              <a:rPr lang="de-DE" dirty="0" err="1"/>
              <a:t>zwanzigzte</a:t>
            </a:r>
            <a:r>
              <a:rPr lang="de-DE" dirty="0"/>
              <a:t> </a:t>
            </a:r>
            <a:r>
              <a:rPr lang="de-DE" dirty="0" err="1"/>
              <a:t>Agendapunkt</a:t>
            </a:r>
            <a:r>
              <a:rPr lang="de-DE" dirty="0"/>
              <a:t> in kleiner Form</a:t>
            </a:r>
          </a:p>
        </p:txBody>
      </p:sp>
    </p:spTree>
    <p:extLst>
      <p:ext uri="{BB962C8B-B14F-4D97-AF65-F5344CB8AC3E}">
        <p14:creationId xmlns:p14="http://schemas.microsoft.com/office/powerpoint/2010/main" val="2797067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2F332-CD78-5539-E094-7BF652F3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C08BA31-E449-1F48-87DC-A151183A3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DC3516-8D60-0DE9-0BD1-26FFE0D5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B46302-F0C5-C0B3-154D-C7FC71B6A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9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6318D62-3F53-C196-3942-16D11C60EA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2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0A22DFE-5E0C-E84B-4B3F-8CA88202B8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1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CA4B25B-C6C8-FAC2-5DF6-800165F486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3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0244FA6-3FED-17D9-CF52-7973E65933A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19F9786-4183-CCC5-CEFE-7B5596CEB64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3240C23-A6D5-E767-CCA4-4861ABE444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9A71AA6-7DC7-84E8-2B87-BB286148CF6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5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8F0638C-DBB5-34BB-F1AE-247CDE3D25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4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B257F13-DB56-4A08-1143-901F693CCE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 err="1"/>
              <a:t>Agendapunkt</a:t>
            </a:r>
            <a:r>
              <a:rPr lang="de-DE" dirty="0"/>
              <a:t>	</a:t>
            </a:r>
            <a:r>
              <a:rPr lang="de-DE" b="0" dirty="0"/>
              <a:t>Seite 6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3639688-ECF9-A458-D085-7BD575EB8A0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1FAC828-A6F5-1387-68BE-DDAA814736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C966130-33B0-9114-9FEA-CD4B5071AF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  <a:p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145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891A9-BA26-07EE-856E-56ED2DAFE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1.</a:t>
            </a:r>
            <a:br>
              <a:rPr lang="de-DE" dirty="0"/>
            </a:br>
            <a:r>
              <a:rPr lang="de-DE" dirty="0"/>
              <a:t>Hier steht das erste Kapitel</a:t>
            </a:r>
            <a:br>
              <a:rPr lang="de-DE" dirty="0"/>
            </a:br>
            <a:r>
              <a:rPr lang="de-DE" dirty="0"/>
              <a:t>in zweizeiliger Form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mögl. 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in zweizeiliger Form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AFEE35-C3BD-8B05-5834-427B88A2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5FB5B1-194A-CD4B-4865-9A8CA60E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1D8D51-1C81-D780-0354-053FBA32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6169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891A9-BA26-07EE-856E-56ED2DAFE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1.</a:t>
            </a:r>
            <a:br>
              <a:rPr lang="de-DE" dirty="0"/>
            </a:br>
            <a:r>
              <a:rPr lang="de-DE" dirty="0"/>
              <a:t>Hier steht das erste Kapitel</a:t>
            </a:r>
            <a:br>
              <a:rPr lang="de-DE" dirty="0"/>
            </a:br>
            <a:r>
              <a:rPr lang="de-DE" dirty="0"/>
              <a:t>in zweizeiliger Form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mögl. 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in zweizeiliger Form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AFEE35-C3BD-8B05-5834-427B88A2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5FB5B1-194A-CD4B-4865-9A8CA60E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1D8D51-1C81-D780-0354-053FBA32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667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891A9-BA26-07EE-856E-56ED2DAFE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1.</a:t>
            </a:r>
            <a:br>
              <a:rPr lang="de-DE" dirty="0"/>
            </a:br>
            <a:r>
              <a:rPr lang="de-DE" dirty="0"/>
              <a:t>Hier steht das erste Kapitel</a:t>
            </a:r>
            <a:br>
              <a:rPr lang="de-DE" dirty="0"/>
            </a:br>
            <a:r>
              <a:rPr lang="de-DE" dirty="0"/>
              <a:t>in zweizeiliger Form</a:t>
            </a:r>
            <a:br>
              <a:rPr lang="de-DE" dirty="0"/>
            </a:br>
            <a:r>
              <a:rPr lang="de-DE" dirty="0">
                <a:latin typeface="SimpleStd" panose="02000509030000020003" pitchFamily="49" charset="0"/>
              </a:rPr>
              <a:t>Hier steht eine mögl. Subheadline</a:t>
            </a:r>
            <a:br>
              <a:rPr lang="de-DE" dirty="0">
                <a:latin typeface="SimpleStd" panose="02000509030000020003" pitchFamily="49" charset="0"/>
              </a:rPr>
            </a:br>
            <a:r>
              <a:rPr lang="de-DE" dirty="0">
                <a:latin typeface="SimpleStd" panose="02000509030000020003" pitchFamily="49" charset="0"/>
              </a:rPr>
              <a:t>in zweizeiliger Form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AFEE35-C3BD-8B05-5834-427B88A2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5FB5B1-194A-CD4B-4865-9A8CA60E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1D8D51-1C81-D780-0354-053FBA32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938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0FA3FB-7193-1210-D2F4-2038ADBF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43D3434-597C-42EB-FEEC-ECD8D04C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946AB5-40EF-5435-046E-D54FE438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13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07C883-800D-531D-0F12-763336AF8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Funktion oder Abteilung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B0161B4-3C31-1B74-F63C-B9484EE605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Vorname Name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4515EF3-3C9B-91B8-AC23-9DC6C8F152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br>
              <a:rPr lang="de-DE" dirty="0"/>
            </a:b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9880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0FA3FB-7193-1210-D2F4-2038ADBF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43D3434-597C-42EB-FEEC-ECD8D04C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946AB5-40EF-5435-046E-D54FE438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14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07C883-800D-531D-0F12-763336AF8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Funktion oder Abteilung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B0161B4-3C31-1B74-F63C-B9484EE605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Vorname Name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4515EF3-3C9B-91B8-AC23-9DC6C8F152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„Einzigartige Verbindungen.</a:t>
            </a:r>
          </a:p>
          <a:p>
            <a:r>
              <a:rPr lang="de-DE" dirty="0"/>
              <a:t>Vielseitiges Erleben.“</a:t>
            </a:r>
          </a:p>
        </p:txBody>
      </p:sp>
    </p:spTree>
    <p:extLst>
      <p:ext uri="{BB962C8B-B14F-4D97-AF65-F5344CB8AC3E}">
        <p14:creationId xmlns:p14="http://schemas.microsoft.com/office/powerpoint/2010/main" val="1006927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BBDF4F-C4F5-153D-30F6-4AFAEF51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D8F868E-2750-2C0F-7248-474F0F33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7F8493-6E1E-CC55-3068-A422480D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15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584DD8-C22D-E696-AB4D-DBF4F2EFAC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Wir</a:t>
            </a:r>
          </a:p>
          <a:p>
            <a:r>
              <a:rPr lang="de-DE" dirty="0"/>
              <a:t>gestalten</a:t>
            </a:r>
          </a:p>
          <a:p>
            <a:r>
              <a:rPr lang="de-DE" dirty="0"/>
              <a:t>   Wandel.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05A9A1A-4A39-28F0-4C5A-0F84E39435FF}"/>
              </a:ext>
            </a:extLst>
          </p:cNvPr>
          <p:cNvCxnSpPr>
            <a:cxnSpLocks/>
          </p:cNvCxnSpPr>
          <p:nvPr/>
        </p:nvCxnSpPr>
        <p:spPr>
          <a:xfrm flipH="1">
            <a:off x="1824038" y="4566159"/>
            <a:ext cx="1738312" cy="0"/>
          </a:xfrm>
          <a:prstGeom prst="line">
            <a:avLst/>
          </a:prstGeom>
          <a:ln w="3175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130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</p:spTree>
    <p:extLst>
      <p:ext uri="{BB962C8B-B14F-4D97-AF65-F5344CB8AC3E}">
        <p14:creationId xmlns:p14="http://schemas.microsoft.com/office/powerpoint/2010/main" val="2509466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amet.*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sz="1000" dirty="0"/>
              <a:t>* </a:t>
            </a:r>
            <a:r>
              <a:rPr lang="de-DE" sz="1000" dirty="0" err="1"/>
              <a:t>Lorem</a:t>
            </a:r>
            <a:r>
              <a:rPr lang="de-DE" sz="1000" dirty="0"/>
              <a:t> </a:t>
            </a:r>
            <a:r>
              <a:rPr lang="de-DE" sz="1000" dirty="0" err="1"/>
              <a:t>ipsum</a:t>
            </a:r>
            <a:r>
              <a:rPr lang="de-DE" sz="1000" dirty="0"/>
              <a:t> </a:t>
            </a:r>
            <a:r>
              <a:rPr lang="de-DE" sz="1000" dirty="0" err="1"/>
              <a:t>dolor</a:t>
            </a:r>
            <a:r>
              <a:rPr lang="de-DE" sz="1000" dirty="0"/>
              <a:t> </a:t>
            </a:r>
            <a:r>
              <a:rPr lang="de-DE" sz="1000" dirty="0" err="1"/>
              <a:t>sit</a:t>
            </a:r>
            <a:r>
              <a:rPr lang="de-DE" sz="1000" dirty="0"/>
              <a:t> </a:t>
            </a:r>
            <a:r>
              <a:rPr lang="de-DE" sz="1000" dirty="0" err="1"/>
              <a:t>amet</a:t>
            </a:r>
            <a:r>
              <a:rPr lang="de-DE" sz="1000" dirty="0"/>
              <a:t>, </a:t>
            </a:r>
            <a:r>
              <a:rPr lang="de-DE" sz="1000" dirty="0" err="1"/>
              <a:t>consetetur</a:t>
            </a:r>
            <a:r>
              <a:rPr lang="de-DE" sz="1000" dirty="0"/>
              <a:t> </a:t>
            </a:r>
            <a:r>
              <a:rPr lang="de-DE" sz="1000" dirty="0" err="1"/>
              <a:t>sadipscing</a:t>
            </a:r>
            <a:r>
              <a:rPr lang="de-DE" sz="1000" dirty="0"/>
              <a:t> </a:t>
            </a:r>
            <a:r>
              <a:rPr lang="de-DE" sz="1000" dirty="0" err="1"/>
              <a:t>elitr</a:t>
            </a:r>
            <a:r>
              <a:rPr lang="de-DE" sz="1000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</p:spTree>
    <p:extLst>
      <p:ext uri="{BB962C8B-B14F-4D97-AF65-F5344CB8AC3E}">
        <p14:creationId xmlns:p14="http://schemas.microsoft.com/office/powerpoint/2010/main" val="2160040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do-</a:t>
            </a:r>
            <a:r>
              <a:rPr lang="de-DE" dirty="0" err="1"/>
              <a:t>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 err="1"/>
              <a:t>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</a:p>
          <a:p>
            <a:pPr marL="0" indent="0">
              <a:buNone/>
            </a:pP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con-setetur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taki-mata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</p:spTree>
    <p:extLst>
      <p:ext uri="{BB962C8B-B14F-4D97-AF65-F5344CB8AC3E}">
        <p14:creationId xmlns:p14="http://schemas.microsoft.com/office/powerpoint/2010/main" val="2077983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br>
              <a:rPr lang="de-DE" dirty="0"/>
            </a:b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.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.</a:t>
            </a:r>
          </a:p>
          <a:p>
            <a:r>
              <a:rPr lang="de-DE" dirty="0"/>
              <a:t>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br>
              <a:rPr lang="de-DE" dirty="0"/>
            </a:b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.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br>
              <a:rPr lang="de-DE" dirty="0"/>
            </a:b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.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.</a:t>
            </a:r>
          </a:p>
          <a:p>
            <a:r>
              <a:rPr lang="de-DE" dirty="0"/>
              <a:t>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</p:spTree>
    <p:extLst>
      <p:ext uri="{BB962C8B-B14F-4D97-AF65-F5344CB8AC3E}">
        <p14:creationId xmlns:p14="http://schemas.microsoft.com/office/powerpoint/2010/main" val="1824905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marL="361950" indent="-361950">
              <a:buNone/>
            </a:pPr>
            <a:r>
              <a:rPr lang="de-DE" b="1" dirty="0"/>
              <a:t>1.	</a:t>
            </a:r>
            <a:r>
              <a:rPr lang="de-DE" b="1" dirty="0" err="1"/>
              <a:t>Lorem</a:t>
            </a:r>
            <a:r>
              <a:rPr lang="de-DE" b="1" dirty="0"/>
              <a:t> </a:t>
            </a:r>
            <a:r>
              <a:rPr lang="de-DE" b="1" dirty="0" err="1"/>
              <a:t>ipsum</a:t>
            </a:r>
            <a:r>
              <a:rPr lang="de-DE" b="1" dirty="0"/>
              <a:t> </a:t>
            </a:r>
            <a:r>
              <a:rPr lang="de-DE" b="1" dirty="0" err="1"/>
              <a:t>dolor</a:t>
            </a:r>
            <a:r>
              <a:rPr lang="de-DE" b="1" dirty="0"/>
              <a:t> </a:t>
            </a:r>
            <a:r>
              <a:rPr lang="de-DE" b="1" dirty="0" err="1"/>
              <a:t>sit</a:t>
            </a:r>
            <a:r>
              <a:rPr lang="de-DE" b="1" dirty="0"/>
              <a:t> </a:t>
            </a:r>
            <a:r>
              <a:rPr lang="de-DE" b="1" dirty="0" err="1"/>
              <a:t>amet</a:t>
            </a:r>
            <a:r>
              <a:rPr lang="de-DE" b="1" dirty="0"/>
              <a:t>, </a:t>
            </a:r>
            <a:r>
              <a:rPr lang="de-DE" b="1" dirty="0" err="1"/>
              <a:t>consetetur</a:t>
            </a:r>
            <a:r>
              <a:rPr lang="de-DE" b="1" dirty="0"/>
              <a:t> </a:t>
            </a:r>
            <a:r>
              <a:rPr lang="de-DE" b="1" dirty="0" err="1"/>
              <a:t>sadipscing</a:t>
            </a:r>
            <a:r>
              <a:rPr lang="de-DE" b="1" dirty="0"/>
              <a:t> </a:t>
            </a:r>
            <a:r>
              <a:rPr lang="de-DE" b="1" dirty="0" err="1"/>
              <a:t>elitr</a:t>
            </a:r>
            <a:r>
              <a:rPr lang="de-DE" b="1" dirty="0"/>
              <a:t>, 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nonumy</a:t>
            </a:r>
            <a:r>
              <a:rPr lang="de-DE" b="1" dirty="0"/>
              <a:t> </a:t>
            </a:r>
            <a:r>
              <a:rPr lang="de-DE" b="1" dirty="0" err="1"/>
              <a:t>eirmod</a:t>
            </a:r>
            <a:r>
              <a:rPr lang="de-DE" b="1" dirty="0"/>
              <a:t> </a:t>
            </a:r>
            <a:r>
              <a:rPr lang="de-DE" b="1" dirty="0" err="1"/>
              <a:t>tempor</a:t>
            </a:r>
            <a:r>
              <a:rPr lang="de-DE" b="1" dirty="0"/>
              <a:t> </a:t>
            </a:r>
            <a:r>
              <a:rPr lang="de-DE" b="1" dirty="0" err="1"/>
              <a:t>invidunt</a:t>
            </a:r>
            <a:r>
              <a:rPr lang="de-DE" b="1" dirty="0"/>
              <a:t>.</a:t>
            </a:r>
            <a:br>
              <a:rPr lang="de-DE" b="1" dirty="0"/>
            </a:br>
            <a:r>
              <a:rPr lang="de-DE" b="1" dirty="0"/>
              <a:t>At </a:t>
            </a:r>
            <a:r>
              <a:rPr lang="de-DE" b="1" dirty="0" err="1"/>
              <a:t>vero</a:t>
            </a:r>
            <a:r>
              <a:rPr lang="de-DE" b="1" dirty="0"/>
              <a:t> </a:t>
            </a:r>
            <a:r>
              <a:rPr lang="de-DE" b="1" dirty="0" err="1"/>
              <a:t>eos</a:t>
            </a:r>
            <a:r>
              <a:rPr lang="de-DE" b="1" dirty="0"/>
              <a:t> et </a:t>
            </a:r>
            <a:r>
              <a:rPr lang="de-DE" b="1" dirty="0" err="1"/>
              <a:t>accusam</a:t>
            </a:r>
            <a:r>
              <a:rPr lang="de-DE" b="1" dirty="0"/>
              <a:t> et </a:t>
            </a:r>
            <a:r>
              <a:rPr lang="de-DE" b="1" dirty="0" err="1"/>
              <a:t>justo</a:t>
            </a:r>
            <a:r>
              <a:rPr lang="de-DE" b="1" dirty="0"/>
              <a:t> </a:t>
            </a:r>
            <a:r>
              <a:rPr lang="de-DE" b="1" dirty="0" err="1"/>
              <a:t>duo</a:t>
            </a:r>
            <a:r>
              <a:rPr lang="de-DE" b="1" dirty="0"/>
              <a:t> </a:t>
            </a:r>
            <a:r>
              <a:rPr lang="de-DE" b="1" dirty="0" err="1"/>
              <a:t>dolores</a:t>
            </a:r>
            <a:r>
              <a:rPr lang="de-DE" b="1" dirty="0"/>
              <a:t> et </a:t>
            </a:r>
            <a:r>
              <a:rPr lang="de-DE" b="1" dirty="0" err="1"/>
              <a:t>ea</a:t>
            </a:r>
            <a:r>
              <a:rPr lang="de-DE" b="1" dirty="0"/>
              <a:t> </a:t>
            </a:r>
            <a:r>
              <a:rPr lang="de-DE" b="1" dirty="0" err="1"/>
              <a:t>rebum</a:t>
            </a:r>
            <a:r>
              <a:rPr lang="de-DE" b="1" dirty="0"/>
              <a:t>. Stet </a:t>
            </a:r>
            <a:r>
              <a:rPr lang="de-DE" b="1" dirty="0" err="1"/>
              <a:t>clita</a:t>
            </a:r>
            <a:r>
              <a:rPr lang="de-DE" b="1" dirty="0"/>
              <a:t> </a:t>
            </a:r>
            <a:r>
              <a:rPr lang="de-DE" b="1" dirty="0" err="1"/>
              <a:t>kasd</a:t>
            </a:r>
            <a:r>
              <a:rPr lang="de-DE" b="1" dirty="0"/>
              <a:t> </a:t>
            </a:r>
            <a:r>
              <a:rPr lang="de-DE" b="1" dirty="0" err="1"/>
              <a:t>gubergren</a:t>
            </a:r>
            <a:r>
              <a:rPr lang="de-DE" b="1" dirty="0"/>
              <a:t>.</a:t>
            </a:r>
          </a:p>
          <a:p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br>
              <a:rPr lang="de-DE" dirty="0"/>
            </a:b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.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.</a:t>
            </a:r>
          </a:p>
          <a:p>
            <a:r>
              <a:rPr lang="de-DE" dirty="0"/>
              <a:t>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  <a:p>
            <a:endParaRPr lang="de-DE" dirty="0"/>
          </a:p>
          <a:p>
            <a:pPr marL="361950" indent="-361950">
              <a:buNone/>
            </a:pPr>
            <a:r>
              <a:rPr lang="de-DE" b="1" dirty="0"/>
              <a:t>2.	</a:t>
            </a:r>
            <a:r>
              <a:rPr lang="de-DE" b="1" dirty="0" err="1"/>
              <a:t>Lorem</a:t>
            </a:r>
            <a:r>
              <a:rPr lang="de-DE" b="1" dirty="0"/>
              <a:t> </a:t>
            </a:r>
            <a:r>
              <a:rPr lang="de-DE" b="1" dirty="0" err="1"/>
              <a:t>ipsum</a:t>
            </a:r>
            <a:r>
              <a:rPr lang="de-DE" b="1" dirty="0"/>
              <a:t> </a:t>
            </a:r>
            <a:r>
              <a:rPr lang="de-DE" b="1" dirty="0" err="1"/>
              <a:t>dolor</a:t>
            </a:r>
            <a:r>
              <a:rPr lang="de-DE" b="1" dirty="0"/>
              <a:t> </a:t>
            </a:r>
            <a:r>
              <a:rPr lang="de-DE" b="1" dirty="0" err="1"/>
              <a:t>sit</a:t>
            </a:r>
            <a:r>
              <a:rPr lang="de-DE" b="1" dirty="0"/>
              <a:t> </a:t>
            </a:r>
            <a:r>
              <a:rPr lang="de-DE" b="1" dirty="0" err="1"/>
              <a:t>amet</a:t>
            </a:r>
            <a:r>
              <a:rPr lang="de-DE" b="1" dirty="0"/>
              <a:t>, </a:t>
            </a:r>
            <a:r>
              <a:rPr lang="de-DE" b="1" dirty="0" err="1"/>
              <a:t>consetetur</a:t>
            </a:r>
            <a:r>
              <a:rPr lang="de-DE" b="1" dirty="0"/>
              <a:t> </a:t>
            </a:r>
            <a:r>
              <a:rPr lang="de-DE" b="1" dirty="0" err="1"/>
              <a:t>sadipscing</a:t>
            </a:r>
            <a:r>
              <a:rPr lang="de-DE" b="1" dirty="0"/>
              <a:t> </a:t>
            </a:r>
            <a:r>
              <a:rPr lang="de-DE" b="1" dirty="0" err="1"/>
              <a:t>elitr</a:t>
            </a:r>
            <a:r>
              <a:rPr lang="de-DE" b="1" dirty="0"/>
              <a:t>, 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nonumy</a:t>
            </a:r>
            <a:r>
              <a:rPr lang="de-DE" b="1" dirty="0"/>
              <a:t> </a:t>
            </a:r>
            <a:r>
              <a:rPr lang="de-DE" b="1" dirty="0" err="1"/>
              <a:t>eirmod</a:t>
            </a:r>
            <a:r>
              <a:rPr lang="de-DE" b="1" dirty="0"/>
              <a:t> </a:t>
            </a:r>
            <a:r>
              <a:rPr lang="de-DE" b="1" dirty="0" err="1"/>
              <a:t>tempor</a:t>
            </a:r>
            <a:r>
              <a:rPr lang="de-DE" b="1" dirty="0"/>
              <a:t> </a:t>
            </a:r>
            <a:r>
              <a:rPr lang="de-DE" b="1" dirty="0" err="1"/>
              <a:t>invidunt</a:t>
            </a:r>
            <a:r>
              <a:rPr lang="de-DE" b="1" dirty="0"/>
              <a:t>.</a:t>
            </a:r>
            <a:br>
              <a:rPr lang="de-DE" b="1" dirty="0"/>
            </a:br>
            <a:r>
              <a:rPr lang="de-DE" b="1" dirty="0"/>
              <a:t>At </a:t>
            </a:r>
            <a:r>
              <a:rPr lang="de-DE" b="1" dirty="0" err="1"/>
              <a:t>vero</a:t>
            </a:r>
            <a:r>
              <a:rPr lang="de-DE" b="1" dirty="0"/>
              <a:t> </a:t>
            </a:r>
            <a:r>
              <a:rPr lang="de-DE" b="1" dirty="0" err="1"/>
              <a:t>eos</a:t>
            </a:r>
            <a:r>
              <a:rPr lang="de-DE" b="1" dirty="0"/>
              <a:t> et </a:t>
            </a:r>
            <a:r>
              <a:rPr lang="de-DE" b="1" dirty="0" err="1"/>
              <a:t>accusam</a:t>
            </a:r>
            <a:r>
              <a:rPr lang="de-DE" b="1" dirty="0"/>
              <a:t> et </a:t>
            </a:r>
            <a:r>
              <a:rPr lang="de-DE" b="1" dirty="0" err="1"/>
              <a:t>justo</a:t>
            </a:r>
            <a:r>
              <a:rPr lang="de-DE" b="1" dirty="0"/>
              <a:t> </a:t>
            </a:r>
            <a:r>
              <a:rPr lang="de-DE" b="1" dirty="0" err="1"/>
              <a:t>duo</a:t>
            </a:r>
            <a:r>
              <a:rPr lang="de-DE" b="1" dirty="0"/>
              <a:t> </a:t>
            </a:r>
            <a:r>
              <a:rPr lang="de-DE" b="1" dirty="0" err="1"/>
              <a:t>dolores</a:t>
            </a:r>
            <a:r>
              <a:rPr lang="de-DE" b="1" dirty="0"/>
              <a:t> et </a:t>
            </a:r>
            <a:r>
              <a:rPr lang="de-DE" b="1" dirty="0" err="1"/>
              <a:t>ea</a:t>
            </a:r>
            <a:r>
              <a:rPr lang="de-DE" b="1" dirty="0"/>
              <a:t> </a:t>
            </a:r>
            <a:r>
              <a:rPr lang="de-DE" b="1" dirty="0" err="1"/>
              <a:t>rebum</a:t>
            </a:r>
            <a:r>
              <a:rPr lang="de-DE" b="1" dirty="0"/>
              <a:t>. Stet </a:t>
            </a:r>
            <a:r>
              <a:rPr lang="de-DE" b="1" dirty="0" err="1"/>
              <a:t>clita</a:t>
            </a:r>
            <a:r>
              <a:rPr lang="de-DE" b="1" dirty="0"/>
              <a:t> </a:t>
            </a:r>
            <a:r>
              <a:rPr lang="de-DE" b="1" dirty="0" err="1"/>
              <a:t>kasd</a:t>
            </a:r>
            <a:r>
              <a:rPr lang="de-DE" b="1" dirty="0"/>
              <a:t> </a:t>
            </a:r>
            <a:r>
              <a:rPr lang="de-DE" b="1" dirty="0" err="1"/>
              <a:t>gubergren</a:t>
            </a:r>
            <a:r>
              <a:rPr lang="de-DE" b="1" dirty="0"/>
              <a:t>.</a:t>
            </a:r>
          </a:p>
          <a:p>
            <a:endParaRPr lang="de-DE" dirty="0"/>
          </a:p>
          <a:p>
            <a:r>
              <a:rPr lang="de-DE" dirty="0"/>
              <a:t>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br>
              <a:rPr lang="de-DE" dirty="0"/>
            </a:b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.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Ipsum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tem-porinvidunt</a:t>
            </a:r>
            <a:r>
              <a:rPr lang="de-DE" dirty="0"/>
              <a:t>. Labore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</p:spTree>
    <p:extLst>
      <p:ext uri="{BB962C8B-B14F-4D97-AF65-F5344CB8AC3E}">
        <p14:creationId xmlns:p14="http://schemas.microsoft.com/office/powerpoint/2010/main" val="4265054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br>
              <a:rPr lang="de-DE" dirty="0"/>
            </a:b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mag-</a:t>
            </a:r>
            <a:br>
              <a:rPr lang="de-DE" dirty="0"/>
            </a:br>
            <a:r>
              <a:rPr lang="de-DE" dirty="0"/>
              <a:t>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-</a:t>
            </a:r>
          </a:p>
          <a:p>
            <a:pPr marL="0" indent="0">
              <a:buNone/>
            </a:pPr>
            <a:r>
              <a:rPr lang="de-DE" dirty="0" err="1"/>
              <a:t>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</a:t>
            </a:r>
            <a:r>
              <a:rPr lang="de-DE" dirty="0"/>
              <a:t>-</a:t>
            </a:r>
          </a:p>
          <a:p>
            <a:pPr marL="0" indent="0">
              <a:buNone/>
            </a:pPr>
            <a:r>
              <a:rPr lang="de-DE" dirty="0" err="1"/>
              <a:t>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002E35-6E06-C74C-BD08-F246DDC8446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</a:p>
          <a:p>
            <a:pPr marL="0" indent="0">
              <a:buNone/>
            </a:pP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6598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002E35-6E06-C74C-BD08-F246DDC8446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5414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Lorem</a:t>
            </a:r>
            <a:r>
              <a:rPr lang="de-DE" b="1" dirty="0"/>
              <a:t> </a:t>
            </a:r>
            <a:r>
              <a:rPr lang="de-DE" b="1" dirty="0" err="1"/>
              <a:t>ipsum</a:t>
            </a:r>
            <a:r>
              <a:rPr lang="de-DE" b="1" dirty="0"/>
              <a:t> </a:t>
            </a:r>
            <a:r>
              <a:rPr lang="de-DE" b="1" dirty="0" err="1"/>
              <a:t>dolor</a:t>
            </a:r>
            <a:r>
              <a:rPr lang="de-DE" b="1" dirty="0"/>
              <a:t> </a:t>
            </a:r>
            <a:r>
              <a:rPr lang="de-DE" b="1" dirty="0" err="1"/>
              <a:t>sit</a:t>
            </a:r>
            <a:r>
              <a:rPr lang="de-DE" b="1" dirty="0"/>
              <a:t> </a:t>
            </a:r>
            <a:r>
              <a:rPr lang="de-DE" b="1" dirty="0" err="1"/>
              <a:t>amet</a:t>
            </a:r>
            <a:r>
              <a:rPr lang="de-DE" b="1" dirty="0"/>
              <a:t>, </a:t>
            </a:r>
            <a:r>
              <a:rPr lang="de-DE" b="1" dirty="0" err="1"/>
              <a:t>consetetur</a:t>
            </a:r>
            <a:r>
              <a:rPr lang="de-DE" b="1" dirty="0"/>
              <a:t> </a:t>
            </a:r>
            <a:r>
              <a:rPr lang="de-DE" b="1" dirty="0" err="1"/>
              <a:t>sadipscing</a:t>
            </a:r>
            <a:r>
              <a:rPr lang="de-DE" b="1" dirty="0"/>
              <a:t> </a:t>
            </a:r>
            <a:r>
              <a:rPr lang="de-DE" b="1" dirty="0" err="1"/>
              <a:t>elitr</a:t>
            </a:r>
            <a:r>
              <a:rPr lang="de-DE" b="1" dirty="0"/>
              <a:t>, </a:t>
            </a:r>
            <a:br>
              <a:rPr lang="de-DE" b="1" dirty="0"/>
            </a:br>
            <a:r>
              <a:rPr lang="de-DE" b="1" dirty="0"/>
              <a:t>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nonumy</a:t>
            </a:r>
            <a:r>
              <a:rPr lang="de-DE" b="1" dirty="0"/>
              <a:t> </a:t>
            </a:r>
            <a:r>
              <a:rPr lang="de-DE" b="1" dirty="0" err="1"/>
              <a:t>eirmod</a:t>
            </a:r>
            <a:r>
              <a:rPr lang="de-DE" b="1" dirty="0"/>
              <a:t> </a:t>
            </a:r>
            <a:r>
              <a:rPr lang="de-DE" b="1" dirty="0" err="1"/>
              <a:t>tempor</a:t>
            </a:r>
            <a:r>
              <a:rPr lang="de-DE" b="1" dirty="0"/>
              <a:t> </a:t>
            </a:r>
            <a:r>
              <a:rPr lang="de-DE" b="1" dirty="0" err="1"/>
              <a:t>invidunt</a:t>
            </a:r>
            <a:r>
              <a:rPr lang="de-DE" b="1" dirty="0"/>
              <a:t> </a:t>
            </a:r>
            <a:r>
              <a:rPr lang="de-DE" b="1" dirty="0" err="1"/>
              <a:t>ut</a:t>
            </a:r>
            <a:r>
              <a:rPr lang="de-DE" b="1" dirty="0"/>
              <a:t> </a:t>
            </a:r>
            <a:r>
              <a:rPr lang="de-DE" b="1" dirty="0" err="1"/>
              <a:t>labore</a:t>
            </a:r>
            <a:r>
              <a:rPr lang="de-DE" b="1" dirty="0"/>
              <a:t> et </a:t>
            </a:r>
            <a:r>
              <a:rPr lang="de-DE" b="1" dirty="0" err="1"/>
              <a:t>dolore</a:t>
            </a:r>
            <a:r>
              <a:rPr lang="de-DE" b="1" dirty="0"/>
              <a:t> magna </a:t>
            </a:r>
            <a:r>
              <a:rPr lang="de-DE" b="1" dirty="0" err="1"/>
              <a:t>aliquyam</a:t>
            </a:r>
            <a:r>
              <a:rPr lang="de-DE" b="1" dirty="0"/>
              <a:t> erat, 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voluptua</a:t>
            </a:r>
            <a:r>
              <a:rPr lang="de-DE" b="1" dirty="0"/>
              <a:t>.</a:t>
            </a:r>
          </a:p>
          <a:p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002E35-6E06-C74C-BD08-F246DDC8446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Lorem</a:t>
            </a:r>
            <a:r>
              <a:rPr lang="de-DE" b="1" dirty="0"/>
              <a:t> </a:t>
            </a:r>
            <a:r>
              <a:rPr lang="de-DE" b="1" dirty="0" err="1"/>
              <a:t>ipsum</a:t>
            </a:r>
            <a:r>
              <a:rPr lang="de-DE" b="1" dirty="0"/>
              <a:t> </a:t>
            </a:r>
            <a:r>
              <a:rPr lang="de-DE" b="1" dirty="0" err="1"/>
              <a:t>dolor</a:t>
            </a:r>
            <a:r>
              <a:rPr lang="de-DE" b="1" dirty="0"/>
              <a:t> </a:t>
            </a:r>
            <a:r>
              <a:rPr lang="de-DE" b="1" dirty="0" err="1"/>
              <a:t>sit</a:t>
            </a:r>
            <a:r>
              <a:rPr lang="de-DE" b="1" dirty="0"/>
              <a:t> </a:t>
            </a:r>
            <a:r>
              <a:rPr lang="de-DE" b="1" dirty="0" err="1"/>
              <a:t>amet</a:t>
            </a:r>
            <a:r>
              <a:rPr lang="de-DE" b="1" dirty="0"/>
              <a:t>, </a:t>
            </a:r>
            <a:r>
              <a:rPr lang="de-DE" b="1" dirty="0" err="1"/>
              <a:t>consetetur</a:t>
            </a:r>
            <a:r>
              <a:rPr lang="de-DE" b="1" dirty="0"/>
              <a:t> </a:t>
            </a:r>
            <a:r>
              <a:rPr lang="de-DE" b="1" dirty="0" err="1"/>
              <a:t>sadipscing</a:t>
            </a:r>
            <a:r>
              <a:rPr lang="de-DE" b="1" dirty="0"/>
              <a:t> </a:t>
            </a:r>
            <a:r>
              <a:rPr lang="de-DE" b="1" dirty="0" err="1"/>
              <a:t>elitr</a:t>
            </a:r>
            <a:r>
              <a:rPr lang="de-DE" b="1" dirty="0"/>
              <a:t>, </a:t>
            </a:r>
            <a:br>
              <a:rPr lang="de-DE" b="1" dirty="0"/>
            </a:br>
            <a:r>
              <a:rPr lang="de-DE" b="1" dirty="0"/>
              <a:t>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nonumy</a:t>
            </a:r>
            <a:r>
              <a:rPr lang="de-DE" b="1" dirty="0"/>
              <a:t> </a:t>
            </a:r>
            <a:r>
              <a:rPr lang="de-DE" b="1" dirty="0" err="1"/>
              <a:t>eirmod</a:t>
            </a:r>
            <a:r>
              <a:rPr lang="de-DE" b="1" dirty="0"/>
              <a:t> </a:t>
            </a:r>
            <a:r>
              <a:rPr lang="de-DE" b="1" dirty="0" err="1"/>
              <a:t>tempor</a:t>
            </a:r>
            <a:r>
              <a:rPr lang="de-DE" b="1" dirty="0"/>
              <a:t> </a:t>
            </a:r>
            <a:r>
              <a:rPr lang="de-DE" b="1" dirty="0" err="1"/>
              <a:t>invidunt</a:t>
            </a:r>
            <a:r>
              <a:rPr lang="de-DE" b="1" dirty="0"/>
              <a:t> </a:t>
            </a:r>
            <a:r>
              <a:rPr lang="de-DE" b="1" dirty="0" err="1"/>
              <a:t>ut</a:t>
            </a:r>
            <a:r>
              <a:rPr lang="de-DE" b="1" dirty="0"/>
              <a:t> </a:t>
            </a:r>
            <a:r>
              <a:rPr lang="de-DE" b="1" dirty="0" err="1"/>
              <a:t>labore</a:t>
            </a:r>
            <a:r>
              <a:rPr lang="de-DE" b="1" dirty="0"/>
              <a:t> et </a:t>
            </a:r>
            <a:r>
              <a:rPr lang="de-DE" b="1" dirty="0" err="1"/>
              <a:t>dolore</a:t>
            </a:r>
            <a:r>
              <a:rPr lang="de-DE" b="1" dirty="0"/>
              <a:t> magna </a:t>
            </a:r>
            <a:r>
              <a:rPr lang="de-DE" b="1" dirty="0" err="1"/>
              <a:t>aliquyam</a:t>
            </a:r>
            <a:r>
              <a:rPr lang="de-DE" b="1" dirty="0"/>
              <a:t> erat, 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voluptua</a:t>
            </a:r>
            <a:r>
              <a:rPr lang="de-DE" b="1" dirty="0"/>
              <a:t>.</a:t>
            </a:r>
          </a:p>
          <a:p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*</a:t>
            </a:r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sz="1000" dirty="0"/>
              <a:t>* </a:t>
            </a:r>
            <a:r>
              <a:rPr lang="de-DE" sz="1000" dirty="0" err="1"/>
              <a:t>Lorem</a:t>
            </a:r>
            <a:r>
              <a:rPr lang="de-DE" sz="1000" dirty="0"/>
              <a:t> </a:t>
            </a:r>
            <a:r>
              <a:rPr lang="de-DE" sz="1000" dirty="0" err="1"/>
              <a:t>ipsum</a:t>
            </a:r>
            <a:r>
              <a:rPr lang="de-DE" sz="1000" dirty="0"/>
              <a:t> </a:t>
            </a:r>
            <a:r>
              <a:rPr lang="de-DE" sz="1000" dirty="0" err="1"/>
              <a:t>dolor</a:t>
            </a:r>
            <a:r>
              <a:rPr lang="de-DE" sz="1000" dirty="0"/>
              <a:t> </a:t>
            </a:r>
            <a:r>
              <a:rPr lang="de-DE" sz="1000" dirty="0" err="1"/>
              <a:t>sit</a:t>
            </a:r>
            <a:r>
              <a:rPr lang="de-DE" sz="1000" dirty="0"/>
              <a:t> </a:t>
            </a:r>
            <a:r>
              <a:rPr lang="de-DE" sz="1000" dirty="0" err="1"/>
              <a:t>amet</a:t>
            </a:r>
            <a:r>
              <a:rPr lang="de-DE" sz="1000" dirty="0"/>
              <a:t>, </a:t>
            </a:r>
            <a:r>
              <a:rPr lang="de-DE" sz="1000" dirty="0" err="1"/>
              <a:t>consetetur</a:t>
            </a:r>
            <a:r>
              <a:rPr lang="de-DE" sz="1000" dirty="0"/>
              <a:t> </a:t>
            </a:r>
            <a:r>
              <a:rPr lang="de-DE" sz="1000" dirty="0" err="1"/>
              <a:t>sadipscing</a:t>
            </a:r>
            <a:r>
              <a:rPr lang="de-DE" sz="1000" dirty="0"/>
              <a:t> </a:t>
            </a:r>
            <a:r>
              <a:rPr lang="de-DE" sz="1000" dirty="0" err="1"/>
              <a:t>elitr</a:t>
            </a:r>
            <a:r>
              <a:rPr lang="de-DE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710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do-</a:t>
            </a:r>
            <a:br>
              <a:rPr lang="de-DE" dirty="0"/>
            </a:br>
            <a:r>
              <a:rPr lang="de-DE" dirty="0" err="1"/>
              <a:t>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no-numy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002E35-6E06-C74C-BD08-F246DDC8446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do-</a:t>
            </a:r>
            <a:br>
              <a:rPr lang="de-DE" dirty="0"/>
            </a:br>
            <a:r>
              <a:rPr lang="de-DE" dirty="0" err="1"/>
              <a:t>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no-numy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B33236-5479-D17F-23F5-F9E9FA92532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do-</a:t>
            </a:r>
            <a:br>
              <a:rPr lang="de-DE" dirty="0"/>
            </a:br>
            <a:r>
              <a:rPr lang="de-DE" dirty="0" err="1"/>
              <a:t>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no-numy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</p:spTree>
    <p:extLst>
      <p:ext uri="{BB962C8B-B14F-4D97-AF65-F5344CB8AC3E}">
        <p14:creationId xmlns:p14="http://schemas.microsoft.com/office/powerpoint/2010/main" val="2614314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823F2-E121-373C-3D19-9A5AAE06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335572-CCDF-1FF3-8F0B-1D10CF644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 err="1"/>
              <a:t>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aliquyam</a:t>
            </a:r>
            <a:r>
              <a:rPr lang="de-DE" dirty="0"/>
              <a:t>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F853C7FD-5B95-B31A-1250-12C50E16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BB8AE47-07C9-B334-A6AE-D38A3D79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E0C1845-4FA5-5BB2-5586-BD8AF1F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2113D-8E11-D674-841C-5E33BB247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C002E35-6E06-C74C-BD08-F246DDC8446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 err="1"/>
              <a:t>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aliquyam</a:t>
            </a:r>
            <a:r>
              <a:rPr lang="de-DE" dirty="0"/>
              <a:t>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B33236-5479-D17F-23F5-F9E9FA9253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 err="1"/>
              <a:t>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aliquyam</a:t>
            </a:r>
            <a:r>
              <a:rPr lang="de-DE" dirty="0"/>
              <a:t>.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E33FFD2-892D-AEBB-A3C5-68CF2259BB6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 err="1"/>
              <a:t>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aliquyam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7935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C0EDC-82FF-2651-A723-8DC04C25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F4EBF-9C83-4085-701B-C3974C403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mag-</a:t>
            </a:r>
            <a:br>
              <a:rPr lang="de-DE" dirty="0"/>
            </a:br>
            <a:r>
              <a:rPr lang="de-DE" dirty="0"/>
              <a:t>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br>
              <a:rPr lang="de-DE" dirty="0"/>
            </a:b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</a:t>
            </a:r>
            <a:r>
              <a:rPr lang="de-DE" dirty="0"/>
              <a:t>-</a:t>
            </a:r>
          </a:p>
          <a:p>
            <a:pPr marL="0" indent="0">
              <a:buNone/>
            </a:pPr>
            <a:r>
              <a:rPr lang="de-DE" dirty="0"/>
              <a:t>ata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do-</a:t>
            </a:r>
            <a:br>
              <a:rPr lang="de-DE" dirty="0"/>
            </a:br>
            <a:r>
              <a:rPr lang="de-DE" dirty="0" err="1"/>
              <a:t>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46407-3D61-E5A9-5D10-362D2F93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C672D9-A8A0-FE8C-D155-3967BA6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D83EC-84DD-BCC2-09DF-70207115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443DD-0994-EA35-A38A-4389CB97C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pic>
        <p:nvPicPr>
          <p:cNvPr id="18" name="Bildplatzhalter 17">
            <a:extLst>
              <a:ext uri="{FF2B5EF4-FFF2-40B4-BE49-F238E27FC236}">
                <a16:creationId xmlns:a16="http://schemas.microsoft.com/office/drawing/2014/main" id="{862478EB-33E5-62A5-1BDA-01FC26F9F4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" b="9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40575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C0EDC-82FF-2651-A723-8DC04C25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53215"/>
            <a:ext cx="11449050" cy="468000"/>
          </a:xfrm>
        </p:spPr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F4EBF-9C83-4085-701B-C3974C403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</a:t>
            </a:r>
            <a:r>
              <a:rPr lang="de-DE" dirty="0"/>
              <a:t>-</a:t>
            </a:r>
          </a:p>
          <a:p>
            <a:pPr marL="0" indent="0">
              <a:buNone/>
            </a:pPr>
            <a:r>
              <a:rPr lang="de-DE" dirty="0"/>
              <a:t>ata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46407-3D61-E5A9-5D10-362D2F93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C672D9-A8A0-FE8C-D155-3967BA6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D83EC-84DD-BCC2-09DF-70207115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443DD-0994-EA35-A38A-4389CB97C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6" y="768350"/>
            <a:ext cx="11449050" cy="468000"/>
          </a:xfrm>
        </p:spPr>
        <p:txBody>
          <a:bodyPr/>
          <a:lstStyle/>
          <a:p>
            <a:r>
              <a:rPr lang="de-DE" dirty="0"/>
              <a:t>hier folgt eine Subheadline</a:t>
            </a:r>
          </a:p>
        </p:txBody>
      </p:sp>
      <p:pic>
        <p:nvPicPr>
          <p:cNvPr id="18" name="Bildplatzhalter 17">
            <a:extLst>
              <a:ext uri="{FF2B5EF4-FFF2-40B4-BE49-F238E27FC236}">
                <a16:creationId xmlns:a16="http://schemas.microsoft.com/office/drawing/2014/main" id="{862478EB-33E5-62A5-1BDA-01FC26F9F4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" b="98"/>
          <a:stretch>
            <a:fillRect/>
          </a:stretch>
        </p:blipFill>
        <p:spPr/>
      </p:pic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2B2BD07-8CA1-6405-EE76-F6196CB776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649439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dplatzhalter 19">
            <a:extLst>
              <a:ext uri="{FF2B5EF4-FFF2-40B4-BE49-F238E27FC236}">
                <a16:creationId xmlns:a16="http://schemas.microsoft.com/office/drawing/2014/main" id="{8486BF09-E92E-52B4-35F0-61C1BEB27B5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" b="216"/>
          <a:stretch>
            <a:fillRect/>
          </a:stretch>
        </p:blipFill>
        <p:spPr/>
      </p:pic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85CF5AD0-ACAC-9032-49E5-21FFD84C7D8F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5" b="15405"/>
          <a:stretch/>
        </p:blipFill>
        <p:spPr>
          <a:xfrm>
            <a:off x="371475" y="3429000"/>
            <a:ext cx="5688013" cy="2660650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7CC0EDC-82FF-2651-A723-8DC04C251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F4EBF-9C83-4085-701B-C3974C40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46407-3D61-E5A9-5D10-362D2F93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C672D9-A8A0-FE8C-D155-3967BA6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D83EC-84DD-BCC2-09DF-70207115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443DD-0994-EA35-A38A-4389CB97C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675D56-BE0D-239C-281C-2F582A1E1BC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2B2BD07-8CA1-6405-EE76-F6196CB776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10AF4D2-2811-5E71-57DD-06D4E018AE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826996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10">
            <a:extLst>
              <a:ext uri="{FF2B5EF4-FFF2-40B4-BE49-F238E27FC236}">
                <a16:creationId xmlns:a16="http://schemas.microsoft.com/office/drawing/2014/main" id="{242400A5-8EBF-8AE4-2CAB-FE09A55C64F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" r="2079"/>
          <a:stretch/>
        </p:blipFill>
        <p:spPr>
          <a:xfrm>
            <a:off x="8061325" y="3429000"/>
            <a:ext cx="3771900" cy="2660650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7CC0EDC-82FF-2651-A723-8DC04C251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F4EBF-9C83-4085-701B-C3974C40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46407-3D61-E5A9-5D10-362D2F93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C672D9-A8A0-FE8C-D155-3967BA6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D83EC-84DD-BCC2-09DF-70207115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29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443DD-0994-EA35-A38A-4389CB97C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675D56-BE0D-239C-281C-2F582A1E1BC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.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A241ECD-FD0D-B07A-7DD0-0E1EB3CF97F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.</a:t>
            </a:r>
          </a:p>
        </p:txBody>
      </p:sp>
      <p:pic>
        <p:nvPicPr>
          <p:cNvPr id="20" name="Bildplatzhalter 19">
            <a:extLst>
              <a:ext uri="{FF2B5EF4-FFF2-40B4-BE49-F238E27FC236}">
                <a16:creationId xmlns:a16="http://schemas.microsoft.com/office/drawing/2014/main" id="{8486BF09-E92E-52B4-35F0-61C1BEB27B5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99" r="16699"/>
          <a:stretch/>
        </p:blipFill>
        <p:spPr/>
      </p:pic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2B2BD07-8CA1-6405-EE76-F6196CB776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85CF5AD0-ACAC-9032-49E5-21FFD84C7D8F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" r="2079"/>
          <a:stretch/>
        </p:blipFill>
        <p:spPr/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10AF4D2-2811-5E71-57DD-06D4E018AE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ACDE541E-FA02-8949-6636-F40ADDF1B3D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943904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ildplatzhalter 25">
            <a:extLst>
              <a:ext uri="{FF2B5EF4-FFF2-40B4-BE49-F238E27FC236}">
                <a16:creationId xmlns:a16="http://schemas.microsoft.com/office/drawing/2014/main" id="{0D16D1B7-177B-F34F-E1E2-3E087DFBEEF4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" b="260"/>
          <a:stretch>
            <a:fillRect/>
          </a:stretch>
        </p:blipFill>
        <p:spPr/>
      </p:pic>
      <p:pic>
        <p:nvPicPr>
          <p:cNvPr id="27" name="Bildplatzhalter 25">
            <a:extLst>
              <a:ext uri="{FF2B5EF4-FFF2-40B4-BE49-F238E27FC236}">
                <a16:creationId xmlns:a16="http://schemas.microsoft.com/office/drawing/2014/main" id="{746279F8-FB66-0F9B-4D9E-6D3D14F193D0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" b="260"/>
          <a:stretch>
            <a:fillRect/>
          </a:stretch>
        </p:blipFill>
        <p:spPr>
          <a:xfrm>
            <a:off x="3251200" y="3429000"/>
            <a:ext cx="2808288" cy="2660650"/>
          </a:xfrm>
        </p:spPr>
      </p:pic>
      <p:pic>
        <p:nvPicPr>
          <p:cNvPr id="28" name="Bildplatzhalter 25">
            <a:extLst>
              <a:ext uri="{FF2B5EF4-FFF2-40B4-BE49-F238E27FC236}">
                <a16:creationId xmlns:a16="http://schemas.microsoft.com/office/drawing/2014/main" id="{49F2242F-2EB8-EC65-8682-EAC203EB8557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" b="260"/>
          <a:stretch>
            <a:fillRect/>
          </a:stretch>
        </p:blipFill>
        <p:spPr>
          <a:xfrm>
            <a:off x="6132513" y="3429000"/>
            <a:ext cx="2808287" cy="2660650"/>
          </a:xfrm>
        </p:spPr>
      </p:pic>
      <p:pic>
        <p:nvPicPr>
          <p:cNvPr id="29" name="Bildplatzhalter 25">
            <a:extLst>
              <a:ext uri="{FF2B5EF4-FFF2-40B4-BE49-F238E27FC236}">
                <a16:creationId xmlns:a16="http://schemas.microsoft.com/office/drawing/2014/main" id="{C6B9C8D6-586D-9BFA-0A77-F79175C6FB79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" b="260"/>
          <a:stretch>
            <a:fillRect/>
          </a:stretch>
        </p:blipFill>
        <p:spPr>
          <a:xfrm>
            <a:off x="9012238" y="3429000"/>
            <a:ext cx="2808287" cy="2660650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7CC0EDC-82FF-2651-A723-8DC04C251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F4EBF-9C83-4085-701B-C3974C40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46407-3D61-E5A9-5D10-362D2F93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C672D9-A8A0-FE8C-D155-3967BA62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ED83EC-84DD-BCC2-09DF-70207115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443DD-0994-EA35-A38A-4389CB97C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675D56-BE0D-239C-281C-2F582A1E1BC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A241ECD-FD0D-B07A-7DD0-0E1EB3CF97F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02117F94-8347-5A00-CFC2-F0B485A9F824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tem-por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erat.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2B2BD07-8CA1-6405-EE76-F6196CB776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10AF4D2-2811-5E71-57DD-06D4E018AE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ACDE541E-FA02-8949-6636-F40ADDF1B3D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EF186E9-9C0F-38E6-6DFC-7693F70C19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Foto: Hier steht eine 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647217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DF9CD14-31AC-3B24-3CED-10D830844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7E8B6A7-1E98-ABE3-E53A-E16D142B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3BACC2-60BF-9FDF-F6C0-44ED7EDB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31</a:t>
            </a:fld>
            <a:endParaRPr lang="de-DE" dirty="0"/>
          </a:p>
        </p:txBody>
      </p:sp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CD5E157D-1924-8C6A-64E7-9D20EFFE1AD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74805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F04BCB-54BA-2D08-4989-A01BF797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1924" y="6292457"/>
            <a:ext cx="5688013" cy="203171"/>
          </a:xfrm>
        </p:spPr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E0C50D-84AA-5389-13A1-7C220DBA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1338" y="6292457"/>
            <a:ext cx="2089150" cy="203171"/>
          </a:xfrm>
        </p:spPr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692392-E0D3-0D1E-84AD-E1F33FA9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963" y="6292457"/>
            <a:ext cx="647700" cy="203171"/>
          </a:xfrm>
        </p:spPr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32</a:t>
            </a:fld>
            <a:endParaRPr lang="de-DE" dirty="0"/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F1A508D5-9694-2CF1-510D-327D2ACB834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3251200" y="-1"/>
            <a:ext cx="4968875" cy="3358800"/>
          </a:xfrm>
        </p:spPr>
      </p:pic>
      <p:pic>
        <p:nvPicPr>
          <p:cNvPr id="15" name="Bildplatzhalter 14">
            <a:extLst>
              <a:ext uri="{FF2B5EF4-FFF2-40B4-BE49-F238E27FC236}">
                <a16:creationId xmlns:a16="http://schemas.microsoft.com/office/drawing/2014/main" id="{70BB587A-03E3-45A3-3057-226D8B218E5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" b="80"/>
          <a:stretch/>
        </p:blipFill>
        <p:spPr>
          <a:xfrm>
            <a:off x="0" y="3429000"/>
            <a:ext cx="3900488" cy="2663826"/>
          </a:xfrm>
        </p:spPr>
      </p:pic>
      <p:pic>
        <p:nvPicPr>
          <p:cNvPr id="17" name="Bildplatzhalter 16">
            <a:extLst>
              <a:ext uri="{FF2B5EF4-FFF2-40B4-BE49-F238E27FC236}">
                <a16:creationId xmlns:a16="http://schemas.microsoft.com/office/drawing/2014/main" id="{21C509B9-44F9-44E6-0ABA-A8EFDAED343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" b="134"/>
          <a:stretch/>
        </p:blipFill>
        <p:spPr>
          <a:xfrm>
            <a:off x="3971925" y="3429000"/>
            <a:ext cx="4248150" cy="2663826"/>
          </a:xfr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4173697-8693-A154-DBED-309F7A570E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</p:spPr>
        <p:txBody>
          <a:bodyPr/>
          <a:lstStyle/>
          <a:p>
            <a:r>
              <a:rPr lang="de-DE" sz="6000" b="1" dirty="0"/>
              <a:t>125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</a:t>
            </a:r>
          </a:p>
        </p:txBody>
      </p:sp>
      <p:pic>
        <p:nvPicPr>
          <p:cNvPr id="5" name="Bildplatzhalter 6">
            <a:extLst>
              <a:ext uri="{FF2B5EF4-FFF2-40B4-BE49-F238E27FC236}">
                <a16:creationId xmlns:a16="http://schemas.microsoft.com/office/drawing/2014/main" id="{795AE9B9-58B5-AC5D-2452-FD61B44788BC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47" t="12094" r="30316"/>
          <a:stretch/>
        </p:blipFill>
        <p:spPr>
          <a:xfrm>
            <a:off x="8291513" y="0"/>
            <a:ext cx="3900487" cy="6092825"/>
          </a:xfrm>
        </p:spPr>
      </p:pic>
    </p:spTree>
    <p:extLst>
      <p:ext uri="{BB962C8B-B14F-4D97-AF65-F5344CB8AC3E}">
        <p14:creationId xmlns:p14="http://schemas.microsoft.com/office/powerpoint/2010/main" val="5429687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F04BCB-54BA-2D08-4989-A01BF797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E0C50D-84AA-5389-13A1-7C220DBA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692392-E0D3-0D1E-84AD-E1F33FA9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33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4173697-8693-A154-DBED-309F7A570E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sz="6000" b="1" dirty="0"/>
              <a:t>125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.</a:t>
            </a:r>
          </a:p>
        </p:txBody>
      </p:sp>
      <p:pic>
        <p:nvPicPr>
          <p:cNvPr id="19" name="Bildplatzhalter 18">
            <a:extLst>
              <a:ext uri="{FF2B5EF4-FFF2-40B4-BE49-F238E27FC236}">
                <a16:creationId xmlns:a16="http://schemas.microsoft.com/office/drawing/2014/main" id="{7E4ACC08-C133-FE10-F3EB-2998E897156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" r="119"/>
          <a:stretch>
            <a:fillRect/>
          </a:stretch>
        </p:blipFill>
        <p:spPr/>
      </p:pic>
      <p:pic>
        <p:nvPicPr>
          <p:cNvPr id="23" name="Bildplatzhalter 22">
            <a:extLst>
              <a:ext uri="{FF2B5EF4-FFF2-40B4-BE49-F238E27FC236}">
                <a16:creationId xmlns:a16="http://schemas.microsoft.com/office/drawing/2014/main" id="{9496D294-8F1F-9340-F00E-55FE084D731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>
            <a:fillRect/>
          </a:stretch>
        </p:blipFill>
        <p:spPr/>
      </p:pic>
      <p:pic>
        <p:nvPicPr>
          <p:cNvPr id="27" name="Bildplatzhalter 26">
            <a:extLst>
              <a:ext uri="{FF2B5EF4-FFF2-40B4-BE49-F238E27FC236}">
                <a16:creationId xmlns:a16="http://schemas.microsoft.com/office/drawing/2014/main" id="{0380CC21-4316-8CE4-898F-3ED44716B43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" b="35"/>
          <a:stretch>
            <a:fillRect/>
          </a:stretch>
        </p:blipFill>
        <p:spPr/>
      </p:pic>
      <p:pic>
        <p:nvPicPr>
          <p:cNvPr id="5" name="Bildplatzhalter 6">
            <a:extLst>
              <a:ext uri="{FF2B5EF4-FFF2-40B4-BE49-F238E27FC236}">
                <a16:creationId xmlns:a16="http://schemas.microsoft.com/office/drawing/2014/main" id="{7D61541B-2F3F-5CBB-1DAC-1B63DE2BB34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5" t="7508" r="63680"/>
          <a:stretch/>
        </p:blipFill>
        <p:spPr>
          <a:xfrm>
            <a:off x="0" y="0"/>
            <a:ext cx="3900488" cy="6092825"/>
          </a:xfrm>
        </p:spPr>
      </p:pic>
    </p:spTree>
    <p:extLst>
      <p:ext uri="{BB962C8B-B14F-4D97-AF65-F5344CB8AC3E}">
        <p14:creationId xmlns:p14="http://schemas.microsoft.com/office/powerpoint/2010/main" val="8888881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34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8833F9E-EE7F-D42C-9979-60D59B119C08}"/>
              </a:ext>
            </a:extLst>
          </p:cNvPr>
          <p:cNvSpPr/>
          <p:nvPr/>
        </p:nvSpPr>
        <p:spPr>
          <a:xfrm>
            <a:off x="371475" y="2204674"/>
            <a:ext cx="2808289" cy="3884976"/>
          </a:xfrm>
          <a:prstGeom prst="rect">
            <a:avLst/>
          </a:prstGeom>
          <a:solidFill>
            <a:srgbClr val="E3E3E3"/>
          </a:solidFill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56E5495-7C00-9F5C-B8B9-A42CA0DA029C}"/>
              </a:ext>
            </a:extLst>
          </p:cNvPr>
          <p:cNvSpPr/>
          <p:nvPr/>
        </p:nvSpPr>
        <p:spPr>
          <a:xfrm>
            <a:off x="371476" y="1844674"/>
            <a:ext cx="2808288" cy="360000"/>
          </a:xfrm>
          <a:prstGeom prst="rect">
            <a:avLst/>
          </a:prstGeom>
          <a:solidFill>
            <a:schemeClr val="accent1"/>
          </a:solidFill>
        </p:spPr>
        <p:txBody>
          <a:bodyPr vert="horz" lIns="180000" tIns="0" rIns="180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661FAF6-DDD9-C1E6-1B19-4C758F4350F6}"/>
              </a:ext>
            </a:extLst>
          </p:cNvPr>
          <p:cNvSpPr/>
          <p:nvPr/>
        </p:nvSpPr>
        <p:spPr>
          <a:xfrm>
            <a:off x="3971924" y="2204674"/>
            <a:ext cx="2808289" cy="3884976"/>
          </a:xfrm>
          <a:prstGeom prst="rect">
            <a:avLst/>
          </a:prstGeom>
          <a:solidFill>
            <a:srgbClr val="E3E3E3"/>
          </a:solidFill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BBAF0EE-199D-58B9-387F-904A8EE0FCEC}"/>
              </a:ext>
            </a:extLst>
          </p:cNvPr>
          <p:cNvSpPr/>
          <p:nvPr/>
        </p:nvSpPr>
        <p:spPr>
          <a:xfrm>
            <a:off x="3971925" y="1844674"/>
            <a:ext cx="2808288" cy="360000"/>
          </a:xfrm>
          <a:prstGeom prst="rect">
            <a:avLst/>
          </a:prstGeom>
          <a:solidFill>
            <a:schemeClr val="accent1"/>
          </a:solidFill>
        </p:spPr>
        <p:txBody>
          <a:bodyPr vert="horz" lIns="180000" tIns="0" rIns="180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5914B2D-D456-DE8D-DB7D-9BB0D591B33F}"/>
              </a:ext>
            </a:extLst>
          </p:cNvPr>
          <p:cNvSpPr/>
          <p:nvPr/>
        </p:nvSpPr>
        <p:spPr>
          <a:xfrm>
            <a:off x="7572374" y="2204674"/>
            <a:ext cx="4248150" cy="3884976"/>
          </a:xfrm>
          <a:prstGeom prst="rect">
            <a:avLst/>
          </a:prstGeom>
          <a:solidFill>
            <a:srgbClr val="E3E3E3"/>
          </a:solidFill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820DFA5-0C68-33E0-EF20-89C79CBEDCF3}"/>
              </a:ext>
            </a:extLst>
          </p:cNvPr>
          <p:cNvSpPr/>
          <p:nvPr/>
        </p:nvSpPr>
        <p:spPr>
          <a:xfrm>
            <a:off x="7572375" y="1844674"/>
            <a:ext cx="4248148" cy="360000"/>
          </a:xfrm>
          <a:prstGeom prst="rect">
            <a:avLst/>
          </a:prstGeom>
          <a:solidFill>
            <a:schemeClr val="accent4"/>
          </a:solidFill>
        </p:spPr>
        <p:txBody>
          <a:bodyPr vert="horz" lIns="180000" tIns="0" rIns="180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F97D9474-E9B8-C3C4-91A0-DECF9AB7116B}"/>
              </a:ext>
            </a:extLst>
          </p:cNvPr>
          <p:cNvSpPr/>
          <p:nvPr/>
        </p:nvSpPr>
        <p:spPr>
          <a:xfrm rot="5400000">
            <a:off x="3230564" y="3813175"/>
            <a:ext cx="733421" cy="3111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endParaRPr lang="de-DE" sz="1500" dirty="0" err="1"/>
          </a:p>
        </p:txBody>
      </p:sp>
      <p:sp>
        <p:nvSpPr>
          <p:cNvPr id="17" name="Gleichschenkliges Dreieck 16">
            <a:extLst>
              <a:ext uri="{FF2B5EF4-FFF2-40B4-BE49-F238E27FC236}">
                <a16:creationId xmlns:a16="http://schemas.microsoft.com/office/drawing/2014/main" id="{60A98972-FD1F-CF75-33C2-619215FAC3A5}"/>
              </a:ext>
            </a:extLst>
          </p:cNvPr>
          <p:cNvSpPr/>
          <p:nvPr/>
        </p:nvSpPr>
        <p:spPr>
          <a:xfrm rot="5400000">
            <a:off x="6831014" y="3813176"/>
            <a:ext cx="733421" cy="3111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</a:pPr>
            <a:endParaRPr lang="de-DE" sz="1500" dirty="0" err="1"/>
          </a:p>
        </p:txBody>
      </p:sp>
    </p:spTree>
    <p:extLst>
      <p:ext uri="{BB962C8B-B14F-4D97-AF65-F5344CB8AC3E}">
        <p14:creationId xmlns:p14="http://schemas.microsoft.com/office/powerpoint/2010/main" val="13301735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35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8833F9E-EE7F-D42C-9979-60D59B119C08}"/>
              </a:ext>
            </a:extLst>
          </p:cNvPr>
          <p:cNvSpPr/>
          <p:nvPr/>
        </p:nvSpPr>
        <p:spPr>
          <a:xfrm>
            <a:off x="371475" y="2204673"/>
            <a:ext cx="2808289" cy="3888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19" name="Pfeil: Fünfeck 18">
            <a:extLst>
              <a:ext uri="{FF2B5EF4-FFF2-40B4-BE49-F238E27FC236}">
                <a16:creationId xmlns:a16="http://schemas.microsoft.com/office/drawing/2014/main" id="{156E5495-7C00-9F5C-B8B9-A42CA0DA029C}"/>
              </a:ext>
            </a:extLst>
          </p:cNvPr>
          <p:cNvSpPr/>
          <p:nvPr/>
        </p:nvSpPr>
        <p:spPr>
          <a:xfrm>
            <a:off x="371476" y="1844674"/>
            <a:ext cx="2879724" cy="360000"/>
          </a:xfrm>
          <a:prstGeom prst="homePlate">
            <a:avLst>
              <a:gd name="adj" fmla="val 19573"/>
            </a:avLst>
          </a:prstGeom>
          <a:solidFill>
            <a:schemeClr val="accent1"/>
          </a:solidFill>
          <a:ln>
            <a:noFill/>
          </a:ln>
        </p:spPr>
        <p:txBody>
          <a:bodyPr vert="horz" lIns="180000" tIns="0" rIns="180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8" name="Pfeil: Chevron 7">
            <a:extLst>
              <a:ext uri="{FF2B5EF4-FFF2-40B4-BE49-F238E27FC236}">
                <a16:creationId xmlns:a16="http://schemas.microsoft.com/office/drawing/2014/main" id="{B5BBB64B-7A91-BA9C-9AD9-BC58E2EC7DD4}"/>
              </a:ext>
            </a:extLst>
          </p:cNvPr>
          <p:cNvSpPr/>
          <p:nvPr/>
        </p:nvSpPr>
        <p:spPr>
          <a:xfrm>
            <a:off x="3252789" y="1844674"/>
            <a:ext cx="2879724" cy="360000"/>
          </a:xfrm>
          <a:prstGeom prst="chevron">
            <a:avLst>
              <a:gd name="adj" fmla="val 19573"/>
            </a:avLst>
          </a:prstGeom>
          <a:solidFill>
            <a:schemeClr val="accent1"/>
          </a:solidFill>
          <a:ln>
            <a:noFill/>
          </a:ln>
        </p:spPr>
        <p:txBody>
          <a:bodyPr vert="horz" lIns="108000" tIns="0" rIns="108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B44A96E-33B1-08C3-0B99-43B0FD0AAE02}"/>
              </a:ext>
            </a:extLst>
          </p:cNvPr>
          <p:cNvSpPr/>
          <p:nvPr/>
        </p:nvSpPr>
        <p:spPr>
          <a:xfrm>
            <a:off x="3251200" y="2204673"/>
            <a:ext cx="2808289" cy="3888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10" name="Pfeil: Chevron 9">
            <a:extLst>
              <a:ext uri="{FF2B5EF4-FFF2-40B4-BE49-F238E27FC236}">
                <a16:creationId xmlns:a16="http://schemas.microsoft.com/office/drawing/2014/main" id="{C6A70B35-A777-F924-E27F-D05480D13D15}"/>
              </a:ext>
            </a:extLst>
          </p:cNvPr>
          <p:cNvSpPr/>
          <p:nvPr/>
        </p:nvSpPr>
        <p:spPr>
          <a:xfrm>
            <a:off x="6130925" y="1844674"/>
            <a:ext cx="2879724" cy="360000"/>
          </a:xfrm>
          <a:prstGeom prst="chevron">
            <a:avLst>
              <a:gd name="adj" fmla="val 19573"/>
            </a:avLst>
          </a:prstGeom>
          <a:solidFill>
            <a:schemeClr val="accent1"/>
          </a:solidFill>
          <a:ln>
            <a:noFill/>
          </a:ln>
        </p:spPr>
        <p:txBody>
          <a:bodyPr vert="horz" lIns="108000" tIns="0" rIns="108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CCB3B3D-E01D-72E8-97C5-424E7F961CA6}"/>
              </a:ext>
            </a:extLst>
          </p:cNvPr>
          <p:cNvSpPr/>
          <p:nvPr/>
        </p:nvSpPr>
        <p:spPr>
          <a:xfrm>
            <a:off x="6129336" y="2204673"/>
            <a:ext cx="2808289" cy="3888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  <p:sp>
        <p:nvSpPr>
          <p:cNvPr id="20" name="Pfeil: Chevron 19">
            <a:extLst>
              <a:ext uri="{FF2B5EF4-FFF2-40B4-BE49-F238E27FC236}">
                <a16:creationId xmlns:a16="http://schemas.microsoft.com/office/drawing/2014/main" id="{E9C1C726-7C50-4504-8C1E-3836BD2C25A5}"/>
              </a:ext>
            </a:extLst>
          </p:cNvPr>
          <p:cNvSpPr/>
          <p:nvPr/>
        </p:nvSpPr>
        <p:spPr>
          <a:xfrm>
            <a:off x="9013827" y="1844674"/>
            <a:ext cx="2879724" cy="360000"/>
          </a:xfrm>
          <a:prstGeom prst="chevron">
            <a:avLst>
              <a:gd name="adj" fmla="val 19573"/>
            </a:avLst>
          </a:prstGeom>
          <a:solidFill>
            <a:schemeClr val="accent4"/>
          </a:solidFill>
          <a:ln>
            <a:noFill/>
          </a:ln>
        </p:spPr>
        <p:txBody>
          <a:bodyPr vert="horz" lIns="108000" tIns="0" rIns="108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0AD4D09-5657-1DCA-D153-74789F383F2D}"/>
              </a:ext>
            </a:extLst>
          </p:cNvPr>
          <p:cNvSpPr/>
          <p:nvPr/>
        </p:nvSpPr>
        <p:spPr>
          <a:xfrm>
            <a:off x="9012238" y="2204673"/>
            <a:ext cx="2808289" cy="38881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r>
              <a:rPr lang="de-DE" sz="1500" spc="20" dirty="0"/>
              <a:t> </a:t>
            </a: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 </a:t>
            </a:r>
            <a:r>
              <a:rPr lang="de-DE" sz="1500" spc="20" dirty="0" err="1"/>
              <a:t>consetetur</a:t>
            </a:r>
            <a:r>
              <a:rPr lang="de-DE" sz="1500" spc="20" dirty="0"/>
              <a:t> </a:t>
            </a:r>
            <a:r>
              <a:rPr lang="de-DE" sz="1500" spc="20" dirty="0" err="1"/>
              <a:t>sadipscing</a:t>
            </a:r>
            <a:endParaRPr lang="de-DE" sz="1500" spc="20" dirty="0"/>
          </a:p>
        </p:txBody>
      </p:sp>
    </p:spTree>
    <p:extLst>
      <p:ext uri="{BB962C8B-B14F-4D97-AF65-F5344CB8AC3E}">
        <p14:creationId xmlns:p14="http://schemas.microsoft.com/office/powerpoint/2010/main" val="25211002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graphicFrame>
        <p:nvGraphicFramePr>
          <p:cNvPr id="14" name="Inhaltsplatzhalter 13">
            <a:extLst>
              <a:ext uri="{FF2B5EF4-FFF2-40B4-BE49-F238E27FC236}">
                <a16:creationId xmlns:a16="http://schemas.microsoft.com/office/drawing/2014/main" id="{EE0CC89F-DFA7-8697-E384-BE327C3350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638833"/>
              </p:ext>
            </p:extLst>
          </p:nvPr>
        </p:nvGraphicFramePr>
        <p:xfrm>
          <a:off x="371475" y="1844675"/>
          <a:ext cx="5616575" cy="4248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36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EA939EF1-574D-B4F0-03C5-06A4E99605C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/>
              <a:t>Lorem</a:t>
            </a:r>
            <a:r>
              <a:rPr lang="de-DE" b="1" dirty="0"/>
              <a:t> </a:t>
            </a:r>
            <a:r>
              <a:rPr lang="de-DE" b="1" dirty="0" err="1"/>
              <a:t>ipsum</a:t>
            </a:r>
            <a:r>
              <a:rPr lang="de-DE" b="1" dirty="0"/>
              <a:t> </a:t>
            </a:r>
            <a:r>
              <a:rPr lang="de-DE" b="1" dirty="0" err="1"/>
              <a:t>dolor</a:t>
            </a:r>
            <a:r>
              <a:rPr lang="de-DE" b="1" dirty="0"/>
              <a:t> </a:t>
            </a:r>
            <a:r>
              <a:rPr lang="de-DE" b="1" dirty="0" err="1"/>
              <a:t>sit</a:t>
            </a:r>
            <a:r>
              <a:rPr lang="de-DE" b="1" dirty="0"/>
              <a:t> </a:t>
            </a:r>
            <a:r>
              <a:rPr lang="de-DE" b="1" dirty="0" err="1"/>
              <a:t>amet</a:t>
            </a:r>
            <a:r>
              <a:rPr lang="de-DE" b="1" dirty="0"/>
              <a:t>, </a:t>
            </a:r>
            <a:r>
              <a:rPr lang="de-DE" b="1" dirty="0" err="1"/>
              <a:t>consetetur</a:t>
            </a:r>
            <a:r>
              <a:rPr lang="de-DE" b="1" dirty="0"/>
              <a:t> </a:t>
            </a:r>
            <a:r>
              <a:rPr lang="de-DE" b="1" dirty="0" err="1"/>
              <a:t>sadipscing</a:t>
            </a:r>
            <a:r>
              <a:rPr lang="de-DE" b="1" dirty="0"/>
              <a:t> </a:t>
            </a:r>
            <a:r>
              <a:rPr lang="de-DE" b="1" dirty="0" err="1"/>
              <a:t>elitr</a:t>
            </a:r>
            <a:r>
              <a:rPr lang="de-DE" b="1" dirty="0"/>
              <a:t>, </a:t>
            </a:r>
            <a:br>
              <a:rPr lang="de-DE" b="1" dirty="0"/>
            </a:br>
            <a:r>
              <a:rPr lang="de-DE" b="1" dirty="0"/>
              <a:t>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nonumy</a:t>
            </a:r>
            <a:r>
              <a:rPr lang="de-DE" b="1" dirty="0"/>
              <a:t> </a:t>
            </a:r>
            <a:r>
              <a:rPr lang="de-DE" b="1" dirty="0" err="1"/>
              <a:t>eirmod</a:t>
            </a:r>
            <a:r>
              <a:rPr lang="de-DE" b="1" dirty="0"/>
              <a:t> </a:t>
            </a:r>
            <a:r>
              <a:rPr lang="de-DE" b="1" dirty="0" err="1"/>
              <a:t>tempor</a:t>
            </a:r>
            <a:r>
              <a:rPr lang="de-DE" b="1" dirty="0"/>
              <a:t> </a:t>
            </a:r>
            <a:r>
              <a:rPr lang="de-DE" b="1" dirty="0" err="1"/>
              <a:t>invidunt</a:t>
            </a:r>
            <a:r>
              <a:rPr lang="de-DE" b="1" dirty="0"/>
              <a:t> </a:t>
            </a:r>
            <a:r>
              <a:rPr lang="de-DE" b="1" dirty="0" err="1"/>
              <a:t>ut</a:t>
            </a:r>
            <a:r>
              <a:rPr lang="de-DE" b="1" dirty="0"/>
              <a:t> </a:t>
            </a:r>
            <a:r>
              <a:rPr lang="de-DE" b="1" dirty="0" err="1"/>
              <a:t>labore</a:t>
            </a:r>
            <a:r>
              <a:rPr lang="de-DE" b="1" dirty="0"/>
              <a:t> et </a:t>
            </a:r>
            <a:r>
              <a:rPr lang="de-DE" b="1" dirty="0" err="1"/>
              <a:t>dolore</a:t>
            </a:r>
            <a:r>
              <a:rPr lang="de-DE" b="1" dirty="0"/>
              <a:t> magna </a:t>
            </a:r>
            <a:r>
              <a:rPr lang="de-DE" b="1" dirty="0" err="1"/>
              <a:t>aliquyam</a:t>
            </a:r>
            <a:r>
              <a:rPr lang="de-DE" b="1" dirty="0"/>
              <a:t> erat, sed </a:t>
            </a:r>
            <a:r>
              <a:rPr lang="de-DE" b="1" dirty="0" err="1"/>
              <a:t>diam</a:t>
            </a:r>
            <a:r>
              <a:rPr lang="de-DE" b="1" dirty="0"/>
              <a:t> </a:t>
            </a:r>
            <a:r>
              <a:rPr lang="de-DE" b="1" dirty="0" err="1"/>
              <a:t>voluptua</a:t>
            </a:r>
            <a:r>
              <a:rPr lang="de-DE" b="1" dirty="0"/>
              <a:t>.</a:t>
            </a:r>
          </a:p>
          <a:p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endParaRPr lang="de-DE" dirty="0"/>
          </a:p>
          <a:p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endParaRPr lang="de-DE" dirty="0"/>
          </a:p>
          <a:p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</a:t>
            </a:r>
          </a:p>
          <a:p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032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37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graphicFrame>
        <p:nvGraphicFramePr>
          <p:cNvPr id="20" name="Inhaltsplatzhalter 13">
            <a:extLst>
              <a:ext uri="{FF2B5EF4-FFF2-40B4-BE49-F238E27FC236}">
                <a16:creationId xmlns:a16="http://schemas.microsoft.com/office/drawing/2014/main" id="{EE0CC89F-DFA7-8697-E384-BE327C3350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5583069"/>
              </p:ext>
            </p:extLst>
          </p:nvPr>
        </p:nvGraphicFramePr>
        <p:xfrm>
          <a:off x="371476" y="1844675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Inhaltsplatzhalter 13">
            <a:extLst>
              <a:ext uri="{FF2B5EF4-FFF2-40B4-BE49-F238E27FC236}">
                <a16:creationId xmlns:a16="http://schemas.microsoft.com/office/drawing/2014/main" id="{486C2F3C-D6BF-4AE9-68D9-941F9AA0ED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8868350"/>
              </p:ext>
            </p:extLst>
          </p:nvPr>
        </p:nvGraphicFramePr>
        <p:xfrm>
          <a:off x="371476" y="3982720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Inhaltsplatzhalter 13">
            <a:extLst>
              <a:ext uri="{FF2B5EF4-FFF2-40B4-BE49-F238E27FC236}">
                <a16:creationId xmlns:a16="http://schemas.microsoft.com/office/drawing/2014/main" id="{FB7260F1-D222-E99D-E49B-C92A2D4514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5460726"/>
              </p:ext>
            </p:extLst>
          </p:nvPr>
        </p:nvGraphicFramePr>
        <p:xfrm>
          <a:off x="3251200" y="1844675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" name="Inhaltsplatzhalter 13">
            <a:extLst>
              <a:ext uri="{FF2B5EF4-FFF2-40B4-BE49-F238E27FC236}">
                <a16:creationId xmlns:a16="http://schemas.microsoft.com/office/drawing/2014/main" id="{74504A15-987A-5415-0DA6-017DDEC513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066294"/>
              </p:ext>
            </p:extLst>
          </p:nvPr>
        </p:nvGraphicFramePr>
        <p:xfrm>
          <a:off x="6132513" y="1844675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Textfeld 33">
            <a:extLst>
              <a:ext uri="{FF2B5EF4-FFF2-40B4-BE49-F238E27FC236}">
                <a16:creationId xmlns:a16="http://schemas.microsoft.com/office/drawing/2014/main" id="{F096FAB6-7F87-D845-FF0A-618E4D6EC3F6}"/>
              </a:ext>
            </a:extLst>
          </p:cNvPr>
          <p:cNvSpPr txBox="1"/>
          <p:nvPr/>
        </p:nvSpPr>
        <p:spPr>
          <a:xfrm>
            <a:off x="9012238" y="1844676"/>
            <a:ext cx="2808286" cy="424497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b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tempor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invidunt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labore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magna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aliquyam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erat, 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voluptua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accusam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justo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36" name="Inhaltsplatzhalter 13">
            <a:extLst>
              <a:ext uri="{FF2B5EF4-FFF2-40B4-BE49-F238E27FC236}">
                <a16:creationId xmlns:a16="http://schemas.microsoft.com/office/drawing/2014/main" id="{84BAED64-C8D2-226F-E002-6D5B6BA67C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920352"/>
              </p:ext>
            </p:extLst>
          </p:nvPr>
        </p:nvGraphicFramePr>
        <p:xfrm>
          <a:off x="6132513" y="3982720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Inhaltsplatzhalter 13">
            <a:extLst>
              <a:ext uri="{FF2B5EF4-FFF2-40B4-BE49-F238E27FC236}">
                <a16:creationId xmlns:a16="http://schemas.microsoft.com/office/drawing/2014/main" id="{3EEFC3BC-B23F-5B2C-FD14-3679ECF635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564908"/>
              </p:ext>
            </p:extLst>
          </p:nvPr>
        </p:nvGraphicFramePr>
        <p:xfrm>
          <a:off x="3251200" y="3982720"/>
          <a:ext cx="2808288" cy="2110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046670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38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096FAB6-7F87-D845-FF0A-618E4D6EC3F6}"/>
              </a:ext>
            </a:extLst>
          </p:cNvPr>
          <p:cNvSpPr txBox="1"/>
          <p:nvPr/>
        </p:nvSpPr>
        <p:spPr>
          <a:xfrm>
            <a:off x="9012238" y="1844676"/>
            <a:ext cx="2808286" cy="424497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b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tempor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invidunt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labore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magna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aliquyam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erat, 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voluptua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accusam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justo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A4E98F81-7FC9-3297-C01D-37374ED97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609268"/>
              </p:ext>
            </p:extLst>
          </p:nvPr>
        </p:nvGraphicFramePr>
        <p:xfrm>
          <a:off x="371476" y="1844676"/>
          <a:ext cx="7848600" cy="4244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741649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39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096FAB6-7F87-D845-FF0A-618E4D6EC3F6}"/>
              </a:ext>
            </a:extLst>
          </p:cNvPr>
          <p:cNvSpPr txBox="1"/>
          <p:nvPr/>
        </p:nvSpPr>
        <p:spPr>
          <a:xfrm>
            <a:off x="9012238" y="1844676"/>
            <a:ext cx="2808286" cy="424497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b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tempor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invidunt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labore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magna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aliquyam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erat, 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voluptua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accusam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justo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A4E98F81-7FC9-3297-C01D-37374ED97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6779007"/>
              </p:ext>
            </p:extLst>
          </p:nvPr>
        </p:nvGraphicFramePr>
        <p:xfrm>
          <a:off x="371476" y="1844676"/>
          <a:ext cx="7848600" cy="4244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342027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40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096FAB6-7F87-D845-FF0A-618E4D6EC3F6}"/>
              </a:ext>
            </a:extLst>
          </p:cNvPr>
          <p:cNvSpPr txBox="1"/>
          <p:nvPr/>
        </p:nvSpPr>
        <p:spPr>
          <a:xfrm>
            <a:off x="9012238" y="1844676"/>
            <a:ext cx="2808286" cy="424497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b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1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amet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consetetur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sadipscing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elitr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nonumy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eirmod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tempor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invidunt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labore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</a:t>
            </a: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magna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aliquyam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erat, sed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voluptua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accusam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justo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duo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dolores</a:t>
            </a:r>
            <a:r>
              <a:rPr kumimoji="0" lang="de-DE" sz="15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de-DE" sz="1500" b="0" i="0" u="none" strike="noStrike" kern="1200" cap="none" spc="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</a:t>
            </a:r>
            <a:endParaRPr kumimoji="0" lang="de-DE" sz="1500" b="0" i="0" u="none" strike="noStrike" kern="1200" cap="none" spc="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A4E98F81-7FC9-3297-C01D-37374ED97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7761933"/>
              </p:ext>
            </p:extLst>
          </p:nvPr>
        </p:nvGraphicFramePr>
        <p:xfrm>
          <a:off x="371476" y="1844676"/>
          <a:ext cx="7848600" cy="4244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3781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E1CED-E052-EEC2-E52B-D8E6F18E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eine Headline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82A6E5-A51B-7DA7-113B-AA0C021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C2404-907A-C8EA-957D-12648C5E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7AC17-0C5E-4B31-A2C0-EA7FB4EE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41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CCE1971-F138-E962-DB3C-E540691F3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folgt eine Subheadline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1C4BCE6-C823-4A11-EA6A-7EC318C4E197}"/>
              </a:ext>
            </a:extLst>
          </p:cNvPr>
          <p:cNvSpPr/>
          <p:nvPr/>
        </p:nvSpPr>
        <p:spPr>
          <a:xfrm>
            <a:off x="371475" y="2276825"/>
            <a:ext cx="5688013" cy="1872000"/>
          </a:xfrm>
          <a:prstGeom prst="rect">
            <a:avLst/>
          </a:prstGeom>
          <a:solidFill>
            <a:srgbClr val="E3E3E3"/>
          </a:solidFill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b="1" spc="20" dirty="0" err="1"/>
              <a:t>Lorem</a:t>
            </a:r>
            <a:r>
              <a:rPr lang="de-DE" sz="1500" b="1" spc="20" dirty="0"/>
              <a:t> </a:t>
            </a:r>
            <a:r>
              <a:rPr lang="de-DE" sz="1500" b="1" spc="20" dirty="0" err="1"/>
              <a:t>ipsum</a:t>
            </a:r>
            <a:r>
              <a:rPr lang="de-DE" sz="1500" b="1" spc="20" dirty="0"/>
              <a:t> </a:t>
            </a:r>
            <a:r>
              <a:rPr lang="de-DE" sz="1500" b="1" spc="20" dirty="0" err="1"/>
              <a:t>dolor</a:t>
            </a:r>
            <a:r>
              <a:rPr lang="de-DE" sz="1500" b="1" spc="20" dirty="0"/>
              <a:t> </a:t>
            </a:r>
            <a:r>
              <a:rPr lang="de-DE" sz="1500" b="1" spc="20" dirty="0" err="1"/>
              <a:t>sit</a:t>
            </a:r>
            <a:r>
              <a:rPr lang="de-DE" sz="1500" b="1" spc="20" dirty="0"/>
              <a:t> </a:t>
            </a:r>
            <a:r>
              <a:rPr lang="de-DE" sz="1500" b="1" spc="20" dirty="0" err="1"/>
              <a:t>amet</a:t>
            </a:r>
            <a:r>
              <a:rPr lang="de-DE" sz="1500" b="1" spc="20" dirty="0"/>
              <a:t> </a:t>
            </a:r>
            <a:r>
              <a:rPr lang="de-DE" sz="1500" b="1" spc="20" dirty="0" err="1"/>
              <a:t>sadipscing</a:t>
            </a:r>
            <a:endParaRPr lang="de-DE" sz="1500" b="1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81A0507-FAA6-28A8-8E38-AFA5DD5BF4A9}"/>
              </a:ext>
            </a:extLst>
          </p:cNvPr>
          <p:cNvSpPr/>
          <p:nvPr/>
        </p:nvSpPr>
        <p:spPr>
          <a:xfrm>
            <a:off x="371475" y="1844674"/>
            <a:ext cx="11449049" cy="360000"/>
          </a:xfrm>
          <a:prstGeom prst="rect">
            <a:avLst/>
          </a:prstGeom>
          <a:solidFill>
            <a:schemeClr val="accent1"/>
          </a:solidFill>
        </p:spPr>
        <p:txBody>
          <a:bodyPr vert="horz" lIns="180000" tIns="0" rIns="180000" bIns="0" rtlCol="0" anchor="ctr" anchorCtr="0">
            <a:noAutofit/>
          </a:bodyPr>
          <a:lstStyle/>
          <a:p>
            <a:pPr>
              <a:lnSpc>
                <a:spcPct val="110000"/>
              </a:lnSpc>
              <a:tabLst>
                <a:tab pos="3406775" algn="r"/>
              </a:tabLst>
            </a:pPr>
            <a:r>
              <a:rPr lang="da-DK" sz="1500" b="1" spc="20" dirty="0">
                <a:solidFill>
                  <a:schemeClr val="bg1"/>
                </a:solidFill>
              </a:rPr>
              <a:t>Lorem ipsum dolor</a:t>
            </a:r>
            <a:endParaRPr lang="de-DE" sz="1500" b="1" spc="20" dirty="0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81FDD1B-5E69-6C7B-4320-A42F13C56079}"/>
              </a:ext>
            </a:extLst>
          </p:cNvPr>
          <p:cNvSpPr/>
          <p:nvPr/>
        </p:nvSpPr>
        <p:spPr>
          <a:xfrm>
            <a:off x="371475" y="4226508"/>
            <a:ext cx="5688013" cy="1872000"/>
          </a:xfrm>
          <a:prstGeom prst="rect">
            <a:avLst/>
          </a:prstGeom>
          <a:solidFill>
            <a:srgbClr val="E3E3E3"/>
          </a:solidFill>
        </p:spPr>
        <p:txBody>
          <a:bodyPr vert="horz" lIns="180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b="1" spc="20" dirty="0" err="1"/>
              <a:t>Lorem</a:t>
            </a:r>
            <a:r>
              <a:rPr lang="de-DE" sz="1500" b="1" spc="20" dirty="0"/>
              <a:t> </a:t>
            </a:r>
            <a:r>
              <a:rPr lang="de-DE" sz="1500" b="1" spc="20" dirty="0" err="1"/>
              <a:t>ipsum</a:t>
            </a:r>
            <a:r>
              <a:rPr lang="de-DE" sz="1500" b="1" spc="20" dirty="0"/>
              <a:t> </a:t>
            </a:r>
            <a:r>
              <a:rPr lang="de-DE" sz="1500" b="1" spc="20" dirty="0" err="1"/>
              <a:t>dolor</a:t>
            </a:r>
            <a:r>
              <a:rPr lang="de-DE" sz="1500" b="1" spc="20" dirty="0"/>
              <a:t> </a:t>
            </a:r>
            <a:r>
              <a:rPr lang="de-DE" sz="1500" b="1" spc="20" dirty="0" err="1"/>
              <a:t>sit</a:t>
            </a:r>
            <a:r>
              <a:rPr lang="de-DE" sz="1500" b="1" spc="20" dirty="0"/>
              <a:t> </a:t>
            </a:r>
            <a:r>
              <a:rPr lang="de-DE" sz="1500" b="1" spc="20" dirty="0" err="1"/>
              <a:t>amet</a:t>
            </a:r>
            <a:r>
              <a:rPr lang="de-DE" sz="1500" b="1" spc="20" dirty="0"/>
              <a:t> </a:t>
            </a:r>
            <a:r>
              <a:rPr lang="de-DE" sz="1500" b="1" spc="20" dirty="0" err="1"/>
              <a:t>sadipscing</a:t>
            </a:r>
            <a:endParaRPr lang="de-DE" sz="1500" b="1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6798FFF-BBCF-606A-FB69-AB417C2BFF5C}"/>
              </a:ext>
            </a:extLst>
          </p:cNvPr>
          <p:cNvSpPr/>
          <p:nvPr/>
        </p:nvSpPr>
        <p:spPr>
          <a:xfrm>
            <a:off x="6132513" y="2276825"/>
            <a:ext cx="5688011" cy="1872000"/>
          </a:xfrm>
          <a:prstGeom prst="rect">
            <a:avLst/>
          </a:prstGeom>
          <a:solidFill>
            <a:srgbClr val="E3E3E3"/>
          </a:solidFill>
        </p:spPr>
        <p:txBody>
          <a:bodyPr vert="horz" lIns="1332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b="1" spc="20" dirty="0" err="1"/>
              <a:t>Lorem</a:t>
            </a:r>
            <a:r>
              <a:rPr lang="de-DE" sz="1500" b="1" spc="20" dirty="0"/>
              <a:t> </a:t>
            </a:r>
            <a:r>
              <a:rPr lang="de-DE" sz="1500" b="1" spc="20" dirty="0" err="1"/>
              <a:t>ipsum</a:t>
            </a:r>
            <a:r>
              <a:rPr lang="de-DE" sz="1500" b="1" spc="20" dirty="0"/>
              <a:t> </a:t>
            </a:r>
            <a:r>
              <a:rPr lang="de-DE" sz="1500" b="1" spc="20" dirty="0" err="1"/>
              <a:t>dolor</a:t>
            </a:r>
            <a:r>
              <a:rPr lang="de-DE" sz="1500" b="1" spc="20" dirty="0"/>
              <a:t> </a:t>
            </a:r>
            <a:r>
              <a:rPr lang="de-DE" sz="1500" b="1" spc="20" dirty="0" err="1"/>
              <a:t>sit</a:t>
            </a:r>
            <a:r>
              <a:rPr lang="de-DE" sz="1500" b="1" spc="20" dirty="0"/>
              <a:t> </a:t>
            </a:r>
            <a:r>
              <a:rPr lang="de-DE" sz="1500" b="1" spc="20" dirty="0" err="1"/>
              <a:t>amet</a:t>
            </a:r>
            <a:r>
              <a:rPr lang="de-DE" sz="1500" b="1" spc="20" dirty="0"/>
              <a:t> </a:t>
            </a:r>
            <a:r>
              <a:rPr lang="de-DE" sz="1500" b="1" spc="20" dirty="0" err="1"/>
              <a:t>sadipscing</a:t>
            </a:r>
            <a:endParaRPr lang="de-DE" sz="1500" b="1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25DD572-E868-0462-D2AA-946C49AB06E5}"/>
              </a:ext>
            </a:extLst>
          </p:cNvPr>
          <p:cNvSpPr/>
          <p:nvPr/>
        </p:nvSpPr>
        <p:spPr>
          <a:xfrm>
            <a:off x="6132513" y="4226508"/>
            <a:ext cx="5688011" cy="1872000"/>
          </a:xfrm>
          <a:prstGeom prst="rect">
            <a:avLst/>
          </a:prstGeom>
          <a:solidFill>
            <a:srgbClr val="E3E3E3"/>
          </a:solidFill>
        </p:spPr>
        <p:txBody>
          <a:bodyPr vert="horz" lIns="1332000" tIns="144000" rIns="180000" bIns="144000" rtlCol="0" anchor="t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de-DE" sz="1500" b="1" spc="20" dirty="0" err="1"/>
              <a:t>Lorem</a:t>
            </a:r>
            <a:r>
              <a:rPr lang="de-DE" sz="1500" b="1" spc="20" dirty="0"/>
              <a:t> </a:t>
            </a:r>
            <a:r>
              <a:rPr lang="de-DE" sz="1500" b="1" spc="20" dirty="0" err="1"/>
              <a:t>ipsum</a:t>
            </a:r>
            <a:r>
              <a:rPr lang="de-DE" sz="1500" b="1" spc="20" dirty="0"/>
              <a:t> </a:t>
            </a:r>
            <a:r>
              <a:rPr lang="de-DE" sz="1500" b="1" spc="20" dirty="0" err="1"/>
              <a:t>dolor</a:t>
            </a:r>
            <a:r>
              <a:rPr lang="de-DE" sz="1500" b="1" spc="20" dirty="0"/>
              <a:t> </a:t>
            </a:r>
            <a:r>
              <a:rPr lang="de-DE" sz="1500" b="1" spc="20" dirty="0" err="1"/>
              <a:t>sit</a:t>
            </a:r>
            <a:r>
              <a:rPr lang="de-DE" sz="1500" b="1" spc="20" dirty="0"/>
              <a:t> </a:t>
            </a:r>
            <a:r>
              <a:rPr lang="de-DE" sz="1500" b="1" spc="20" dirty="0" err="1"/>
              <a:t>amet</a:t>
            </a:r>
            <a:r>
              <a:rPr lang="de-DE" sz="1500" b="1" spc="20" dirty="0"/>
              <a:t> </a:t>
            </a:r>
            <a:r>
              <a:rPr lang="de-DE" sz="1500" b="1" spc="20" dirty="0" err="1"/>
              <a:t>sadipscing</a:t>
            </a:r>
            <a:endParaRPr lang="de-DE" sz="1500" b="1" spc="20" dirty="0"/>
          </a:p>
          <a:p>
            <a:pPr>
              <a:lnSpc>
                <a:spcPct val="110000"/>
              </a:lnSpc>
            </a:pP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Elitr</a:t>
            </a:r>
            <a:r>
              <a:rPr lang="de-DE" sz="1500" spc="20" dirty="0"/>
              <a:t>, sed </a:t>
            </a: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Lorem</a:t>
            </a:r>
            <a:r>
              <a:rPr lang="de-DE" sz="1500" spc="20" dirty="0"/>
              <a:t> </a:t>
            </a:r>
            <a:r>
              <a:rPr lang="de-DE" sz="1500" spc="20" dirty="0" err="1"/>
              <a:t>ipsum</a:t>
            </a:r>
            <a:r>
              <a:rPr lang="de-DE" sz="1500" spc="20" dirty="0"/>
              <a:t> </a:t>
            </a:r>
            <a:r>
              <a:rPr lang="de-DE" sz="1500" spc="20" dirty="0" err="1"/>
              <a:t>dolor</a:t>
            </a:r>
            <a:r>
              <a:rPr lang="de-DE" sz="1500" spc="20" dirty="0"/>
              <a:t> </a:t>
            </a:r>
            <a:r>
              <a:rPr lang="de-DE" sz="1500" spc="20" dirty="0" err="1"/>
              <a:t>sit</a:t>
            </a:r>
            <a:r>
              <a:rPr lang="de-DE" sz="1500" spc="20" dirty="0"/>
              <a:t> </a:t>
            </a:r>
            <a:r>
              <a:rPr lang="de-DE" sz="1500" spc="20" dirty="0" err="1"/>
              <a:t>amet</a:t>
            </a:r>
            <a:r>
              <a:rPr lang="de-DE" sz="1500" spc="20" dirty="0"/>
              <a:t>, </a:t>
            </a:r>
            <a:r>
              <a:rPr lang="de-DE" sz="1500" spc="20" dirty="0" err="1"/>
              <a:t>consetetur</a:t>
            </a:r>
            <a:endParaRPr lang="de-DE" sz="1500" spc="20" dirty="0"/>
          </a:p>
          <a:p>
            <a:pPr marL="180975" indent="-180975">
              <a:lnSpc>
                <a:spcPct val="110000"/>
              </a:lnSpc>
              <a:buFont typeface="Arial" panose="020B0604020202020204" pitchFamily="34" charset="0"/>
              <a:buChar char="–"/>
            </a:pPr>
            <a:r>
              <a:rPr lang="de-DE" sz="1500" spc="20" dirty="0" err="1"/>
              <a:t>Diam</a:t>
            </a:r>
            <a:r>
              <a:rPr lang="de-DE" sz="1500" spc="20" dirty="0"/>
              <a:t> </a:t>
            </a:r>
            <a:r>
              <a:rPr lang="de-DE" sz="1500" spc="20" dirty="0" err="1"/>
              <a:t>nonumy</a:t>
            </a:r>
            <a:r>
              <a:rPr lang="de-DE" sz="1500" spc="20" dirty="0"/>
              <a:t> </a:t>
            </a:r>
            <a:r>
              <a:rPr lang="de-DE" sz="1500" spc="20" dirty="0" err="1"/>
              <a:t>eirmod</a:t>
            </a:r>
            <a:r>
              <a:rPr lang="de-DE" sz="1500" spc="20" dirty="0"/>
              <a:t> </a:t>
            </a:r>
            <a:r>
              <a:rPr lang="de-DE" sz="1500" spc="20" dirty="0" err="1"/>
              <a:t>tempor</a:t>
            </a:r>
            <a:r>
              <a:rPr lang="de-DE" sz="1500" spc="20" dirty="0"/>
              <a:t> </a:t>
            </a:r>
            <a:r>
              <a:rPr lang="de-DE" sz="1500" spc="20" dirty="0" err="1"/>
              <a:t>invidunt</a:t>
            </a:r>
            <a:endParaRPr lang="de-DE" sz="1500" spc="20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6793D2D-85AB-FB35-C401-89748DD885BC}"/>
              </a:ext>
            </a:extLst>
          </p:cNvPr>
          <p:cNvSpPr/>
          <p:nvPr/>
        </p:nvSpPr>
        <p:spPr>
          <a:xfrm>
            <a:off x="5021414" y="3113080"/>
            <a:ext cx="2149174" cy="2149174"/>
          </a:xfrm>
          <a:prstGeom prst="ellipse">
            <a:avLst/>
          </a:prstGeom>
          <a:solidFill>
            <a:schemeClr val="accent4"/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 anchorCtr="0">
            <a:noAutofit/>
          </a:bodyPr>
          <a:lstStyle/>
          <a:p>
            <a:pPr algn="ctr">
              <a:lnSpc>
                <a:spcPct val="110000"/>
              </a:lnSpc>
              <a:tabLst>
                <a:tab pos="3406775" algn="r"/>
              </a:tabLst>
            </a:pPr>
            <a:r>
              <a:rPr lang="de-DE" sz="2000" b="1" spc="20" dirty="0">
                <a:solidFill>
                  <a:schemeClr val="bg1"/>
                </a:solidFill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77880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F0E1D-5191-8F4E-9010-760693F1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E8B389-C301-037E-FA22-49FB3C3D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A86B56-FB11-9752-441B-D1CA3DD3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07FFBE-69B5-9D3C-EACB-8F9A85D4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42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F39AAC3-50FC-72E1-54CD-A89F18A460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Name Nachname</a:t>
            </a:r>
          </a:p>
          <a:p>
            <a:r>
              <a:rPr lang="de-DE" dirty="0"/>
              <a:t>Funktion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57698E8-45FC-A3A2-711A-37049D464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Hochschule Mainz</a:t>
            </a:r>
          </a:p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</a:t>
            </a:r>
          </a:p>
          <a:p>
            <a:r>
              <a:rPr lang="de-DE" dirty="0"/>
              <a:t>Lucy-Hillebrand-Str. 2</a:t>
            </a:r>
          </a:p>
          <a:p>
            <a:r>
              <a:rPr lang="de-DE" dirty="0"/>
              <a:t>55128 Mainz, Germany</a:t>
            </a:r>
          </a:p>
          <a:p>
            <a:endParaRPr lang="de-DE" dirty="0"/>
          </a:p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  <a:p>
            <a:r>
              <a:rPr lang="de-DE" dirty="0"/>
              <a:t>W hs-mainz.de</a:t>
            </a:r>
          </a:p>
        </p:txBody>
      </p:sp>
      <p:pic>
        <p:nvPicPr>
          <p:cNvPr id="17" name="Bildplatzhalter 16">
            <a:extLst>
              <a:ext uri="{FF2B5EF4-FFF2-40B4-BE49-F238E27FC236}">
                <a16:creationId xmlns:a16="http://schemas.microsoft.com/office/drawing/2014/main" id="{2AD9D37F-3998-2091-88F3-CB3496D4685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64" r="64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15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F0E1D-5191-8F4E-9010-760693F1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E8B389-C301-037E-FA22-49FB3C3D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A86B56-FB11-9752-441B-D1CA3DD3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07FFBE-69B5-9D3C-EACB-8F9A85D4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43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F39AAC3-50FC-72E1-54CD-A89F18A460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Name Nachname</a:t>
            </a:r>
          </a:p>
          <a:p>
            <a:r>
              <a:rPr lang="de-DE" dirty="0"/>
              <a:t>Funktion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57698E8-45FC-A3A2-711A-37049D464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Hochschule Mainz</a:t>
            </a:r>
          </a:p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</a:t>
            </a:r>
          </a:p>
          <a:p>
            <a:r>
              <a:rPr lang="de-DE" dirty="0"/>
              <a:t>Lucy-Hillebrand-Str. 2</a:t>
            </a:r>
          </a:p>
          <a:p>
            <a:r>
              <a:rPr lang="de-DE" dirty="0"/>
              <a:t>55128 Mainz, Germany</a:t>
            </a:r>
          </a:p>
          <a:p>
            <a:endParaRPr lang="de-DE" dirty="0"/>
          </a:p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  <a:p>
            <a:r>
              <a:rPr lang="de-DE" dirty="0"/>
              <a:t>W hs-mainz.de</a:t>
            </a:r>
          </a:p>
        </p:txBody>
      </p:sp>
      <p:pic>
        <p:nvPicPr>
          <p:cNvPr id="11" name="Bildplatzhalter 16">
            <a:extLst>
              <a:ext uri="{FF2B5EF4-FFF2-40B4-BE49-F238E27FC236}">
                <a16:creationId xmlns:a16="http://schemas.microsoft.com/office/drawing/2014/main" id="{F75918C8-BDCF-2DCF-C2E1-8D6B511F895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64" r="64"/>
          <a:stretch>
            <a:fillRect/>
          </a:stretch>
        </p:blipFill>
        <p:spPr>
          <a:xfrm>
            <a:off x="6132513" y="1905000"/>
            <a:ext cx="3527425" cy="418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08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F0E1D-5191-8F4E-9010-760693F1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E8B389-C301-037E-FA22-49FB3C3D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A86B56-FB11-9752-441B-D1CA3DD3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07FFBE-69B5-9D3C-EACB-8F9A85D4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44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F39AAC3-50FC-72E1-54CD-A89F18A460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Name Nachname</a:t>
            </a:r>
          </a:p>
          <a:p>
            <a:r>
              <a:rPr lang="de-DE" dirty="0"/>
              <a:t>Funktion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57698E8-45FC-A3A2-711A-37049D464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Hochschule Mainz</a:t>
            </a:r>
          </a:p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</a:t>
            </a:r>
          </a:p>
          <a:p>
            <a:r>
              <a:rPr lang="de-DE" dirty="0"/>
              <a:t>Lucy-Hillebrand-Str. 2</a:t>
            </a:r>
          </a:p>
          <a:p>
            <a:r>
              <a:rPr lang="de-DE" dirty="0"/>
              <a:t>55128 Mainz, Germany</a:t>
            </a:r>
          </a:p>
          <a:p>
            <a:endParaRPr lang="de-DE" dirty="0"/>
          </a:p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  <a:p>
            <a:r>
              <a:rPr lang="de-DE" dirty="0"/>
              <a:t>W hs-mainz.de</a:t>
            </a:r>
          </a:p>
        </p:txBody>
      </p:sp>
      <p:pic>
        <p:nvPicPr>
          <p:cNvPr id="10" name="Bildplatzhalter 16">
            <a:extLst>
              <a:ext uri="{FF2B5EF4-FFF2-40B4-BE49-F238E27FC236}">
                <a16:creationId xmlns:a16="http://schemas.microsoft.com/office/drawing/2014/main" id="{F8F4CCE0-BADE-157D-1A6A-95AE7CAD207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18953" b="18953"/>
          <a:stretch>
            <a:fillRect/>
          </a:stretch>
        </p:blipFill>
        <p:spPr>
          <a:xfrm>
            <a:off x="6132513" y="1905000"/>
            <a:ext cx="5688012" cy="418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778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F0E1D-5191-8F4E-9010-760693F1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E8B389-C301-037E-FA22-49FB3C3D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A86B56-FB11-9752-441B-D1CA3DD3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07FFBE-69B5-9D3C-EACB-8F9A85D4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45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F39AAC3-50FC-72E1-54CD-A89F18A460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Name Nachname</a:t>
            </a:r>
          </a:p>
          <a:p>
            <a:r>
              <a:rPr lang="de-DE" dirty="0"/>
              <a:t>Funktion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57698E8-45FC-A3A2-711A-37049D464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Hochschule Mainz</a:t>
            </a:r>
          </a:p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</a:t>
            </a:r>
          </a:p>
          <a:p>
            <a:r>
              <a:rPr lang="de-DE" dirty="0"/>
              <a:t>Lucy-Hillebrand-Str. 2</a:t>
            </a:r>
          </a:p>
          <a:p>
            <a:r>
              <a:rPr lang="de-DE" dirty="0"/>
              <a:t>55128 Mainz, Germany</a:t>
            </a:r>
          </a:p>
          <a:p>
            <a:endParaRPr lang="de-DE" dirty="0"/>
          </a:p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  <a:p>
            <a:r>
              <a:rPr lang="de-DE" dirty="0"/>
              <a:t>W hs-mainz.de</a:t>
            </a:r>
          </a:p>
        </p:txBody>
      </p:sp>
      <p:pic>
        <p:nvPicPr>
          <p:cNvPr id="10" name="Bildplatzhalter 16">
            <a:extLst>
              <a:ext uri="{FF2B5EF4-FFF2-40B4-BE49-F238E27FC236}">
                <a16:creationId xmlns:a16="http://schemas.microsoft.com/office/drawing/2014/main" id="{873A7A23-BEF0-749A-BDBD-45CBC7C5D52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18953" b="18953"/>
          <a:stretch>
            <a:fillRect/>
          </a:stretch>
        </p:blipFill>
        <p:spPr>
          <a:xfrm>
            <a:off x="6132513" y="1905000"/>
            <a:ext cx="5688012" cy="418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747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ABACDD-35D1-C290-E4BF-219D4C61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694DA21-CA36-08CE-E8F7-572D5978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637E37-6A34-C896-FEEE-7D0E20338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FAC502-BD42-67AF-6862-38C28D95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46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BFC5CED-4C0E-506C-22BB-B5F22D86B8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Name Nachname</a:t>
            </a:r>
          </a:p>
          <a:p>
            <a:r>
              <a:rPr lang="de-DE" dirty="0"/>
              <a:t>Funktion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105F31-3ED1-8943-728F-65019E4501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9B33A15-FB43-A686-5ED7-ED70F9A66A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46CA14F-AF4B-4D2A-F948-D2D614021A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8D729C06-E8A5-856D-B4D3-5DF324CFBA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F8F2847-A19D-C82F-8A8B-9EE98604A4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B6918436-59E7-D29E-4C98-EB48B6536D4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C3978D78-AB6B-394A-6253-8A60DC62F5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BC4963B5-4FE9-0064-3D13-639581BBC97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26" name="Bildplatzhalter 25">
            <a:extLst>
              <a:ext uri="{FF2B5EF4-FFF2-40B4-BE49-F238E27FC236}">
                <a16:creationId xmlns:a16="http://schemas.microsoft.com/office/drawing/2014/main" id="{8559237A-A743-4FEE-9043-05AD57B346E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E6657AB6-06FB-D59D-CBDB-F72E61B06B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B6505CB8-8E45-91CC-9338-0C185D0F1A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54BCF6B6-4A5B-D349-F17B-424873EC032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64844-53B1-FC34-7E3A-D45F78CB3D6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0" name="Bildplatzhalter 16">
            <a:extLst>
              <a:ext uri="{FF2B5EF4-FFF2-40B4-BE49-F238E27FC236}">
                <a16:creationId xmlns:a16="http://schemas.microsoft.com/office/drawing/2014/main" id="{C2700C2C-1116-DB16-AE77-41557F60D6C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303" r="303"/>
          <a:stretch>
            <a:fillRect/>
          </a:stretch>
        </p:blipFill>
        <p:spPr>
          <a:xfrm>
            <a:off x="371475" y="3429000"/>
            <a:ext cx="2232025" cy="266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943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ABACDD-35D1-C290-E4BF-219D4C61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694DA21-CA36-08CE-E8F7-572D5978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Titel der Präsentation | 00.00.2024 (Eingabe über "Einfügen &gt; Kopf- und Fußzeile")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637E37-6A34-C896-FEEE-7D0E20338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Abteilung | Department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FAC502-BD42-67AF-6862-38C28D95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47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BFC5CED-4C0E-506C-22BB-B5F22D86B8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105F31-3ED1-8943-728F-65019E4501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9B33A15-FB43-A686-5ED7-ED70F9A66A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46CA14F-AF4B-4D2A-F948-D2D614021A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8D729C06-E8A5-856D-B4D3-5DF324CFBA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F8F2847-A19D-C82F-8A8B-9EE98604A4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D4085C98-3265-50A3-72FD-5D5732D8BA7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C3978D78-AB6B-394A-6253-8A60DC62F5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BC4963B5-4FE9-0064-3D13-639581BBC97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DC02E1E4-54A7-D709-9CC9-9092FDEA28B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E6657AB6-06FB-D59D-CBDB-F72E61B06B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/>
              <a:t>Name Nachname</a:t>
            </a:r>
          </a:p>
          <a:p>
            <a:r>
              <a:rPr lang="de-DE"/>
              <a:t>Funktion</a:t>
            </a:r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B6505CB8-8E45-91CC-9338-0C185D0F1A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T +49 6131 628-0000</a:t>
            </a:r>
          </a:p>
          <a:p>
            <a:r>
              <a:rPr lang="de-DE" dirty="0"/>
              <a:t>E vorname.name@hs-mainz.de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ECEADD91-B8E7-6ADB-775E-1FDBE8453B2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3AD352CD-ACAA-C194-4B35-89D46FD5D5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3" name="Bildplatzhalter 16">
            <a:extLst>
              <a:ext uri="{FF2B5EF4-FFF2-40B4-BE49-F238E27FC236}">
                <a16:creationId xmlns:a16="http://schemas.microsoft.com/office/drawing/2014/main" id="{E52B697F-8A00-5A56-734B-3BCC2EDE6CE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303" r="303"/>
          <a:stretch>
            <a:fillRect/>
          </a:stretch>
        </p:blipFill>
        <p:spPr>
          <a:xfrm>
            <a:off x="371475" y="3429000"/>
            <a:ext cx="2232025" cy="266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17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2E9A991-2D74-3AC1-75D4-781605B3B7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11337" y="1844676"/>
            <a:ext cx="8569325" cy="593724"/>
          </a:xfrm>
        </p:spPr>
        <p:txBody>
          <a:bodyPr/>
          <a:lstStyle/>
          <a:p>
            <a:r>
              <a:rPr lang="de-DE" dirty="0"/>
              <a:t>Hochschule Mainz</a:t>
            </a:r>
          </a:p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Applied Sciences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2EA3673-DF69-A206-8907-416A9F5480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>
                <a:latin typeface="SimpleStd" panose="02000509030000020003" pitchFamily="49" charset="0"/>
              </a:rPr>
              <a:t>Lucy-Hillebrand-Str. 2</a:t>
            </a:r>
          </a:p>
          <a:p>
            <a:r>
              <a:rPr lang="de-DE" dirty="0">
                <a:latin typeface="SimpleStd" panose="02000509030000020003" pitchFamily="49" charset="0"/>
              </a:rPr>
              <a:t>55128 Mainz, Germany</a:t>
            </a:r>
          </a:p>
          <a:p>
            <a:endParaRPr lang="de-DE" dirty="0">
              <a:latin typeface="SimpleStd" panose="02000509030000020003" pitchFamily="49" charset="0"/>
            </a:endParaRPr>
          </a:p>
          <a:p>
            <a:r>
              <a:rPr lang="de-DE" dirty="0">
                <a:latin typeface="SimpleStd" panose="02000509030000020003" pitchFamily="49" charset="0"/>
              </a:rPr>
              <a:t>T +49 6131 628-0</a:t>
            </a:r>
          </a:p>
          <a:p>
            <a:r>
              <a:rPr lang="de-DE" dirty="0">
                <a:latin typeface="SimpleStd" panose="02000509030000020003" pitchFamily="49" charset="0"/>
              </a:rPr>
              <a:t>E kontakt@hs-mainz.de</a:t>
            </a:r>
          </a:p>
          <a:p>
            <a:r>
              <a:rPr lang="de-DE" dirty="0">
                <a:latin typeface="SimpleStd" panose="02000509030000020003" pitchFamily="49" charset="0"/>
              </a:rPr>
              <a:t>W hs-mainz.de</a:t>
            </a:r>
          </a:p>
        </p:txBody>
      </p:sp>
    </p:spTree>
    <p:extLst>
      <p:ext uri="{BB962C8B-B14F-4D97-AF65-F5344CB8AC3E}">
        <p14:creationId xmlns:p14="http://schemas.microsoft.com/office/powerpoint/2010/main" val="21023901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Vielen Dank für</a:t>
            </a:r>
            <a:br>
              <a:rPr lang="de-DE" dirty="0"/>
            </a:br>
            <a:r>
              <a:rPr lang="de-DE" dirty="0"/>
              <a:t>Ihre Aufmerksamkeit.</a:t>
            </a:r>
            <a:endParaRPr lang="de-DE" dirty="0">
              <a:latin typeface="SimpleStd" panose="020005090300000200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1190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Vielen Dank für</a:t>
            </a:r>
            <a:br>
              <a:rPr lang="de-DE" dirty="0"/>
            </a:br>
            <a:r>
              <a:rPr lang="de-DE" dirty="0"/>
              <a:t>Ihre Aufmerksamkeit.</a:t>
            </a:r>
            <a:endParaRPr lang="de-DE" dirty="0">
              <a:latin typeface="SimpleStd" panose="020005090300000200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4811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547D-8CBB-8ACB-31AF-73EA6E1B3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/>
          <a:lstStyle/>
          <a:p>
            <a:r>
              <a:rPr lang="de-DE" dirty="0"/>
              <a:t>Vielen Dank für</a:t>
            </a:r>
            <a:br>
              <a:rPr lang="de-DE" dirty="0"/>
            </a:br>
            <a:r>
              <a:rPr lang="de-DE" dirty="0"/>
              <a:t>Ihre Aufmerksamkeit.</a:t>
            </a:r>
            <a:endParaRPr lang="de-DE" dirty="0">
              <a:latin typeface="SimpleStd" panose="020005090300000200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81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9736C4A4-A030-CEBA-F2DC-08C842CDB19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DF0105D-60C4-73E7-C9B6-5E2EA2ECB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11099800" y="381233"/>
            <a:ext cx="720725" cy="663322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925ABA6-26FD-900A-DD96-DC348A6CF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71475" y="6188863"/>
            <a:ext cx="1200149" cy="317843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22602B7-0830-69A0-470B-FB0F100B4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71475" y="383380"/>
            <a:ext cx="1368426" cy="470893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2CC818A-10C8-2E4B-99BC-82E0B585B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/>
          <a:lstStyle/>
          <a:p>
            <a:r>
              <a:rPr lang="de-DE" dirty="0"/>
              <a:t>Vielen Dank für</a:t>
            </a:r>
            <a:br>
              <a:rPr lang="de-DE" dirty="0"/>
            </a:br>
            <a:r>
              <a:rPr lang="de-DE" dirty="0"/>
              <a:t>Ihre Aufmerksamkeit.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A1C32E4-23CE-259B-A132-66DDA9857D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2076450" y="379413"/>
            <a:ext cx="782638" cy="287337"/>
          </a:xfrm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4294230"/>
      </p:ext>
    </p:extLst>
  </p:cSld>
  <p:clrMapOvr>
    <a:masterClrMapping/>
  </p:clrMapOvr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Loomans</dc:creator>
  <cp:lastModifiedBy>Dirk Loomans</cp:lastModifiedBy>
  <cp:revision>1</cp:revision>
  <dcterms:created xsi:type="dcterms:W3CDTF">2026-08-19T13:52:30Z</dcterms:created>
  <dcterms:modified xsi:type="dcterms:W3CDTF">2026-08-19T14:02:49Z</dcterms:modified>
</cp:coreProperties>
</file>