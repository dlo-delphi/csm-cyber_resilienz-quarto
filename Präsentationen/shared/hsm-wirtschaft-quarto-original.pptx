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28" r:id="rId2"/>
    <p:sldId id="332" r:id="rId3"/>
    <p:sldId id="330" r:id="rId4"/>
    <p:sldId id="381" r:id="rId5"/>
    <p:sldId id="354" r:id="rId6"/>
    <p:sldId id="320" r:id="rId7"/>
    <p:sldId id="322" r:id="rId8"/>
    <p:sldId id="321" r:id="rId9"/>
    <p:sldId id="355" r:id="rId10"/>
    <p:sldId id="356" r:id="rId11"/>
    <p:sldId id="357" r:id="rId12"/>
    <p:sldId id="358" r:id="rId13"/>
    <p:sldId id="349" r:id="rId14"/>
    <p:sldId id="350" r:id="rId15"/>
    <p:sldId id="351" r:id="rId16"/>
    <p:sldId id="315" r:id="rId17"/>
    <p:sldId id="319" r:id="rId18"/>
    <p:sldId id="318" r:id="rId19"/>
    <p:sldId id="317" r:id="rId20"/>
    <p:sldId id="316" r:id="rId21"/>
    <p:sldId id="323" r:id="rId22"/>
    <p:sldId id="324" r:id="rId23"/>
    <p:sldId id="325" r:id="rId24"/>
    <p:sldId id="326" r:id="rId25"/>
    <p:sldId id="327" r:id="rId26"/>
    <p:sldId id="342" r:id="rId27"/>
    <p:sldId id="343" r:id="rId28"/>
    <p:sldId id="344" r:id="rId29"/>
    <p:sldId id="345" r:id="rId30"/>
    <p:sldId id="346" r:id="rId31"/>
    <p:sldId id="339" r:id="rId32"/>
    <p:sldId id="340" r:id="rId33"/>
    <p:sldId id="341" r:id="rId34"/>
    <p:sldId id="371" r:id="rId35"/>
    <p:sldId id="372" r:id="rId36"/>
    <p:sldId id="375" r:id="rId37"/>
    <p:sldId id="376" r:id="rId38"/>
    <p:sldId id="377" r:id="rId39"/>
    <p:sldId id="378" r:id="rId40"/>
    <p:sldId id="379" r:id="rId41"/>
    <p:sldId id="380" r:id="rId42"/>
    <p:sldId id="335" r:id="rId43"/>
    <p:sldId id="336" r:id="rId44"/>
    <p:sldId id="337" r:id="rId45"/>
    <p:sldId id="338" r:id="rId46"/>
    <p:sldId id="347" r:id="rId47"/>
    <p:sldId id="348" r:id="rId48"/>
    <p:sldId id="334" r:id="rId49"/>
    <p:sldId id="331" r:id="rId50"/>
    <p:sldId id="333" r:id="rId51"/>
    <p:sldId id="329" r:id="rId52"/>
    <p:sldId id="353" r:id="rId5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674EE-EF24-47CE-8DCE-21FFE711B96A}" v="2" dt="2026-08-19T13:55:20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rk Loomans" userId="92106139147eebaf" providerId="LiveId" clId="{FEA249F7-A012-4DAC-B0A3-7CF96BCDB8EB}"/>
    <pc:docChg chg="modMainMaster">
      <pc:chgData name="Dirk Loomans" userId="92106139147eebaf" providerId="LiveId" clId="{FEA249F7-A012-4DAC-B0A3-7CF96BCDB8EB}" dt="2026-08-19T13:55:20.436" v="1"/>
      <pc:docMkLst>
        <pc:docMk/>
      </pc:docMkLst>
      <pc:sldMasterChg chg="modSldLayout">
        <pc:chgData name="Dirk Loomans" userId="92106139147eebaf" providerId="LiveId" clId="{FEA249F7-A012-4DAC-B0A3-7CF96BCDB8EB}" dt="2026-08-19T13:55:20.436" v="1"/>
        <pc:sldMasterMkLst>
          <pc:docMk/>
          <pc:sldMasterMk cId="3821520776" sldId="2147483648"/>
        </pc:sldMasterMkLst>
        <pc:sldLayoutChg chg="addSp delSp modSp">
          <pc:chgData name="Dirk Loomans" userId="92106139147eebaf" providerId="LiveId" clId="{FEA249F7-A012-4DAC-B0A3-7CF96BCDB8EB}" dt="2026-08-19T13:55:20.436" v="1"/>
          <pc:sldLayoutMkLst>
            <pc:docMk/>
            <pc:sldMasterMk cId="3821520776" sldId="2147483648"/>
            <pc:sldLayoutMk cId="2724419346" sldId="2147483655"/>
          </pc:sldLayoutMkLst>
          <pc:spChg chg="add del mod">
            <ac:chgData name="Dirk Loomans" userId="92106139147eebaf" providerId="LiveId" clId="{FEA249F7-A012-4DAC-B0A3-7CF96BCDB8EB}" dt="2026-08-19T13:55:20.436" v="1"/>
            <ac:spMkLst>
              <pc:docMk/>
              <pc:sldMasterMk cId="3821520776" sldId="2147483648"/>
              <pc:sldLayoutMk cId="2724419346" sldId="2147483655"/>
              <ac:spMk id="2" creationId="{544F01A9-56DF-7D0B-6163-D9E5BD7C47EC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sit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amet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578575021254055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82-43FB-A8D5-5B684F1F63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82-43FB-A8D5-5B684F1F63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82-43FB-A8D5-5B684F1F63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82-43FB-A8D5-5B684F1F63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5B-4228-8328-BFF0EAAE55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Lorem</c:v>
                </c:pt>
                <c:pt idx="1">
                  <c:v>Ipsum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DB6-46CF-A86C-183E9833D91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Tabelle1!$A$2:$A$6</c:f>
              <c:strCache>
                <c:ptCount val="5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  <c:pt idx="4">
                  <c:v>Nonumy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Tabelle1!$A$2:$A$4</c:f>
              <c:strCache>
                <c:ptCount val="3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4A5-48D4-9BCC-818888BEEC5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4A5-48D4-9BCC-818888BEEC50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3CD6-437A-B669-645EBC9033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Tabelle1!$A$2:$A$8</c:f>
              <c:strCache>
                <c:ptCount val="7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  <c:pt idx="4">
                  <c:v>Nonumy</c:v>
                </c:pt>
                <c:pt idx="5">
                  <c:v>Vero</c:v>
                </c:pt>
                <c:pt idx="6">
                  <c:v>Sum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4A5-48D4-9BCC-818888BEEC5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4A5-48D4-9BCC-818888BEEC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  <c:pt idx="4">
                  <c:v>Nonumy</c:v>
                </c:pt>
                <c:pt idx="5">
                  <c:v>Vero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33995871875101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4711540911754955E-2"/>
          <c:y val="0.11349306579806279"/>
          <c:w val="0.96528845908824501"/>
          <c:h val="0.735931653746678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84-4EAC-9940-C71BA9A1D97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84-4EAC-9940-C71BA9A1D97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Dolor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84-4EAC-9940-C71BA9A1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7517632"/>
        <c:axId val="2007518592"/>
      </c:barChart>
      <c:catAx>
        <c:axId val="200751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8592"/>
        <c:crosses val="autoZero"/>
        <c:auto val="1"/>
        <c:lblAlgn val="ctr"/>
        <c:lblOffset val="100"/>
        <c:noMultiLvlLbl val="0"/>
      </c:catAx>
      <c:valAx>
        <c:axId val="200751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001057513441888"/>
          <c:y val="0.94895067648251241"/>
          <c:w val="0.23668424942027877"/>
          <c:h val="5.1049323517487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33995871875101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4711540911754955E-2"/>
          <c:y val="0.11349306579806279"/>
          <c:w val="0.96528845908824501"/>
          <c:h val="0.7359316537466786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84-4EAC-9940-C71BA9A1D97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chemeClr val="accent3"/>
            </a:solidFill>
            <a:ln w="9525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84-4EAC-9940-C71BA9A1D97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Dolor</c:v>
                </c:pt>
              </c:strCache>
            </c:strRef>
          </c:tx>
          <c:spPr>
            <a:solidFill>
              <a:schemeClr val="accent4"/>
            </a:solidFill>
            <a:ln w="9525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84-4EAC-9940-C71BA9A1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007517632"/>
        <c:axId val="2007518592"/>
      </c:barChart>
      <c:catAx>
        <c:axId val="200751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8592"/>
        <c:crosses val="autoZero"/>
        <c:auto val="1"/>
        <c:lblAlgn val="ctr"/>
        <c:lblOffset val="100"/>
        <c:noMultiLvlLbl val="0"/>
      </c:catAx>
      <c:valAx>
        <c:axId val="200751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001057513441888"/>
          <c:y val="0.94895067648251241"/>
          <c:w val="0.21287847514206354"/>
          <c:h val="5.1049323517487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33995871875101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4711540911754955E-2"/>
          <c:y val="0.11349306579806279"/>
          <c:w val="0.96528845908824501"/>
          <c:h val="0.73593165374667868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84-4EAC-9940-C71BA9A1D97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Ipsum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1.5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84-4EAC-9940-C71BA9A1D97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Dolor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1.1000000000000001</c:v>
                </c:pt>
                <c:pt idx="1">
                  <c:v>1.4</c:v>
                </c:pt>
                <c:pt idx="2">
                  <c:v>2.8</c:v>
                </c:pt>
                <c:pt idx="3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84-4EAC-9940-C71BA9A1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7517632"/>
        <c:axId val="2007518592"/>
      </c:lineChart>
      <c:catAx>
        <c:axId val="200751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8592"/>
        <c:crosses val="autoZero"/>
        <c:auto val="1"/>
        <c:lblAlgn val="ctr"/>
        <c:lblOffset val="100"/>
        <c:noMultiLvlLbl val="0"/>
      </c:catAx>
      <c:valAx>
        <c:axId val="200751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001057513441888"/>
          <c:y val="0.94895067648251241"/>
          <c:w val="0.29409703641413754"/>
          <c:h val="5.1049323517487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6" name="Bildplatzhalter 10">
            <a:extLst>
              <a:ext uri="{FF2B5EF4-FFF2-40B4-BE49-F238E27FC236}">
                <a16:creationId xmlns:a16="http://schemas.microsoft.com/office/drawing/2014/main" id="{D65E757B-BDCD-3AD1-E620-CFA91F5599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1898651"/>
            <a:ext cx="5688011" cy="4191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87CB5C9-F76E-D165-B481-B336E96BF6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1" name="Grafik 30" descr="Logo Hochschule Mainz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/>
              <a:t>Hochschule Mainz</a:t>
            </a:r>
          </a:p>
          <a:p>
            <a:pPr lvl="0"/>
            <a:r>
              <a:rPr lang="en-US" dirty="0"/>
              <a:t>University of Applied Sciences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50" baseline="0">
          <a:solidFill>
            <a:schemeClr val="tx1"/>
          </a:solidFill>
          <a:latin typeface="SimpleStd-Bold" panose="02000509020000020004" pitchFamily="49" charset="0"/>
          <a:ea typeface="+mj-ea"/>
          <a:cs typeface="+mj-cs"/>
        </a:defRPr>
      </a:lvl1pPr>
    </p:titleStyle>
    <p:bodyStyle>
      <a:lvl1pPr marL="357188" indent="-357188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tabLst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195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2pPr>
      <a:lvl3pPr marL="1076325" indent="-357188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1433513" indent="-357188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1795463" indent="-36195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6.jpg"/><Relationship Id="rId4" Type="http://schemas.openxmlformats.org/officeDocument/2006/relationships/image" Target="../media/image1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jpg"/><Relationship Id="rId4" Type="http://schemas.openxmlformats.org/officeDocument/2006/relationships/image" Target="../media/image21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  <a:br>
              <a:rPr lang="de-DE" dirty="0"/>
            </a:br>
            <a:r>
              <a:rPr lang="de-DE" dirty="0"/>
              <a:t>zur Präsentation</a:t>
            </a:r>
            <a:br>
              <a:rPr lang="de-DE" dirty="0"/>
            </a:br>
            <a:r>
              <a:rPr lang="de-DE">
                <a:latin typeface="SimpleStd" panose="02000509030000020003" pitchFamily="49" charset="0"/>
              </a:rPr>
              <a:t>Hier steht eine </a:t>
            </a:r>
            <a:r>
              <a:rPr lang="de-DE" dirty="0">
                <a:latin typeface="SimpleStd" panose="02000509030000020003" pitchFamily="49" charset="0"/>
              </a:rPr>
              <a:t>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>
                <a:latin typeface="SimpleStd" panose="02000509030000020003" pitchFamily="49" charset="0"/>
              </a:rPr>
              <a:t>zur Präsentation </a:t>
            </a:r>
            <a:endParaRPr lang="de-DE" dirty="0">
              <a:latin typeface="SimpleStd" panose="02000509030000020003" pitchFamily="49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745FF5-8205-C442-CAEA-13F12A14D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04C90A-8770-8624-24FD-608992030D75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E6C6B2F-F1BF-E702-0170-60E6D742B601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614038-603C-4FC9-E0D5-84363C44C587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3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  <a:br>
              <a:rPr lang="de-DE" dirty="0"/>
            </a:br>
            <a:r>
              <a:rPr lang="de-DE" dirty="0"/>
              <a:t>zur Präsentation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zur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745FF5-8205-C442-CAEA-13F12A14D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04C90A-8770-8624-24FD-608992030D75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E6C6B2F-F1BF-E702-0170-60E6D742B601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614038-603C-4FC9-E0D5-84363C44C587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/>
          <a:lstStyle/>
          <a:p>
            <a:r>
              <a:rPr lang="de-DE" dirty="0"/>
              <a:t>Hier steht eine Headline</a:t>
            </a:r>
            <a:br>
              <a:rPr lang="de-DE" dirty="0"/>
            </a:br>
            <a:r>
              <a:rPr lang="de-DE" dirty="0"/>
              <a:t>zur Präsentation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zur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745FF5-8205-C442-CAEA-13F12A14D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04C90A-8770-8624-24FD-608992030D75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E6C6B2F-F1BF-E702-0170-60E6D742B601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614038-603C-4FC9-E0D5-84363C44C587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63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69B4A237-DEC3-EABA-2FAB-33020A38985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DF0105D-60C4-73E7-C9B6-5E2EA2ECB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11099800" y="381233"/>
            <a:ext cx="720725" cy="663322"/>
          </a:xfrm>
        </p:spPr>
        <p:txBody>
          <a:bodyPr/>
          <a:lstStyle/>
          <a:p>
            <a:r>
              <a:rPr lang="de-DE"/>
              <a:t> 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25ABA6-26FD-900A-DD96-DC348A6CF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71475" y="6188863"/>
            <a:ext cx="1200149" cy="317843"/>
          </a:xfrm>
        </p:spPr>
        <p:txBody>
          <a:bodyPr/>
          <a:lstStyle/>
          <a:p>
            <a:r>
              <a:rPr lang="de-DE"/>
              <a:t> 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22602B7-0830-69A0-470B-FB0F100B4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71475" y="383380"/>
            <a:ext cx="1368426" cy="470893"/>
          </a:xfrm>
        </p:spPr>
        <p:txBody>
          <a:bodyPr/>
          <a:lstStyle/>
          <a:p>
            <a:r>
              <a:rPr lang="de-DE"/>
              <a:t> 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2CC818A-10C8-2E4B-99BC-82E0B585B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/>
          <a:lstStyle/>
          <a:p>
            <a:r>
              <a:rPr lang="de-DE"/>
              <a:t>Hier steht eine Headline</a:t>
            </a:r>
            <a:br>
              <a:rPr lang="de-DE"/>
            </a:br>
            <a:r>
              <a:rPr lang="de-DE"/>
              <a:t>zur Präsentation</a:t>
            </a:r>
            <a:br>
              <a:rPr lang="de-DE"/>
            </a:br>
            <a:r>
              <a:rPr lang="de-DE">
                <a:latin typeface="SimpleStd" panose="02000509030000020003" pitchFamily="49" charset="0"/>
              </a:rPr>
              <a:t>Hier steht eine Subheadline</a:t>
            </a:r>
            <a:br>
              <a:rPr lang="de-DE">
                <a:latin typeface="SimpleStd" panose="02000509030000020003" pitchFamily="49" charset="0"/>
              </a:rPr>
            </a:br>
            <a:r>
              <a:rPr lang="de-DE">
                <a:latin typeface="SimpleStd" panose="02000509030000020003" pitchFamily="49" charset="0"/>
              </a:rPr>
              <a:t>zur Präsentation</a:t>
            </a:r>
            <a:endParaRPr lang="de-DE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6EDB7BD0-B88E-4008-7AFC-2864CB6C0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/>
          <a:p>
            <a:r>
              <a:rPr lang="de-DE"/>
              <a:t>00/00/2024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14D297AF-4275-7C25-DCBB-306E6DF590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076450" y="379413"/>
            <a:ext cx="782638" cy="287337"/>
          </a:xfrm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532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5">
            <a:extLst>
              <a:ext uri="{FF2B5EF4-FFF2-40B4-BE49-F238E27FC236}">
                <a16:creationId xmlns:a16="http://schemas.microsoft.com/office/drawing/2014/main" id="{9BB0A1E8-6E6C-AC08-01B2-EA7C83CE208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6" r="26406"/>
          <a:stretch>
            <a:fillRect/>
          </a:stretch>
        </p:blipFill>
        <p:spPr>
          <a:xfrm>
            <a:off x="0" y="0"/>
            <a:ext cx="5753100" cy="6858000"/>
          </a:xfr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DF0105D-60C4-73E7-C9B6-5E2EA2ECB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25ABA6-26FD-900A-DD96-DC348A6CF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22602B7-0830-69A0-470B-FB0F100B4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2CC818A-10C8-2E4B-99BC-82E0B585B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eine kurze</a:t>
            </a:r>
            <a:br>
              <a:rPr lang="de-DE" dirty="0"/>
            </a:br>
            <a:r>
              <a:rPr lang="de-DE" dirty="0"/>
              <a:t>Headline zur </a:t>
            </a:r>
            <a:r>
              <a:rPr lang="de-DE" dirty="0" err="1"/>
              <a:t>Präs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kurze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Subheadline zur </a:t>
            </a:r>
            <a:r>
              <a:rPr lang="de-DE" dirty="0" err="1">
                <a:latin typeface="SimpleStd" panose="02000509030000020003" pitchFamily="49" charset="0"/>
              </a:rPr>
              <a:t>Präs</a:t>
            </a:r>
            <a:endParaRPr lang="de-DE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6EDB7BD0-B88E-4008-7AFC-2864CB6C0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0687356-E2AC-A072-775B-E247C8A05FCF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4D92CE5-DC77-97E0-FC6E-D079DD166F44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46FD67-5B73-F0BA-BC13-D43FF1A5C278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4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AE677-75F6-85CE-F6B5-60DF0E15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2EA912-8A5C-58B1-8264-CA06FDD9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7C92D8-E009-2D1F-28DF-FB30FAE8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E087DD-9C4A-16A8-B0D5-6D589E84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BA6E6DF-1A7F-D2F1-E385-AFF90F9F2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erste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zweite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dritte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vierte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fünfte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sechste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siebte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achte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neunte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zehnte </a:t>
            </a:r>
            <a:r>
              <a:rPr lang="de-DE" dirty="0" err="1"/>
              <a:t>Agendapunkt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702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AE677-75F6-85CE-F6B5-60DF0E15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2EA912-8A5C-58B1-8264-CA06FDD9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7C92D8-E009-2D1F-28DF-FB30FAE8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E087DD-9C4A-16A8-B0D5-6D589E84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BA6E6DF-1A7F-D2F1-E385-AFF90F9F2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erste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zweite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dritte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vierte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fünfte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sechste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siebte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achte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neunte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zehnte </a:t>
            </a:r>
            <a:r>
              <a:rPr lang="de-DE" dirty="0" err="1"/>
              <a:t>Agendapunkt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479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F698D-FD06-464B-2E03-487A0632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6C8DA6-0EB1-C282-A90C-91CED076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76E1F6-D436-8828-3CAC-6564F7EA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9C9D31-A3C7-5B63-C8FF-48BB3062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8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8391F02-9CC9-19A2-1668-28B42BC42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erste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zweite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dritte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vierte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fünfte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sechste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siebte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achte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neunte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elfte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zwölfte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dreizehnte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vierzehnte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fünfzehnte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sechzehnte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siebzehnte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</a:t>
            </a:r>
            <a:r>
              <a:rPr lang="de-DE" dirty="0" err="1"/>
              <a:t>achzehnte</a:t>
            </a:r>
            <a:r>
              <a:rPr lang="de-DE" dirty="0"/>
              <a:t>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neunzehnte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</a:t>
            </a:r>
            <a:r>
              <a:rPr lang="de-DE" dirty="0" err="1"/>
              <a:t>zwanzigzte</a:t>
            </a:r>
            <a:r>
              <a:rPr lang="de-DE" dirty="0"/>
              <a:t>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</p:txBody>
      </p:sp>
    </p:spTree>
    <p:extLst>
      <p:ext uri="{BB962C8B-B14F-4D97-AF65-F5344CB8AC3E}">
        <p14:creationId xmlns:p14="http://schemas.microsoft.com/office/powerpoint/2010/main" val="2797067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2F332-CD78-5539-E094-7BF652F3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C08BA31-E449-1F48-87DC-A151183A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DC3516-8D60-0DE9-0BD1-26FFE0D5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B46302-F0C5-C0B3-154D-C7FC71B6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6318D62-3F53-C196-3942-16D11C60EA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A22DFE-5E0C-E84B-4B3F-8CA88202B8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1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CA4B25B-C6C8-FAC2-5DF6-800165F486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3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0244FA6-3FED-17D9-CF52-7973E65933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19F9786-4183-CCC5-CEFE-7B5596CEB6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3240C23-A6D5-E767-CCA4-4861ABE444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9A71AA6-7DC7-84E8-2B87-BB286148CF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5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8F0638C-DBB5-34BB-F1AE-247CDE3D25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4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B257F13-DB56-4A08-1143-901F693CCE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6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3639688-ECF9-A458-D085-7BD575EB8A0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1FAC828-A6F5-1387-68BE-DDAA814736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C966130-33B0-9114-9FEA-CD4B5071AF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145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91A9-BA26-07EE-856E-56ED2DAFE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</a:t>
            </a:r>
            <a:br>
              <a:rPr lang="de-DE" dirty="0"/>
            </a:br>
            <a:r>
              <a:rPr lang="de-DE" dirty="0"/>
              <a:t>Hier steht das erste Kapitel</a:t>
            </a:r>
            <a:br>
              <a:rPr lang="de-DE" dirty="0"/>
            </a:br>
            <a:r>
              <a:rPr lang="de-DE" dirty="0"/>
              <a:t>in zweizeiliger Form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mögl.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in zweizeiliger 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AFEE35-C3BD-8B05-5834-427B88A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5FB5B1-194A-CD4B-4865-9A8CA60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D8D51-1C81-D780-0354-053FBA3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616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91A9-BA26-07EE-856E-56ED2DAFE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</a:t>
            </a:r>
            <a:br>
              <a:rPr lang="de-DE" dirty="0"/>
            </a:br>
            <a:r>
              <a:rPr lang="de-DE" dirty="0"/>
              <a:t>Hier steht das erste Kapitel</a:t>
            </a:r>
            <a:br>
              <a:rPr lang="de-DE" dirty="0"/>
            </a:br>
            <a:r>
              <a:rPr lang="de-DE" dirty="0"/>
              <a:t>in zweizeiliger Form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mögl.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in zweizeiliger 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AFEE35-C3BD-8B05-5834-427B88A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5FB5B1-194A-CD4B-4865-9A8CA60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D8D51-1C81-D780-0354-053FBA3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66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91A9-BA26-07EE-856E-56ED2DAFE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</a:t>
            </a:r>
            <a:br>
              <a:rPr lang="de-DE" dirty="0"/>
            </a:br>
            <a:r>
              <a:rPr lang="de-DE" dirty="0"/>
              <a:t>Hier steht das erste Kapitel</a:t>
            </a:r>
            <a:br>
              <a:rPr lang="de-DE" dirty="0"/>
            </a:br>
            <a:r>
              <a:rPr lang="de-DE" dirty="0"/>
              <a:t>in zweizeiliger Form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mögl.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in zweizeiliger 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AFEE35-C3BD-8B05-5834-427B88A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5FB5B1-194A-CD4B-4865-9A8CA60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D8D51-1C81-D780-0354-053FBA3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938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0FA3FB-7193-1210-D2F4-2038ADBF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3D3434-597C-42EB-FEEC-ECD8D04C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946AB5-40EF-5435-046E-D54FE438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13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07C883-800D-531D-0F12-763336AF8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Funktion oder Abteilung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B0161B4-3C31-1B74-F63C-B9484EE605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Vorname 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4515EF3-3C9B-91B8-AC23-9DC6C8F152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br>
              <a:rPr lang="de-DE" dirty="0"/>
            </a:b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880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0FA3FB-7193-1210-D2F4-2038ADBF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3D3434-597C-42EB-FEEC-ECD8D04C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946AB5-40EF-5435-046E-D54FE438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14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07C883-800D-531D-0F12-763336AF8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Funktion oder Abteilung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B0161B4-3C31-1B74-F63C-B9484EE605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Vorname 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4515EF3-3C9B-91B8-AC23-9DC6C8F152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„Einzigartige Verbindungen.</a:t>
            </a:r>
          </a:p>
          <a:p>
            <a:r>
              <a:rPr lang="de-DE" dirty="0"/>
              <a:t>Vielseitiges Erleben.“</a:t>
            </a:r>
          </a:p>
        </p:txBody>
      </p:sp>
    </p:spTree>
    <p:extLst>
      <p:ext uri="{BB962C8B-B14F-4D97-AF65-F5344CB8AC3E}">
        <p14:creationId xmlns:p14="http://schemas.microsoft.com/office/powerpoint/2010/main" val="1006927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BBDF4F-C4F5-153D-30F6-4AFAEF51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D8F868E-2750-2C0F-7248-474F0F33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7F8493-6E1E-CC55-3068-A422480D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15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584DD8-C22D-E696-AB4D-DBF4F2EFAC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Wir</a:t>
            </a:r>
          </a:p>
          <a:p>
            <a:r>
              <a:rPr lang="de-DE" dirty="0"/>
              <a:t>gestalten</a:t>
            </a:r>
          </a:p>
          <a:p>
            <a:r>
              <a:rPr lang="de-DE" dirty="0"/>
              <a:t>   Wandel.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05A9A1A-4A39-28F0-4C5A-0F84E39435FF}"/>
              </a:ext>
            </a:extLst>
          </p:cNvPr>
          <p:cNvCxnSpPr>
            <a:cxnSpLocks/>
          </p:cNvCxnSpPr>
          <p:nvPr/>
        </p:nvCxnSpPr>
        <p:spPr>
          <a:xfrm flipH="1">
            <a:off x="1824038" y="4566159"/>
            <a:ext cx="1738312" cy="0"/>
          </a:xfrm>
          <a:prstGeom prst="line">
            <a:avLst/>
          </a:prstGeom>
          <a:ln w="317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130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2509466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amet.*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sz="1000" dirty="0"/>
              <a:t>* </a:t>
            </a:r>
            <a:r>
              <a:rPr lang="de-DE" sz="1000" dirty="0" err="1"/>
              <a:t>Lorem</a:t>
            </a:r>
            <a:r>
              <a:rPr lang="de-DE" sz="1000" dirty="0"/>
              <a:t> </a:t>
            </a:r>
            <a:r>
              <a:rPr lang="de-DE" sz="1000" dirty="0" err="1"/>
              <a:t>ipsum</a:t>
            </a:r>
            <a:r>
              <a:rPr lang="de-DE" sz="1000" dirty="0"/>
              <a:t> </a:t>
            </a:r>
            <a:r>
              <a:rPr lang="de-DE" sz="1000" dirty="0" err="1"/>
              <a:t>dolor</a:t>
            </a:r>
            <a:r>
              <a:rPr lang="de-DE" sz="1000" dirty="0"/>
              <a:t> </a:t>
            </a:r>
            <a:r>
              <a:rPr lang="de-DE" sz="1000" dirty="0" err="1"/>
              <a:t>sit</a:t>
            </a:r>
            <a:r>
              <a:rPr lang="de-DE" sz="1000" dirty="0"/>
              <a:t> </a:t>
            </a:r>
            <a:r>
              <a:rPr lang="de-DE" sz="1000" dirty="0" err="1"/>
              <a:t>amet</a:t>
            </a:r>
            <a:r>
              <a:rPr lang="de-DE" sz="1000" dirty="0"/>
              <a:t>, </a:t>
            </a:r>
            <a:r>
              <a:rPr lang="de-DE" sz="1000" dirty="0" err="1"/>
              <a:t>consetetur</a:t>
            </a:r>
            <a:r>
              <a:rPr lang="de-DE" sz="1000" dirty="0"/>
              <a:t> </a:t>
            </a:r>
            <a:r>
              <a:rPr lang="de-DE" sz="1000" dirty="0" err="1"/>
              <a:t>sadipscing</a:t>
            </a:r>
            <a:r>
              <a:rPr lang="de-DE" sz="1000" dirty="0"/>
              <a:t> </a:t>
            </a:r>
            <a:r>
              <a:rPr lang="de-DE" sz="1000" dirty="0" err="1"/>
              <a:t>elitr</a:t>
            </a:r>
            <a:r>
              <a:rPr lang="de-DE" sz="1000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2160040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do-</a:t>
            </a:r>
            <a:r>
              <a:rPr lang="de-DE" dirty="0" err="1"/>
              <a:t>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</a:p>
          <a:p>
            <a:pPr marL="0" indent="0">
              <a:buNone/>
            </a:pP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con-setetur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taki-mata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2077983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1824905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marL="361950" indent="-361950">
              <a:buNone/>
            </a:pPr>
            <a:r>
              <a:rPr lang="de-DE" b="1" dirty="0"/>
              <a:t>1.	</a:t>
            </a: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.</a:t>
            </a:r>
            <a:br>
              <a:rPr lang="de-DE" b="1" dirty="0"/>
            </a:br>
            <a:r>
              <a:rPr lang="de-DE" b="1" dirty="0"/>
              <a:t>At </a:t>
            </a:r>
            <a:r>
              <a:rPr lang="de-DE" b="1" dirty="0" err="1"/>
              <a:t>vero</a:t>
            </a:r>
            <a:r>
              <a:rPr lang="de-DE" b="1" dirty="0"/>
              <a:t> </a:t>
            </a:r>
            <a:r>
              <a:rPr lang="de-DE" b="1" dirty="0" err="1"/>
              <a:t>eos</a:t>
            </a:r>
            <a:r>
              <a:rPr lang="de-DE" b="1" dirty="0"/>
              <a:t> et </a:t>
            </a:r>
            <a:r>
              <a:rPr lang="de-DE" b="1" dirty="0" err="1"/>
              <a:t>accusam</a:t>
            </a:r>
            <a:r>
              <a:rPr lang="de-DE" b="1" dirty="0"/>
              <a:t> et </a:t>
            </a:r>
            <a:r>
              <a:rPr lang="de-DE" b="1" dirty="0" err="1"/>
              <a:t>justo</a:t>
            </a:r>
            <a:r>
              <a:rPr lang="de-DE" b="1" dirty="0"/>
              <a:t> </a:t>
            </a:r>
            <a:r>
              <a:rPr lang="de-DE" b="1" dirty="0" err="1"/>
              <a:t>duo</a:t>
            </a:r>
            <a:r>
              <a:rPr lang="de-DE" b="1" dirty="0"/>
              <a:t> </a:t>
            </a:r>
            <a:r>
              <a:rPr lang="de-DE" b="1" dirty="0" err="1"/>
              <a:t>dolores</a:t>
            </a:r>
            <a:r>
              <a:rPr lang="de-DE" b="1" dirty="0"/>
              <a:t> et </a:t>
            </a:r>
            <a:r>
              <a:rPr lang="de-DE" b="1" dirty="0" err="1"/>
              <a:t>ea</a:t>
            </a:r>
            <a:r>
              <a:rPr lang="de-DE" b="1" dirty="0"/>
              <a:t> </a:t>
            </a:r>
            <a:r>
              <a:rPr lang="de-DE" b="1" dirty="0" err="1"/>
              <a:t>rebum</a:t>
            </a:r>
            <a:r>
              <a:rPr lang="de-DE" b="1" dirty="0"/>
              <a:t>. Stet </a:t>
            </a:r>
            <a:r>
              <a:rPr lang="de-DE" b="1" dirty="0" err="1"/>
              <a:t>clita</a:t>
            </a:r>
            <a:r>
              <a:rPr lang="de-DE" b="1" dirty="0"/>
              <a:t> </a:t>
            </a:r>
            <a:r>
              <a:rPr lang="de-DE" b="1" dirty="0" err="1"/>
              <a:t>kasd</a:t>
            </a:r>
            <a:r>
              <a:rPr lang="de-DE" b="1" dirty="0"/>
              <a:t> </a:t>
            </a:r>
            <a:r>
              <a:rPr lang="de-DE" b="1" dirty="0" err="1"/>
              <a:t>gubergren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endParaRPr lang="de-DE" dirty="0"/>
          </a:p>
          <a:p>
            <a:pPr marL="361950" indent="-361950">
              <a:buNone/>
            </a:pPr>
            <a:r>
              <a:rPr lang="de-DE" b="1" dirty="0"/>
              <a:t>2.	</a:t>
            </a: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.</a:t>
            </a:r>
            <a:br>
              <a:rPr lang="de-DE" b="1" dirty="0"/>
            </a:br>
            <a:r>
              <a:rPr lang="de-DE" b="1" dirty="0"/>
              <a:t>At </a:t>
            </a:r>
            <a:r>
              <a:rPr lang="de-DE" b="1" dirty="0" err="1"/>
              <a:t>vero</a:t>
            </a:r>
            <a:r>
              <a:rPr lang="de-DE" b="1" dirty="0"/>
              <a:t> </a:t>
            </a:r>
            <a:r>
              <a:rPr lang="de-DE" b="1" dirty="0" err="1"/>
              <a:t>eos</a:t>
            </a:r>
            <a:r>
              <a:rPr lang="de-DE" b="1" dirty="0"/>
              <a:t> et </a:t>
            </a:r>
            <a:r>
              <a:rPr lang="de-DE" b="1" dirty="0" err="1"/>
              <a:t>accusam</a:t>
            </a:r>
            <a:r>
              <a:rPr lang="de-DE" b="1" dirty="0"/>
              <a:t> et </a:t>
            </a:r>
            <a:r>
              <a:rPr lang="de-DE" b="1" dirty="0" err="1"/>
              <a:t>justo</a:t>
            </a:r>
            <a:r>
              <a:rPr lang="de-DE" b="1" dirty="0"/>
              <a:t> </a:t>
            </a:r>
            <a:r>
              <a:rPr lang="de-DE" b="1" dirty="0" err="1"/>
              <a:t>duo</a:t>
            </a:r>
            <a:r>
              <a:rPr lang="de-DE" b="1" dirty="0"/>
              <a:t> </a:t>
            </a:r>
            <a:r>
              <a:rPr lang="de-DE" b="1" dirty="0" err="1"/>
              <a:t>dolores</a:t>
            </a:r>
            <a:r>
              <a:rPr lang="de-DE" b="1" dirty="0"/>
              <a:t> et </a:t>
            </a:r>
            <a:r>
              <a:rPr lang="de-DE" b="1" dirty="0" err="1"/>
              <a:t>ea</a:t>
            </a:r>
            <a:r>
              <a:rPr lang="de-DE" b="1" dirty="0"/>
              <a:t> </a:t>
            </a:r>
            <a:r>
              <a:rPr lang="de-DE" b="1" dirty="0" err="1"/>
              <a:t>rebum</a:t>
            </a:r>
            <a:r>
              <a:rPr lang="de-DE" b="1" dirty="0"/>
              <a:t>. Stet </a:t>
            </a:r>
            <a:r>
              <a:rPr lang="de-DE" b="1" dirty="0" err="1"/>
              <a:t>clita</a:t>
            </a:r>
            <a:r>
              <a:rPr lang="de-DE" b="1" dirty="0"/>
              <a:t> </a:t>
            </a:r>
            <a:r>
              <a:rPr lang="de-DE" b="1" dirty="0" err="1"/>
              <a:t>kasd</a:t>
            </a:r>
            <a:r>
              <a:rPr lang="de-DE" b="1" dirty="0"/>
              <a:t> </a:t>
            </a:r>
            <a:r>
              <a:rPr lang="de-DE" b="1" dirty="0" err="1"/>
              <a:t>gubergren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4265054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br>
              <a:rPr lang="de-DE" dirty="0"/>
            </a:b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mag-</a:t>
            </a:r>
            <a:br>
              <a:rPr lang="de-DE" dirty="0"/>
            </a:br>
            <a:r>
              <a:rPr lang="de-DE" dirty="0"/>
              <a:t>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 err="1"/>
              <a:t>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 err="1"/>
              <a:t>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</a:p>
          <a:p>
            <a:pPr marL="0" indent="0">
              <a:buNone/>
            </a:pP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6598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5414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</a:t>
            </a:r>
            <a:br>
              <a:rPr lang="de-DE" b="1" dirty="0"/>
            </a:br>
            <a:r>
              <a:rPr lang="de-DE" b="1" dirty="0"/>
              <a:t>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 </a:t>
            </a:r>
            <a:r>
              <a:rPr lang="de-DE" b="1" dirty="0" err="1"/>
              <a:t>ut</a:t>
            </a:r>
            <a:r>
              <a:rPr lang="de-DE" b="1" dirty="0"/>
              <a:t> </a:t>
            </a:r>
            <a:r>
              <a:rPr lang="de-DE" b="1" dirty="0" err="1"/>
              <a:t>labore</a:t>
            </a:r>
            <a:r>
              <a:rPr lang="de-DE" b="1" dirty="0"/>
              <a:t> et </a:t>
            </a:r>
            <a:r>
              <a:rPr lang="de-DE" b="1" dirty="0" err="1"/>
              <a:t>dolore</a:t>
            </a:r>
            <a:r>
              <a:rPr lang="de-DE" b="1" dirty="0"/>
              <a:t> magna </a:t>
            </a:r>
            <a:r>
              <a:rPr lang="de-DE" b="1" dirty="0" err="1"/>
              <a:t>aliquyam</a:t>
            </a:r>
            <a:r>
              <a:rPr lang="de-DE" b="1" dirty="0"/>
              <a:t> erat,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voluptua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</a:t>
            </a:r>
            <a:br>
              <a:rPr lang="de-DE" b="1" dirty="0"/>
            </a:br>
            <a:r>
              <a:rPr lang="de-DE" b="1" dirty="0"/>
              <a:t>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 </a:t>
            </a:r>
            <a:r>
              <a:rPr lang="de-DE" b="1" dirty="0" err="1"/>
              <a:t>ut</a:t>
            </a:r>
            <a:r>
              <a:rPr lang="de-DE" b="1" dirty="0"/>
              <a:t> </a:t>
            </a:r>
            <a:r>
              <a:rPr lang="de-DE" b="1" dirty="0" err="1"/>
              <a:t>labore</a:t>
            </a:r>
            <a:r>
              <a:rPr lang="de-DE" b="1" dirty="0"/>
              <a:t> et </a:t>
            </a:r>
            <a:r>
              <a:rPr lang="de-DE" b="1" dirty="0" err="1"/>
              <a:t>dolore</a:t>
            </a:r>
            <a:r>
              <a:rPr lang="de-DE" b="1" dirty="0"/>
              <a:t> magna </a:t>
            </a:r>
            <a:r>
              <a:rPr lang="de-DE" b="1" dirty="0" err="1"/>
              <a:t>aliquyam</a:t>
            </a:r>
            <a:r>
              <a:rPr lang="de-DE" b="1" dirty="0"/>
              <a:t> erat,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voluptua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*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sz="1000" dirty="0"/>
              <a:t>* </a:t>
            </a:r>
            <a:r>
              <a:rPr lang="de-DE" sz="1000" dirty="0" err="1"/>
              <a:t>Lorem</a:t>
            </a:r>
            <a:r>
              <a:rPr lang="de-DE" sz="1000" dirty="0"/>
              <a:t> </a:t>
            </a:r>
            <a:r>
              <a:rPr lang="de-DE" sz="1000" dirty="0" err="1"/>
              <a:t>ipsum</a:t>
            </a:r>
            <a:r>
              <a:rPr lang="de-DE" sz="1000" dirty="0"/>
              <a:t> </a:t>
            </a:r>
            <a:r>
              <a:rPr lang="de-DE" sz="1000" dirty="0" err="1"/>
              <a:t>dolor</a:t>
            </a:r>
            <a:r>
              <a:rPr lang="de-DE" sz="1000" dirty="0"/>
              <a:t> </a:t>
            </a:r>
            <a:r>
              <a:rPr lang="de-DE" sz="1000" dirty="0" err="1"/>
              <a:t>sit</a:t>
            </a:r>
            <a:r>
              <a:rPr lang="de-DE" sz="1000" dirty="0"/>
              <a:t> </a:t>
            </a:r>
            <a:r>
              <a:rPr lang="de-DE" sz="1000" dirty="0" err="1"/>
              <a:t>amet</a:t>
            </a:r>
            <a:r>
              <a:rPr lang="de-DE" sz="1000" dirty="0"/>
              <a:t>, </a:t>
            </a:r>
            <a:r>
              <a:rPr lang="de-DE" sz="1000" dirty="0" err="1"/>
              <a:t>consetetur</a:t>
            </a:r>
            <a:r>
              <a:rPr lang="de-DE" sz="1000" dirty="0"/>
              <a:t> </a:t>
            </a:r>
            <a:r>
              <a:rPr lang="de-DE" sz="1000" dirty="0" err="1"/>
              <a:t>sadipscing</a:t>
            </a:r>
            <a:r>
              <a:rPr lang="de-DE" sz="1000" dirty="0"/>
              <a:t> </a:t>
            </a:r>
            <a:r>
              <a:rPr lang="de-DE" sz="1000" dirty="0" err="1"/>
              <a:t>elitr</a:t>
            </a:r>
            <a:r>
              <a:rPr lang="de-DE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710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no-numy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no-numy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B33236-5479-D17F-23F5-F9E9FA92532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no-numy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</p:spTree>
    <p:extLst>
      <p:ext uri="{BB962C8B-B14F-4D97-AF65-F5344CB8AC3E}">
        <p14:creationId xmlns:p14="http://schemas.microsoft.com/office/powerpoint/2010/main" val="2614314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B33236-5479-D17F-23F5-F9E9FA9253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E33FFD2-892D-AEBB-A3C5-68CF2259BB6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935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mag-</a:t>
            </a:r>
            <a:br>
              <a:rPr lang="de-DE" dirty="0"/>
            </a:br>
            <a:r>
              <a:rPr lang="de-DE" dirty="0"/>
              <a:t>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br>
              <a:rPr lang="de-DE" dirty="0"/>
            </a:b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/>
              <a:t>ata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862478EB-33E5-62A5-1BDA-01FC26F9F4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" b="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4057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/>
              <a:t>ata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862478EB-33E5-62A5-1BDA-01FC26F9F4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" b="98"/>
          <a:stretch>
            <a:fillRect/>
          </a:stretch>
        </p:blipFill>
        <p:spPr/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649439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platzhalter 19">
            <a:extLst>
              <a:ext uri="{FF2B5EF4-FFF2-40B4-BE49-F238E27FC236}">
                <a16:creationId xmlns:a16="http://schemas.microsoft.com/office/drawing/2014/main" id="{8486BF09-E92E-52B4-35F0-61C1BEB27B5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" b="216"/>
          <a:stretch>
            <a:fillRect/>
          </a:stretch>
        </p:blipFill>
        <p:spPr/>
      </p:pic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85CF5AD0-ACAC-9032-49E5-21FFD84C7D8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5" b="15405"/>
          <a:stretch/>
        </p:blipFill>
        <p:spPr>
          <a:xfrm>
            <a:off x="371475" y="3429000"/>
            <a:ext cx="5688013" cy="266065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675D56-BE0D-239C-281C-2F582A1E1B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0AF4D2-2811-5E71-57DD-06D4E018AE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826996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0">
            <a:extLst>
              <a:ext uri="{FF2B5EF4-FFF2-40B4-BE49-F238E27FC236}">
                <a16:creationId xmlns:a16="http://schemas.microsoft.com/office/drawing/2014/main" id="{242400A5-8EBF-8AE4-2CAB-FE09A55C64F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r="2079"/>
          <a:stretch/>
        </p:blipFill>
        <p:spPr>
          <a:xfrm>
            <a:off x="8061325" y="3429000"/>
            <a:ext cx="3771900" cy="266065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675D56-BE0D-239C-281C-2F582A1E1B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.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A241ECD-FD0D-B07A-7DD0-0E1EB3CF97F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.</a:t>
            </a:r>
          </a:p>
        </p:txBody>
      </p:sp>
      <p:pic>
        <p:nvPicPr>
          <p:cNvPr id="20" name="Bildplatzhalter 19">
            <a:extLst>
              <a:ext uri="{FF2B5EF4-FFF2-40B4-BE49-F238E27FC236}">
                <a16:creationId xmlns:a16="http://schemas.microsoft.com/office/drawing/2014/main" id="{8486BF09-E92E-52B4-35F0-61C1BEB27B5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9" r="16699"/>
          <a:stretch/>
        </p:blipFill>
        <p:spPr/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85CF5AD0-ACAC-9032-49E5-21FFD84C7D8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r="2079"/>
          <a:stretch/>
        </p:blipFill>
        <p:spPr/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0AF4D2-2811-5E71-57DD-06D4E018AE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CDE541E-FA02-8949-6636-F40ADDF1B3D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943904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ildplatzhalter 25">
            <a:extLst>
              <a:ext uri="{FF2B5EF4-FFF2-40B4-BE49-F238E27FC236}">
                <a16:creationId xmlns:a16="http://schemas.microsoft.com/office/drawing/2014/main" id="{0D16D1B7-177B-F34F-E1E2-3E087DFBEEF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/>
      </p:pic>
      <p:pic>
        <p:nvPicPr>
          <p:cNvPr id="27" name="Bildplatzhalter 25">
            <a:extLst>
              <a:ext uri="{FF2B5EF4-FFF2-40B4-BE49-F238E27FC236}">
                <a16:creationId xmlns:a16="http://schemas.microsoft.com/office/drawing/2014/main" id="{746279F8-FB66-0F9B-4D9E-6D3D14F193D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>
          <a:xfrm>
            <a:off x="3251200" y="3429000"/>
            <a:ext cx="2808288" cy="2660650"/>
          </a:xfrm>
        </p:spPr>
      </p:pic>
      <p:pic>
        <p:nvPicPr>
          <p:cNvPr id="28" name="Bildplatzhalter 25">
            <a:extLst>
              <a:ext uri="{FF2B5EF4-FFF2-40B4-BE49-F238E27FC236}">
                <a16:creationId xmlns:a16="http://schemas.microsoft.com/office/drawing/2014/main" id="{49F2242F-2EB8-EC65-8682-EAC203EB8557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>
          <a:xfrm>
            <a:off x="6132513" y="3429000"/>
            <a:ext cx="2808287" cy="2660650"/>
          </a:xfrm>
        </p:spPr>
      </p:pic>
      <p:pic>
        <p:nvPicPr>
          <p:cNvPr id="29" name="Bildplatzhalter 25">
            <a:extLst>
              <a:ext uri="{FF2B5EF4-FFF2-40B4-BE49-F238E27FC236}">
                <a16:creationId xmlns:a16="http://schemas.microsoft.com/office/drawing/2014/main" id="{C6B9C8D6-586D-9BFA-0A77-F79175C6FB7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>
          <a:xfrm>
            <a:off x="9012238" y="3429000"/>
            <a:ext cx="2808287" cy="266065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675D56-BE0D-239C-281C-2F582A1E1B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A241ECD-FD0D-B07A-7DD0-0E1EB3CF97F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02117F94-8347-5A00-CFC2-F0B485A9F824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0AF4D2-2811-5E71-57DD-06D4E018AE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CDE541E-FA02-8949-6636-F40ADDF1B3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EF186E9-9C0F-38E6-6DFC-7693F70C19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647217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F9CD14-31AC-3B24-3CED-10D83084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E8B6A7-1E98-ABE3-E53A-E16D142B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3BACC2-60BF-9FDF-F6C0-44ED7EDB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31</a:t>
            </a:fld>
            <a:endParaRPr lang="de-DE" dirty="0"/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CD5E157D-1924-8C6A-64E7-9D20EFFE1AD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74805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F04BCB-54BA-2D08-4989-A01BF797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E0C50D-84AA-5389-13A1-7C220DBA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692392-E0D3-0D1E-84AD-E1F33FA9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32</a:t>
            </a:fld>
            <a:endParaRPr lang="de-DE" dirty="0"/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F1A508D5-9694-2CF1-510D-327D2ACB834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3251200" y="-1"/>
            <a:ext cx="4968875" cy="3358800"/>
          </a:xfrm>
        </p:spPr>
      </p:pic>
      <p:pic>
        <p:nvPicPr>
          <p:cNvPr id="15" name="Bildplatzhalter 14">
            <a:extLst>
              <a:ext uri="{FF2B5EF4-FFF2-40B4-BE49-F238E27FC236}">
                <a16:creationId xmlns:a16="http://schemas.microsoft.com/office/drawing/2014/main" id="{70BB587A-03E3-45A3-3057-226D8B218E5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" b="80"/>
          <a:stretch/>
        </p:blipFill>
        <p:spPr>
          <a:xfrm>
            <a:off x="0" y="3429000"/>
            <a:ext cx="3900488" cy="2663826"/>
          </a:xfrm>
        </p:spPr>
      </p:pic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21C509B9-44F9-44E6-0ABA-A8EFDAED343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" b="134"/>
          <a:stretch/>
        </p:blipFill>
        <p:spPr>
          <a:xfrm>
            <a:off x="3971925" y="3429000"/>
            <a:ext cx="4248150" cy="2663826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4173697-8693-A154-DBED-309F7A570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</p:spPr>
        <p:txBody>
          <a:bodyPr/>
          <a:lstStyle/>
          <a:p>
            <a:r>
              <a:rPr lang="de-DE" sz="6000" b="1" dirty="0"/>
              <a:t>125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</a:t>
            </a:r>
          </a:p>
        </p:txBody>
      </p:sp>
      <p:pic>
        <p:nvPicPr>
          <p:cNvPr id="5" name="Bildplatzhalter 6">
            <a:extLst>
              <a:ext uri="{FF2B5EF4-FFF2-40B4-BE49-F238E27FC236}">
                <a16:creationId xmlns:a16="http://schemas.microsoft.com/office/drawing/2014/main" id="{795AE9B9-58B5-AC5D-2452-FD61B44788BC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47" t="12094" r="30316"/>
          <a:stretch/>
        </p:blipFill>
        <p:spPr>
          <a:xfrm>
            <a:off x="8291513" y="0"/>
            <a:ext cx="3900487" cy="6092825"/>
          </a:xfrm>
        </p:spPr>
      </p:pic>
    </p:spTree>
    <p:extLst>
      <p:ext uri="{BB962C8B-B14F-4D97-AF65-F5344CB8AC3E}">
        <p14:creationId xmlns:p14="http://schemas.microsoft.com/office/powerpoint/2010/main" val="542968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F04BCB-54BA-2D08-4989-A01BF797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E0C50D-84AA-5389-13A1-7C220DBA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692392-E0D3-0D1E-84AD-E1F33FA9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4173697-8693-A154-DBED-309F7A570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sz="6000" b="1" dirty="0"/>
              <a:t>125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.</a:t>
            </a:r>
          </a:p>
        </p:txBody>
      </p:sp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7E4ACC08-C133-FE10-F3EB-2998E897156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" r="119"/>
          <a:stretch>
            <a:fillRect/>
          </a:stretch>
        </p:blipFill>
        <p:spPr/>
      </p:pic>
      <p:pic>
        <p:nvPicPr>
          <p:cNvPr id="23" name="Bildplatzhalter 22">
            <a:extLst>
              <a:ext uri="{FF2B5EF4-FFF2-40B4-BE49-F238E27FC236}">
                <a16:creationId xmlns:a16="http://schemas.microsoft.com/office/drawing/2014/main" id="{9496D294-8F1F-9340-F00E-55FE084D731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>
            <a:fillRect/>
          </a:stretch>
        </p:blipFill>
        <p:spPr/>
      </p:pic>
      <p:pic>
        <p:nvPicPr>
          <p:cNvPr id="27" name="Bildplatzhalter 26">
            <a:extLst>
              <a:ext uri="{FF2B5EF4-FFF2-40B4-BE49-F238E27FC236}">
                <a16:creationId xmlns:a16="http://schemas.microsoft.com/office/drawing/2014/main" id="{0380CC21-4316-8CE4-898F-3ED44716B43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" b="35"/>
          <a:stretch>
            <a:fillRect/>
          </a:stretch>
        </p:blipFill>
        <p:spPr/>
      </p:pic>
      <p:pic>
        <p:nvPicPr>
          <p:cNvPr id="5" name="Bildplatzhalter 6">
            <a:extLst>
              <a:ext uri="{FF2B5EF4-FFF2-40B4-BE49-F238E27FC236}">
                <a16:creationId xmlns:a16="http://schemas.microsoft.com/office/drawing/2014/main" id="{7D61541B-2F3F-5CBB-1DAC-1B63DE2BB34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5" t="7508" r="63680"/>
          <a:stretch/>
        </p:blipFill>
        <p:spPr>
          <a:xfrm>
            <a:off x="0" y="0"/>
            <a:ext cx="3900488" cy="6092825"/>
          </a:xfrm>
        </p:spPr>
      </p:pic>
    </p:spTree>
    <p:extLst>
      <p:ext uri="{BB962C8B-B14F-4D97-AF65-F5344CB8AC3E}">
        <p14:creationId xmlns:p14="http://schemas.microsoft.com/office/powerpoint/2010/main" val="888888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8833F9E-EE7F-D42C-9979-60D59B119C08}"/>
              </a:ext>
            </a:extLst>
          </p:cNvPr>
          <p:cNvSpPr/>
          <p:nvPr/>
        </p:nvSpPr>
        <p:spPr>
          <a:xfrm>
            <a:off x="371475" y="2204674"/>
            <a:ext cx="2808289" cy="3884976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56E5495-7C00-9F5C-B8B9-A42CA0DA029C}"/>
              </a:ext>
            </a:extLst>
          </p:cNvPr>
          <p:cNvSpPr/>
          <p:nvPr/>
        </p:nvSpPr>
        <p:spPr>
          <a:xfrm>
            <a:off x="371476" y="1844674"/>
            <a:ext cx="2808288" cy="360000"/>
          </a:xfrm>
          <a:prstGeom prst="rect">
            <a:avLst/>
          </a:prstGeom>
          <a:solidFill>
            <a:schemeClr val="accent1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661FAF6-DDD9-C1E6-1B19-4C758F4350F6}"/>
              </a:ext>
            </a:extLst>
          </p:cNvPr>
          <p:cNvSpPr/>
          <p:nvPr/>
        </p:nvSpPr>
        <p:spPr>
          <a:xfrm>
            <a:off x="3971924" y="2204674"/>
            <a:ext cx="2808289" cy="3884976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BBAF0EE-199D-58B9-387F-904A8EE0FCEC}"/>
              </a:ext>
            </a:extLst>
          </p:cNvPr>
          <p:cNvSpPr/>
          <p:nvPr/>
        </p:nvSpPr>
        <p:spPr>
          <a:xfrm>
            <a:off x="3971925" y="1844674"/>
            <a:ext cx="2808288" cy="360000"/>
          </a:xfrm>
          <a:prstGeom prst="rect">
            <a:avLst/>
          </a:prstGeom>
          <a:solidFill>
            <a:schemeClr val="accent1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5914B2D-D456-DE8D-DB7D-9BB0D591B33F}"/>
              </a:ext>
            </a:extLst>
          </p:cNvPr>
          <p:cNvSpPr/>
          <p:nvPr/>
        </p:nvSpPr>
        <p:spPr>
          <a:xfrm>
            <a:off x="7572374" y="2204674"/>
            <a:ext cx="4248150" cy="3884976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820DFA5-0C68-33E0-EF20-89C79CBEDCF3}"/>
              </a:ext>
            </a:extLst>
          </p:cNvPr>
          <p:cNvSpPr/>
          <p:nvPr/>
        </p:nvSpPr>
        <p:spPr>
          <a:xfrm>
            <a:off x="7572375" y="1844674"/>
            <a:ext cx="4248148" cy="360000"/>
          </a:xfrm>
          <a:prstGeom prst="rect">
            <a:avLst/>
          </a:prstGeom>
          <a:solidFill>
            <a:schemeClr val="accent4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F97D9474-E9B8-C3C4-91A0-DECF9AB7116B}"/>
              </a:ext>
            </a:extLst>
          </p:cNvPr>
          <p:cNvSpPr/>
          <p:nvPr/>
        </p:nvSpPr>
        <p:spPr>
          <a:xfrm rot="5400000">
            <a:off x="3230564" y="3813175"/>
            <a:ext cx="733421" cy="3111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endParaRPr lang="de-DE" sz="1500" dirty="0" err="1"/>
          </a:p>
        </p:txBody>
      </p:sp>
      <p:sp>
        <p:nvSpPr>
          <p:cNvPr id="17" name="Gleichschenkliges Dreieck 16">
            <a:extLst>
              <a:ext uri="{FF2B5EF4-FFF2-40B4-BE49-F238E27FC236}">
                <a16:creationId xmlns:a16="http://schemas.microsoft.com/office/drawing/2014/main" id="{60A98972-FD1F-CF75-33C2-619215FAC3A5}"/>
              </a:ext>
            </a:extLst>
          </p:cNvPr>
          <p:cNvSpPr/>
          <p:nvPr/>
        </p:nvSpPr>
        <p:spPr>
          <a:xfrm rot="5400000">
            <a:off x="6831014" y="3813176"/>
            <a:ext cx="733421" cy="3111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endParaRPr lang="de-DE" sz="1500" dirty="0" err="1"/>
          </a:p>
        </p:txBody>
      </p:sp>
    </p:spTree>
    <p:extLst>
      <p:ext uri="{BB962C8B-B14F-4D97-AF65-F5344CB8AC3E}">
        <p14:creationId xmlns:p14="http://schemas.microsoft.com/office/powerpoint/2010/main" val="1330173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35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8833F9E-EE7F-D42C-9979-60D59B119C08}"/>
              </a:ext>
            </a:extLst>
          </p:cNvPr>
          <p:cNvSpPr/>
          <p:nvPr/>
        </p:nvSpPr>
        <p:spPr>
          <a:xfrm>
            <a:off x="371475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9" name="Pfeil: Fünfeck 18">
            <a:extLst>
              <a:ext uri="{FF2B5EF4-FFF2-40B4-BE49-F238E27FC236}">
                <a16:creationId xmlns:a16="http://schemas.microsoft.com/office/drawing/2014/main" id="{156E5495-7C00-9F5C-B8B9-A42CA0DA029C}"/>
              </a:ext>
            </a:extLst>
          </p:cNvPr>
          <p:cNvSpPr/>
          <p:nvPr/>
        </p:nvSpPr>
        <p:spPr>
          <a:xfrm>
            <a:off x="371476" y="1844674"/>
            <a:ext cx="2879724" cy="360000"/>
          </a:xfrm>
          <a:prstGeom prst="homePlate">
            <a:avLst>
              <a:gd name="adj" fmla="val 19573"/>
            </a:avLst>
          </a:prstGeom>
          <a:solidFill>
            <a:schemeClr val="accent1"/>
          </a:solidFill>
          <a:ln>
            <a:noFill/>
          </a:ln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8" name="Pfeil: Chevron 7">
            <a:extLst>
              <a:ext uri="{FF2B5EF4-FFF2-40B4-BE49-F238E27FC236}">
                <a16:creationId xmlns:a16="http://schemas.microsoft.com/office/drawing/2014/main" id="{B5BBB64B-7A91-BA9C-9AD9-BC58E2EC7DD4}"/>
              </a:ext>
            </a:extLst>
          </p:cNvPr>
          <p:cNvSpPr/>
          <p:nvPr/>
        </p:nvSpPr>
        <p:spPr>
          <a:xfrm>
            <a:off x="3252789" y="1844674"/>
            <a:ext cx="2879724" cy="360000"/>
          </a:xfrm>
          <a:prstGeom prst="chevron">
            <a:avLst>
              <a:gd name="adj" fmla="val 19573"/>
            </a:avLst>
          </a:prstGeom>
          <a:solidFill>
            <a:schemeClr val="accent1"/>
          </a:solidFill>
          <a:ln>
            <a:noFill/>
          </a:ln>
        </p:spPr>
        <p:txBody>
          <a:bodyPr vert="horz" lIns="108000" tIns="0" rIns="108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B44A96E-33B1-08C3-0B99-43B0FD0AAE02}"/>
              </a:ext>
            </a:extLst>
          </p:cNvPr>
          <p:cNvSpPr/>
          <p:nvPr/>
        </p:nvSpPr>
        <p:spPr>
          <a:xfrm>
            <a:off x="3251200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C6A70B35-A777-F924-E27F-D05480D13D15}"/>
              </a:ext>
            </a:extLst>
          </p:cNvPr>
          <p:cNvSpPr/>
          <p:nvPr/>
        </p:nvSpPr>
        <p:spPr>
          <a:xfrm>
            <a:off x="6130925" y="1844674"/>
            <a:ext cx="2879724" cy="360000"/>
          </a:xfrm>
          <a:prstGeom prst="chevron">
            <a:avLst>
              <a:gd name="adj" fmla="val 19573"/>
            </a:avLst>
          </a:prstGeom>
          <a:solidFill>
            <a:schemeClr val="accent1"/>
          </a:solidFill>
          <a:ln>
            <a:noFill/>
          </a:ln>
        </p:spPr>
        <p:txBody>
          <a:bodyPr vert="horz" lIns="108000" tIns="0" rIns="108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CCB3B3D-E01D-72E8-97C5-424E7F961CA6}"/>
              </a:ext>
            </a:extLst>
          </p:cNvPr>
          <p:cNvSpPr/>
          <p:nvPr/>
        </p:nvSpPr>
        <p:spPr>
          <a:xfrm>
            <a:off x="6129336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E9C1C726-7C50-4504-8C1E-3836BD2C25A5}"/>
              </a:ext>
            </a:extLst>
          </p:cNvPr>
          <p:cNvSpPr/>
          <p:nvPr/>
        </p:nvSpPr>
        <p:spPr>
          <a:xfrm>
            <a:off x="9013827" y="1844674"/>
            <a:ext cx="2879724" cy="360000"/>
          </a:xfrm>
          <a:prstGeom prst="chevron">
            <a:avLst>
              <a:gd name="adj" fmla="val 19573"/>
            </a:avLst>
          </a:prstGeom>
          <a:solidFill>
            <a:schemeClr val="accent4"/>
          </a:solidFill>
          <a:ln>
            <a:noFill/>
          </a:ln>
        </p:spPr>
        <p:txBody>
          <a:bodyPr vert="horz" lIns="108000" tIns="0" rIns="108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0AD4D09-5657-1DCA-D153-74789F383F2D}"/>
              </a:ext>
            </a:extLst>
          </p:cNvPr>
          <p:cNvSpPr/>
          <p:nvPr/>
        </p:nvSpPr>
        <p:spPr>
          <a:xfrm>
            <a:off x="9012238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</p:spTree>
    <p:extLst>
      <p:ext uri="{BB962C8B-B14F-4D97-AF65-F5344CB8AC3E}">
        <p14:creationId xmlns:p14="http://schemas.microsoft.com/office/powerpoint/2010/main" val="2521100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graphicFrame>
        <p:nvGraphicFramePr>
          <p:cNvPr id="14" name="Inhaltsplatzhalter 13">
            <a:extLst>
              <a:ext uri="{FF2B5EF4-FFF2-40B4-BE49-F238E27FC236}">
                <a16:creationId xmlns:a16="http://schemas.microsoft.com/office/drawing/2014/main" id="{EE0CC89F-DFA7-8697-E384-BE327C3350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638833"/>
              </p:ext>
            </p:extLst>
          </p:nvPr>
        </p:nvGraphicFramePr>
        <p:xfrm>
          <a:off x="371475" y="1844675"/>
          <a:ext cx="5616575" cy="424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EA939EF1-574D-B4F0-03C5-06A4E99605C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</a:t>
            </a:r>
            <a:br>
              <a:rPr lang="de-DE" b="1" dirty="0"/>
            </a:br>
            <a:r>
              <a:rPr lang="de-DE" b="1" dirty="0"/>
              <a:t>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 </a:t>
            </a:r>
            <a:r>
              <a:rPr lang="de-DE" b="1" dirty="0" err="1"/>
              <a:t>ut</a:t>
            </a:r>
            <a:r>
              <a:rPr lang="de-DE" b="1" dirty="0"/>
              <a:t> </a:t>
            </a:r>
            <a:r>
              <a:rPr lang="de-DE" b="1" dirty="0" err="1"/>
              <a:t>labore</a:t>
            </a:r>
            <a:r>
              <a:rPr lang="de-DE" b="1" dirty="0"/>
              <a:t> et </a:t>
            </a:r>
            <a:r>
              <a:rPr lang="de-DE" b="1" dirty="0" err="1"/>
              <a:t>dolore</a:t>
            </a:r>
            <a:r>
              <a:rPr lang="de-DE" b="1" dirty="0"/>
              <a:t> magna </a:t>
            </a:r>
            <a:r>
              <a:rPr lang="de-DE" b="1" dirty="0" err="1"/>
              <a:t>aliquyam</a:t>
            </a:r>
            <a:r>
              <a:rPr lang="de-DE" b="1" dirty="0"/>
              <a:t> erat,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voluptua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032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graphicFrame>
        <p:nvGraphicFramePr>
          <p:cNvPr id="20" name="Inhaltsplatzhalter 13">
            <a:extLst>
              <a:ext uri="{FF2B5EF4-FFF2-40B4-BE49-F238E27FC236}">
                <a16:creationId xmlns:a16="http://schemas.microsoft.com/office/drawing/2014/main" id="{EE0CC89F-DFA7-8697-E384-BE327C3350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583069"/>
              </p:ext>
            </p:extLst>
          </p:nvPr>
        </p:nvGraphicFramePr>
        <p:xfrm>
          <a:off x="371476" y="1844675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Inhaltsplatzhalter 13">
            <a:extLst>
              <a:ext uri="{FF2B5EF4-FFF2-40B4-BE49-F238E27FC236}">
                <a16:creationId xmlns:a16="http://schemas.microsoft.com/office/drawing/2014/main" id="{486C2F3C-D6BF-4AE9-68D9-941F9AA0ED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8868350"/>
              </p:ext>
            </p:extLst>
          </p:nvPr>
        </p:nvGraphicFramePr>
        <p:xfrm>
          <a:off x="371476" y="3982720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Inhaltsplatzhalter 13">
            <a:extLst>
              <a:ext uri="{FF2B5EF4-FFF2-40B4-BE49-F238E27FC236}">
                <a16:creationId xmlns:a16="http://schemas.microsoft.com/office/drawing/2014/main" id="{FB7260F1-D222-E99D-E49B-C92A2D4514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5460726"/>
              </p:ext>
            </p:extLst>
          </p:nvPr>
        </p:nvGraphicFramePr>
        <p:xfrm>
          <a:off x="3251200" y="1844675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Inhaltsplatzhalter 13">
            <a:extLst>
              <a:ext uri="{FF2B5EF4-FFF2-40B4-BE49-F238E27FC236}">
                <a16:creationId xmlns:a16="http://schemas.microsoft.com/office/drawing/2014/main" id="{74504A15-987A-5415-0DA6-017DDEC513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066294"/>
              </p:ext>
            </p:extLst>
          </p:nvPr>
        </p:nvGraphicFramePr>
        <p:xfrm>
          <a:off x="6132513" y="1844675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6" name="Inhaltsplatzhalter 13">
            <a:extLst>
              <a:ext uri="{FF2B5EF4-FFF2-40B4-BE49-F238E27FC236}">
                <a16:creationId xmlns:a16="http://schemas.microsoft.com/office/drawing/2014/main" id="{84BAED64-C8D2-226F-E002-6D5B6BA67C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920352"/>
              </p:ext>
            </p:extLst>
          </p:nvPr>
        </p:nvGraphicFramePr>
        <p:xfrm>
          <a:off x="6132513" y="3982720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Inhaltsplatzhalter 13">
            <a:extLst>
              <a:ext uri="{FF2B5EF4-FFF2-40B4-BE49-F238E27FC236}">
                <a16:creationId xmlns:a16="http://schemas.microsoft.com/office/drawing/2014/main" id="{3EEFC3BC-B23F-5B2C-FD14-3679ECF635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564908"/>
              </p:ext>
            </p:extLst>
          </p:nvPr>
        </p:nvGraphicFramePr>
        <p:xfrm>
          <a:off x="3251200" y="3982720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046670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38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A4E98F81-7FC9-3297-C01D-37374ED97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609268"/>
              </p:ext>
            </p:extLst>
          </p:nvPr>
        </p:nvGraphicFramePr>
        <p:xfrm>
          <a:off x="371476" y="1844676"/>
          <a:ext cx="7848600" cy="424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4164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A4E98F81-7FC9-3297-C01D-37374ED97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6779007"/>
              </p:ext>
            </p:extLst>
          </p:nvPr>
        </p:nvGraphicFramePr>
        <p:xfrm>
          <a:off x="371476" y="1844676"/>
          <a:ext cx="7848600" cy="424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42027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40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A4E98F81-7FC9-3297-C01D-37374ED97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761933"/>
              </p:ext>
            </p:extLst>
          </p:nvPr>
        </p:nvGraphicFramePr>
        <p:xfrm>
          <a:off x="371476" y="1844676"/>
          <a:ext cx="7848600" cy="424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3781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C4BCE6-C823-4A11-EA6A-7EC318C4E197}"/>
              </a:ext>
            </a:extLst>
          </p:cNvPr>
          <p:cNvSpPr/>
          <p:nvPr/>
        </p:nvSpPr>
        <p:spPr>
          <a:xfrm>
            <a:off x="371475" y="2276825"/>
            <a:ext cx="5688013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81A0507-FAA6-28A8-8E38-AFA5DD5BF4A9}"/>
              </a:ext>
            </a:extLst>
          </p:cNvPr>
          <p:cNvSpPr/>
          <p:nvPr/>
        </p:nvSpPr>
        <p:spPr>
          <a:xfrm>
            <a:off x="371475" y="1844674"/>
            <a:ext cx="11449049" cy="360000"/>
          </a:xfrm>
          <a:prstGeom prst="rect">
            <a:avLst/>
          </a:prstGeom>
          <a:solidFill>
            <a:schemeClr val="accent1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81FDD1B-5E69-6C7B-4320-A42F13C56079}"/>
              </a:ext>
            </a:extLst>
          </p:cNvPr>
          <p:cNvSpPr/>
          <p:nvPr/>
        </p:nvSpPr>
        <p:spPr>
          <a:xfrm>
            <a:off x="371475" y="4226508"/>
            <a:ext cx="5688013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6798FFF-BBCF-606A-FB69-AB417C2BFF5C}"/>
              </a:ext>
            </a:extLst>
          </p:cNvPr>
          <p:cNvSpPr/>
          <p:nvPr/>
        </p:nvSpPr>
        <p:spPr>
          <a:xfrm>
            <a:off x="6132513" y="2276825"/>
            <a:ext cx="5688011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332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25DD572-E868-0462-D2AA-946C49AB06E5}"/>
              </a:ext>
            </a:extLst>
          </p:cNvPr>
          <p:cNvSpPr/>
          <p:nvPr/>
        </p:nvSpPr>
        <p:spPr>
          <a:xfrm>
            <a:off x="6132513" y="4226508"/>
            <a:ext cx="5688011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332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6793D2D-85AB-FB35-C401-89748DD885BC}"/>
              </a:ext>
            </a:extLst>
          </p:cNvPr>
          <p:cNvSpPr/>
          <p:nvPr/>
        </p:nvSpPr>
        <p:spPr>
          <a:xfrm>
            <a:off x="5021414" y="3113080"/>
            <a:ext cx="2149174" cy="2149174"/>
          </a:xfrm>
          <a:prstGeom prst="ellipse">
            <a:avLst/>
          </a:prstGeom>
          <a:solidFill>
            <a:schemeClr val="accent4"/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 algn="ctr">
              <a:lnSpc>
                <a:spcPct val="110000"/>
              </a:lnSpc>
              <a:tabLst>
                <a:tab pos="3406775" algn="r"/>
              </a:tabLst>
            </a:pPr>
            <a:r>
              <a:rPr lang="de-DE" sz="2000" b="1" spc="20" dirty="0">
                <a:solidFill>
                  <a:schemeClr val="bg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77880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42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2AD9D37F-3998-2091-88F3-CB3496D4685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4" r="6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43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1" name="Bildplatzhalter 16">
            <a:extLst>
              <a:ext uri="{FF2B5EF4-FFF2-40B4-BE49-F238E27FC236}">
                <a16:creationId xmlns:a16="http://schemas.microsoft.com/office/drawing/2014/main" id="{F75918C8-BDCF-2DCF-C2E1-8D6B511F895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4" r="64"/>
          <a:stretch>
            <a:fillRect/>
          </a:stretch>
        </p:blipFill>
        <p:spPr>
          <a:xfrm>
            <a:off x="6132513" y="1905000"/>
            <a:ext cx="3527425" cy="41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8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0" name="Bildplatzhalter 16">
            <a:extLst>
              <a:ext uri="{FF2B5EF4-FFF2-40B4-BE49-F238E27FC236}">
                <a16:creationId xmlns:a16="http://schemas.microsoft.com/office/drawing/2014/main" id="{F8F4CCE0-BADE-157D-1A6A-95AE7CAD207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8953" b="18953"/>
          <a:stretch>
            <a:fillRect/>
          </a:stretch>
        </p:blipFill>
        <p:spPr>
          <a:xfrm>
            <a:off x="6132513" y="1905000"/>
            <a:ext cx="5688012" cy="41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77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45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0" name="Bildplatzhalter 16">
            <a:extLst>
              <a:ext uri="{FF2B5EF4-FFF2-40B4-BE49-F238E27FC236}">
                <a16:creationId xmlns:a16="http://schemas.microsoft.com/office/drawing/2014/main" id="{873A7A23-BEF0-749A-BDBD-45CBC7C5D52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8953" b="18953"/>
          <a:stretch>
            <a:fillRect/>
          </a:stretch>
        </p:blipFill>
        <p:spPr>
          <a:xfrm>
            <a:off x="6132513" y="1905000"/>
            <a:ext cx="5688012" cy="41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747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BACDD-35D1-C290-E4BF-219D4C61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94DA21-CA36-08CE-E8F7-572D5978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637E37-6A34-C896-FEEE-7D0E2033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FAC502-BD42-67AF-6862-38C28D95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FC5CED-4C0E-506C-22BB-B5F22D86B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105F31-3ED1-8943-728F-65019E4501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B33A15-FB43-A686-5ED7-ED70F9A66A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46CA14F-AF4B-4D2A-F948-D2D614021A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D729C06-E8A5-856D-B4D3-5DF324CFBA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8F2847-A19D-C82F-8A8B-9EE98604A4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B6918436-59E7-D29E-4C98-EB48B6536D4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3978D78-AB6B-394A-6253-8A60DC62F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C4963B5-4FE9-0064-3D13-639581BBC9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8559237A-A743-4FEE-9043-05AD57B346E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6657AB6-06FB-D59D-CBDB-F72E61B06B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B6505CB8-8E45-91CC-9338-0C185D0F1A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54BCF6B6-4A5B-D349-F17B-424873EC032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64844-53B1-FC34-7E3A-D45F78CB3D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0" name="Bildplatzhalter 16">
            <a:extLst>
              <a:ext uri="{FF2B5EF4-FFF2-40B4-BE49-F238E27FC236}">
                <a16:creationId xmlns:a16="http://schemas.microsoft.com/office/drawing/2014/main" id="{C2700C2C-1116-DB16-AE77-41557F60D6C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303" r="303"/>
          <a:stretch>
            <a:fillRect/>
          </a:stretch>
        </p:blipFill>
        <p:spPr>
          <a:xfrm>
            <a:off x="371475" y="3429000"/>
            <a:ext cx="2232025" cy="266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43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BACDD-35D1-C290-E4BF-219D4C61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94DA21-CA36-08CE-E8F7-572D5978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637E37-6A34-C896-FEEE-7D0E2033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FAC502-BD42-67AF-6862-38C28D95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FC5CED-4C0E-506C-22BB-B5F22D86B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105F31-3ED1-8943-728F-65019E4501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B33A15-FB43-A686-5ED7-ED70F9A66A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46CA14F-AF4B-4D2A-F948-D2D614021A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D729C06-E8A5-856D-B4D3-5DF324CFBA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8F2847-A19D-C82F-8A8B-9EE98604A4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4085C98-3265-50A3-72FD-5D5732D8BA7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3978D78-AB6B-394A-6253-8A60DC62F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C4963B5-4FE9-0064-3D13-639581BBC9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DC02E1E4-54A7-D709-9CC9-9092FDEA28B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6657AB6-06FB-D59D-CBDB-F72E61B06B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B6505CB8-8E45-91CC-9338-0C185D0F1A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ECEADD91-B8E7-6ADB-775E-1FDBE8453B2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AD352CD-ACAA-C194-4B35-89D46FD5D5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3" name="Bildplatzhalter 16">
            <a:extLst>
              <a:ext uri="{FF2B5EF4-FFF2-40B4-BE49-F238E27FC236}">
                <a16:creationId xmlns:a16="http://schemas.microsoft.com/office/drawing/2014/main" id="{E52B697F-8A00-5A56-734B-3BCC2EDE6CE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303" r="303"/>
          <a:stretch>
            <a:fillRect/>
          </a:stretch>
        </p:blipFill>
        <p:spPr>
          <a:xfrm>
            <a:off x="371475" y="3429000"/>
            <a:ext cx="2232025" cy="266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17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2E9A991-2D74-3AC1-75D4-781605B3B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11337" y="1844676"/>
            <a:ext cx="8569325" cy="593724"/>
          </a:xfrm>
        </p:spPr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2EA3673-DF69-A206-8907-416A9F5480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>
                <a:latin typeface="SimpleStd" panose="02000509030000020003" pitchFamily="49" charset="0"/>
              </a:rPr>
              <a:t>Lucy-Hillebrand-Str. 2</a:t>
            </a:r>
          </a:p>
          <a:p>
            <a:r>
              <a:rPr lang="de-DE" dirty="0">
                <a:latin typeface="SimpleStd" panose="02000509030000020003" pitchFamily="49" charset="0"/>
              </a:rPr>
              <a:t>55128 Mainz, Germany</a:t>
            </a:r>
          </a:p>
          <a:p>
            <a:endParaRPr lang="de-DE" dirty="0">
              <a:latin typeface="SimpleStd" panose="02000509030000020003" pitchFamily="49" charset="0"/>
            </a:endParaRPr>
          </a:p>
          <a:p>
            <a:r>
              <a:rPr lang="de-DE" dirty="0">
                <a:latin typeface="SimpleStd" panose="02000509030000020003" pitchFamily="49" charset="0"/>
              </a:rPr>
              <a:t>T +49 6131 628-0</a:t>
            </a:r>
          </a:p>
          <a:p>
            <a:r>
              <a:rPr lang="de-DE" dirty="0">
                <a:latin typeface="SimpleStd" panose="02000509030000020003" pitchFamily="49" charset="0"/>
              </a:rPr>
              <a:t>E kontakt@hs-mainz.de</a:t>
            </a:r>
          </a:p>
          <a:p>
            <a:r>
              <a:rPr lang="de-DE" dirty="0">
                <a:latin typeface="SimpleStd" panose="02000509030000020003" pitchFamily="49" charset="0"/>
              </a:rPr>
              <a:t>W hs-mainz.de</a:t>
            </a:r>
          </a:p>
        </p:txBody>
      </p:sp>
    </p:spTree>
    <p:extLst>
      <p:ext uri="{BB962C8B-B14F-4D97-AF65-F5344CB8AC3E}">
        <p14:creationId xmlns:p14="http://schemas.microsoft.com/office/powerpoint/2010/main" val="2102390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  <a:endParaRPr lang="de-DE" dirty="0">
              <a:latin typeface="SimpleStd" panose="020005090300000200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119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  <a:endParaRPr lang="de-DE" dirty="0">
              <a:latin typeface="SimpleStd" panose="020005090300000200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811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  <a:endParaRPr lang="de-DE" dirty="0">
              <a:latin typeface="SimpleStd" panose="020005090300000200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81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9736C4A4-A030-CEBA-F2DC-08C842CDB19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DF0105D-60C4-73E7-C9B6-5E2EA2ECB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11099800" y="381233"/>
            <a:ext cx="720725" cy="663322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25ABA6-26FD-900A-DD96-DC348A6CF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71475" y="6188863"/>
            <a:ext cx="1200149" cy="317843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22602B7-0830-69A0-470B-FB0F100B4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71475" y="383380"/>
            <a:ext cx="1368426" cy="470893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2CC818A-10C8-2E4B-99BC-82E0B585B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A1C32E4-23CE-259B-A132-66DDA9857D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076450" y="379413"/>
            <a:ext cx="782638" cy="287337"/>
          </a:xfrm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4294230"/>
      </p:ext>
    </p:extLst>
  </p:cSld>
  <p:clrMapOvr>
    <a:masterClrMapping/>
  </p:clrMapOvr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Loomans</dc:creator>
  <cp:lastModifiedBy>Dirk Loomans</cp:lastModifiedBy>
  <cp:revision>1</cp:revision>
  <dcterms:created xsi:type="dcterms:W3CDTF">2026-08-19T13:52:30Z</dcterms:created>
  <dcterms:modified xsi:type="dcterms:W3CDTF">2026-08-19T14:02:49Z</dcterms:modified>
</cp:coreProperties>
</file>